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3"/>
  </p:notesMasterIdLst>
  <p:sldIdLst>
    <p:sldId id="258" r:id="rId3"/>
    <p:sldId id="263" r:id="rId4"/>
    <p:sldId id="356" r:id="rId5"/>
    <p:sldId id="308" r:id="rId6"/>
    <p:sldId id="307" r:id="rId7"/>
    <p:sldId id="357" r:id="rId8"/>
    <p:sldId id="317" r:id="rId9"/>
    <p:sldId id="320" r:id="rId10"/>
    <p:sldId id="324" r:id="rId11"/>
    <p:sldId id="326" r:id="rId12"/>
    <p:sldId id="358" r:id="rId13"/>
    <p:sldId id="330" r:id="rId14"/>
    <p:sldId id="331" r:id="rId15"/>
    <p:sldId id="332" r:id="rId16"/>
    <p:sldId id="333" r:id="rId17"/>
    <p:sldId id="339" r:id="rId18"/>
    <p:sldId id="340" r:id="rId19"/>
    <p:sldId id="341" r:id="rId20"/>
    <p:sldId id="360" r:id="rId21"/>
    <p:sldId id="3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DFEA"/>
    <a:srgbClr val="F7F7F7"/>
    <a:srgbClr val="0E4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47982-3EDB-4027-A75E-48CDEB6E8C2C}" v="1214" dt="2024-07-18T14:51:22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60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Long" userId="e4e93a65-ca82-41ec-92c8-0e4fdb0a72ae" providerId="ADAL" clId="{AD3567C4-5CA2-4801-8990-94515F1A8105}"/>
    <pc:docChg chg="undo redo custSel addSld delSld modSld sldOrd">
      <pc:chgData name="Nguyen Long" userId="e4e93a65-ca82-41ec-92c8-0e4fdb0a72ae" providerId="ADAL" clId="{AD3567C4-5CA2-4801-8990-94515F1A8105}" dt="2020-12-01T09:11:10.307" v="3618" actId="47"/>
      <pc:docMkLst>
        <pc:docMk/>
      </pc:docMkLst>
      <pc:sldChg chg="modSp mod">
        <pc:chgData name="Nguyen Long" userId="e4e93a65-ca82-41ec-92c8-0e4fdb0a72ae" providerId="ADAL" clId="{AD3567C4-5CA2-4801-8990-94515F1A8105}" dt="2020-11-10T02:02:00.127" v="3" actId="1076"/>
        <pc:sldMkLst>
          <pc:docMk/>
          <pc:sldMk cId="1829236185" sldId="258"/>
        </pc:sldMkLst>
        <pc:spChg chg="mod">
          <ac:chgData name="Nguyen Long" userId="e4e93a65-ca82-41ec-92c8-0e4fdb0a72ae" providerId="ADAL" clId="{AD3567C4-5CA2-4801-8990-94515F1A8105}" dt="2020-11-10T02:02:00.127" v="3" actId="1076"/>
          <ac:spMkLst>
            <pc:docMk/>
            <pc:sldMk cId="1829236185" sldId="258"/>
            <ac:spMk id="2" creationId="{80FE5516-7451-46AD-A1E8-26D02D286C28}"/>
          </ac:spMkLst>
        </pc:spChg>
      </pc:sldChg>
      <pc:sldChg chg="modSp mod modAnim">
        <pc:chgData name="Nguyen Long" userId="e4e93a65-ca82-41ec-92c8-0e4fdb0a72ae" providerId="ADAL" clId="{AD3567C4-5CA2-4801-8990-94515F1A8105}" dt="2020-12-01T08:07:55.213" v="3616" actId="20577"/>
        <pc:sldMkLst>
          <pc:docMk/>
          <pc:sldMk cId="2848987940" sldId="263"/>
        </pc:sldMkLst>
        <pc:spChg chg="mod">
          <ac:chgData name="Nguyen Long" userId="e4e93a65-ca82-41ec-92c8-0e4fdb0a72ae" providerId="ADAL" clId="{AD3567C4-5CA2-4801-8990-94515F1A8105}" dt="2020-12-01T08:07:55.213" v="3616" actId="20577"/>
          <ac:spMkLst>
            <pc:docMk/>
            <pc:sldMk cId="2848987940" sldId="263"/>
            <ac:spMk id="11" creationId="{F413AA2B-2D90-4655-837E-D9E3CC06BC5C}"/>
          </ac:spMkLst>
        </pc:spChg>
        <pc:spChg chg="mod">
          <ac:chgData name="Nguyen Long" userId="e4e93a65-ca82-41ec-92c8-0e4fdb0a72ae" providerId="ADAL" clId="{AD3567C4-5CA2-4801-8990-94515F1A8105}" dt="2020-11-26T01:21:35.209" v="1082" actId="1076"/>
          <ac:spMkLst>
            <pc:docMk/>
            <pc:sldMk cId="2848987940" sldId="263"/>
            <ac:spMk id="13" creationId="{8DCBFF2C-2C51-47AD-942A-27C9869AB267}"/>
          </ac:spMkLst>
        </pc:spChg>
      </pc:sldChg>
      <pc:sldChg chg="delSp modSp del mod">
        <pc:chgData name="Nguyen Long" userId="e4e93a65-ca82-41ec-92c8-0e4fdb0a72ae" providerId="ADAL" clId="{AD3567C4-5CA2-4801-8990-94515F1A8105}" dt="2020-11-29T09:03:30.829" v="2737" actId="2696"/>
        <pc:sldMkLst>
          <pc:docMk/>
          <pc:sldMk cId="2093628872" sldId="264"/>
        </pc:sldMkLst>
        <pc:spChg chg="mod">
          <ac:chgData name="Nguyen Long" userId="e4e93a65-ca82-41ec-92c8-0e4fdb0a72ae" providerId="ADAL" clId="{AD3567C4-5CA2-4801-8990-94515F1A8105}" dt="2020-11-28T08:22:23.805" v="2734" actId="20577"/>
          <ac:spMkLst>
            <pc:docMk/>
            <pc:sldMk cId="2093628872" sldId="264"/>
            <ac:spMk id="3" creationId="{90BF82D9-793B-4262-BF41-DD01625D0D2A}"/>
          </ac:spMkLst>
        </pc:spChg>
        <pc:spChg chg="del">
          <ac:chgData name="Nguyen Long" userId="e4e93a65-ca82-41ec-92c8-0e4fdb0a72ae" providerId="ADAL" clId="{AD3567C4-5CA2-4801-8990-94515F1A8105}" dt="2020-11-28T08:22:34.279" v="2735" actId="478"/>
          <ac:spMkLst>
            <pc:docMk/>
            <pc:sldMk cId="2093628872" sldId="264"/>
            <ac:spMk id="8" creationId="{828A2D7B-F434-4E0F-A8BC-9409DC3A710D}"/>
          </ac:spMkLst>
        </pc:spChg>
      </pc:sldChg>
      <pc:sldChg chg="add del">
        <pc:chgData name="Nguyen Long" userId="e4e93a65-ca82-41ec-92c8-0e4fdb0a72ae" providerId="ADAL" clId="{AD3567C4-5CA2-4801-8990-94515F1A8105}" dt="2020-11-10T02:02:47.404" v="8" actId="47"/>
        <pc:sldMkLst>
          <pc:docMk/>
          <pc:sldMk cId="2084599407" sldId="265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524215898" sldId="274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1426896324" sldId="275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672762915" sldId="276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479365905" sldId="277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186229819" sldId="278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3332933918" sldId="279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3073257754" sldId="280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3332724377" sldId="281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260784886" sldId="282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53562070" sldId="283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214700006" sldId="284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1324095002" sldId="285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1867526002" sldId="286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2770051075" sldId="287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2934772810" sldId="288"/>
        </pc:sldMkLst>
      </pc:sldChg>
      <pc:sldChg chg="del">
        <pc:chgData name="Nguyen Long" userId="e4e93a65-ca82-41ec-92c8-0e4fdb0a72ae" providerId="ADAL" clId="{AD3567C4-5CA2-4801-8990-94515F1A8105}" dt="2020-11-10T02:02:39.901" v="6" actId="47"/>
        <pc:sldMkLst>
          <pc:docMk/>
          <pc:sldMk cId="1047642461" sldId="289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601029588" sldId="290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056885706" sldId="291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1738225108" sldId="292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571023308" sldId="293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019891524" sldId="294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1436537424" sldId="295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945794637" sldId="296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655704767" sldId="297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926194816" sldId="298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4195964939" sldId="299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2977128543" sldId="300"/>
        </pc:sldMkLst>
      </pc:sldChg>
      <pc:sldChg chg="add del">
        <pc:chgData name="Nguyen Long" userId="e4e93a65-ca82-41ec-92c8-0e4fdb0a72ae" providerId="ADAL" clId="{AD3567C4-5CA2-4801-8990-94515F1A8105}" dt="2020-11-10T02:02:59.147" v="9" actId="47"/>
        <pc:sldMkLst>
          <pc:docMk/>
          <pc:sldMk cId="4139047187" sldId="301"/>
        </pc:sldMkLst>
      </pc:sldChg>
      <pc:sldChg chg="modSp add del mod">
        <pc:chgData name="Nguyen Long" userId="e4e93a65-ca82-41ec-92c8-0e4fdb0a72ae" providerId="ADAL" clId="{AD3567C4-5CA2-4801-8990-94515F1A8105}" dt="2020-11-26T01:22:20.093" v="1091"/>
        <pc:sldMkLst>
          <pc:docMk/>
          <pc:sldMk cId="1369740203" sldId="307"/>
        </pc:sldMkLst>
        <pc:spChg chg="mod">
          <ac:chgData name="Nguyen Long" userId="e4e93a65-ca82-41ec-92c8-0e4fdb0a72ae" providerId="ADAL" clId="{AD3567C4-5CA2-4801-8990-94515F1A8105}" dt="2020-11-26T01:22:20.093" v="1091"/>
          <ac:spMkLst>
            <pc:docMk/>
            <pc:sldMk cId="1369740203" sldId="307"/>
            <ac:spMk id="3" creationId="{62A79EAC-0BC8-4DF7-B963-899AA7EF67BA}"/>
          </ac:spMkLst>
        </pc:spChg>
      </pc:sldChg>
      <pc:sldChg chg="addSp modSp add del mod ord modAnim">
        <pc:chgData name="Nguyen Long" userId="e4e93a65-ca82-41ec-92c8-0e4fdb0a72ae" providerId="ADAL" clId="{AD3567C4-5CA2-4801-8990-94515F1A8105}" dt="2020-11-29T12:53:07.563" v="3258"/>
        <pc:sldMkLst>
          <pc:docMk/>
          <pc:sldMk cId="2410743619" sldId="308"/>
        </pc:sldMkLst>
        <pc:spChg chg="mod">
          <ac:chgData name="Nguyen Long" userId="e4e93a65-ca82-41ec-92c8-0e4fdb0a72ae" providerId="ADAL" clId="{AD3567C4-5CA2-4801-8990-94515F1A8105}" dt="2020-11-26T01:22:22.126" v="1092" actId="20577"/>
          <ac:spMkLst>
            <pc:docMk/>
            <pc:sldMk cId="2410743619" sldId="308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12:52:20.476" v="3244" actId="27636"/>
          <ac:spMkLst>
            <pc:docMk/>
            <pc:sldMk cId="2410743619" sldId="308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9T12:27:12.857" v="3231" actId="14100"/>
          <ac:spMkLst>
            <pc:docMk/>
            <pc:sldMk cId="2410743619" sldId="308"/>
            <ac:spMk id="21" creationId="{4BF2B51A-D7F2-455E-8134-4CAE283F4287}"/>
          </ac:spMkLst>
        </pc:spChg>
        <pc:grpChg chg="mod">
          <ac:chgData name="Nguyen Long" userId="e4e93a65-ca82-41ec-92c8-0e4fdb0a72ae" providerId="ADAL" clId="{AD3567C4-5CA2-4801-8990-94515F1A8105}" dt="2020-11-29T12:23:13.300" v="3217" actId="1036"/>
          <ac:grpSpMkLst>
            <pc:docMk/>
            <pc:sldMk cId="2410743619" sldId="308"/>
            <ac:grpSpMk id="24" creationId="{C9193B48-10FB-4BF7-A2F3-39D099E2AD02}"/>
          </ac:grpSpMkLst>
        </pc:grpChg>
        <pc:grpChg chg="mod">
          <ac:chgData name="Nguyen Long" userId="e4e93a65-ca82-41ec-92c8-0e4fdb0a72ae" providerId="ADAL" clId="{AD3567C4-5CA2-4801-8990-94515F1A8105}" dt="2020-11-29T12:23:13.300" v="3217" actId="1036"/>
          <ac:grpSpMkLst>
            <pc:docMk/>
            <pc:sldMk cId="2410743619" sldId="308"/>
            <ac:grpSpMk id="26" creationId="{E8718E94-A6E1-4E9E-851F-5E1A439E9C42}"/>
          </ac:grpSpMkLst>
        </pc:grpChg>
        <pc:picChg chg="add mod">
          <ac:chgData name="Nguyen Long" userId="e4e93a65-ca82-41ec-92c8-0e4fdb0a72ae" providerId="ADAL" clId="{AD3567C4-5CA2-4801-8990-94515F1A8105}" dt="2020-11-29T12:52:27.143" v="3246" actId="1076"/>
          <ac:picMkLst>
            <pc:docMk/>
            <pc:sldMk cId="2410743619" sldId="308"/>
            <ac:picMk id="7" creationId="{0C084A8D-50FA-4D60-8B88-4DE1EA36133E}"/>
          </ac:picMkLst>
        </pc:picChg>
        <pc:picChg chg="mod">
          <ac:chgData name="Nguyen Long" userId="e4e93a65-ca82-41ec-92c8-0e4fdb0a72ae" providerId="ADAL" clId="{AD3567C4-5CA2-4801-8990-94515F1A8105}" dt="2020-11-29T12:23:13.300" v="3217" actId="1036"/>
          <ac:picMkLst>
            <pc:docMk/>
            <pc:sldMk cId="2410743619" sldId="308"/>
            <ac:picMk id="10" creationId="{B48F304F-C22F-47F3-920A-A25853615458}"/>
          </ac:picMkLst>
        </pc:picChg>
        <pc:picChg chg="mod">
          <ac:chgData name="Nguyen Long" userId="e4e93a65-ca82-41ec-92c8-0e4fdb0a72ae" providerId="ADAL" clId="{AD3567C4-5CA2-4801-8990-94515F1A8105}" dt="2020-11-29T12:23:13.300" v="3217" actId="1036"/>
          <ac:picMkLst>
            <pc:docMk/>
            <pc:sldMk cId="2410743619" sldId="308"/>
            <ac:picMk id="12" creationId="{FAAB4690-1831-4AC5-8D04-D82C3C4848E4}"/>
          </ac:picMkLst>
        </pc:picChg>
        <pc:picChg chg="mod">
          <ac:chgData name="Nguyen Long" userId="e4e93a65-ca82-41ec-92c8-0e4fdb0a72ae" providerId="ADAL" clId="{AD3567C4-5CA2-4801-8990-94515F1A8105}" dt="2020-11-29T12:23:13.300" v="3217" actId="1036"/>
          <ac:picMkLst>
            <pc:docMk/>
            <pc:sldMk cId="2410743619" sldId="308"/>
            <ac:picMk id="14" creationId="{468C3B73-7B75-4C7E-9EC5-EF7F638621D7}"/>
          </ac:picMkLst>
        </pc:picChg>
        <pc:picChg chg="mod">
          <ac:chgData name="Nguyen Long" userId="e4e93a65-ca82-41ec-92c8-0e4fdb0a72ae" providerId="ADAL" clId="{AD3567C4-5CA2-4801-8990-94515F1A8105}" dt="2020-11-29T12:23:13.300" v="3217" actId="1036"/>
          <ac:picMkLst>
            <pc:docMk/>
            <pc:sldMk cId="2410743619" sldId="308"/>
            <ac:picMk id="35" creationId="{3173CDE2-0F2A-4A61-9548-D598408DB4AE}"/>
          </ac:picMkLst>
        </pc:picChg>
        <pc:picChg chg="mod">
          <ac:chgData name="Nguyen Long" userId="e4e93a65-ca82-41ec-92c8-0e4fdb0a72ae" providerId="ADAL" clId="{AD3567C4-5CA2-4801-8990-94515F1A8105}" dt="2020-11-29T12:23:13.300" v="3217" actId="1036"/>
          <ac:picMkLst>
            <pc:docMk/>
            <pc:sldMk cId="2410743619" sldId="308"/>
            <ac:picMk id="37" creationId="{521DA7C7-367A-4544-B1BF-701E0386AE9C}"/>
          </ac:picMkLst>
        </pc:picChg>
      </pc:sldChg>
      <pc:sldChg chg="add del">
        <pc:chgData name="Nguyen Long" userId="e4e93a65-ca82-41ec-92c8-0e4fdb0a72ae" providerId="ADAL" clId="{AD3567C4-5CA2-4801-8990-94515F1A8105}" dt="2020-11-28T09:04:19.857" v="2736" actId="2696"/>
        <pc:sldMkLst>
          <pc:docMk/>
          <pc:sldMk cId="3371151911" sldId="309"/>
        </pc:sldMkLst>
      </pc:sldChg>
      <pc:sldChg chg="add del">
        <pc:chgData name="Nguyen Long" userId="e4e93a65-ca82-41ec-92c8-0e4fdb0a72ae" providerId="ADAL" clId="{AD3567C4-5CA2-4801-8990-94515F1A8105}" dt="2020-11-10T02:02:47.404" v="8" actId="47"/>
        <pc:sldMkLst>
          <pc:docMk/>
          <pc:sldMk cId="1000680932" sldId="310"/>
        </pc:sldMkLst>
      </pc:sldChg>
      <pc:sldChg chg="addSp modSp mod modAnim">
        <pc:chgData name="Nguyen Long" userId="e4e93a65-ca82-41ec-92c8-0e4fdb0a72ae" providerId="ADAL" clId="{AD3567C4-5CA2-4801-8990-94515F1A8105}" dt="2020-11-29T12:51:41.405" v="3242"/>
        <pc:sldMkLst>
          <pc:docMk/>
          <pc:sldMk cId="3280503492" sldId="310"/>
        </pc:sldMkLst>
        <pc:spChg chg="mod">
          <ac:chgData name="Nguyen Long" userId="e4e93a65-ca82-41ec-92c8-0e4fdb0a72ae" providerId="ADAL" clId="{AD3567C4-5CA2-4801-8990-94515F1A8105}" dt="2020-11-26T01:22:10.512" v="1088"/>
          <ac:spMkLst>
            <pc:docMk/>
            <pc:sldMk cId="3280503492" sldId="310"/>
            <ac:spMk id="3" creationId="{62A79EAC-0BC8-4DF7-B963-899AA7EF67BA}"/>
          </ac:spMkLst>
        </pc:spChg>
        <pc:spChg chg="add mod">
          <ac:chgData name="Nguyen Long" userId="e4e93a65-ca82-41ec-92c8-0e4fdb0a72ae" providerId="ADAL" clId="{AD3567C4-5CA2-4801-8990-94515F1A8105}" dt="2020-11-29T12:51:23.193" v="3240" actId="1076"/>
          <ac:spMkLst>
            <pc:docMk/>
            <pc:sldMk cId="3280503492" sldId="310"/>
            <ac:spMk id="11" creationId="{4FBB4010-A915-4D9D-9A98-F76BE82B365C}"/>
          </ac:spMkLst>
        </pc:spChg>
        <pc:picChg chg="mod">
          <ac:chgData name="Nguyen Long" userId="e4e93a65-ca82-41ec-92c8-0e4fdb0a72ae" providerId="ADAL" clId="{AD3567C4-5CA2-4801-8990-94515F1A8105}" dt="2020-11-29T12:51:02.557" v="3234" actId="1076"/>
          <ac:picMkLst>
            <pc:docMk/>
            <pc:sldMk cId="3280503492" sldId="310"/>
            <ac:picMk id="8" creationId="{EC27C412-F6E0-4E9D-B3EB-9750EEC74898}"/>
          </ac:picMkLst>
        </pc:picChg>
        <pc:picChg chg="mod">
          <ac:chgData name="Nguyen Long" userId="e4e93a65-ca82-41ec-92c8-0e4fdb0a72ae" providerId="ADAL" clId="{AD3567C4-5CA2-4801-8990-94515F1A8105}" dt="2020-11-29T12:51:02.557" v="3234" actId="1076"/>
          <ac:picMkLst>
            <pc:docMk/>
            <pc:sldMk cId="3280503492" sldId="310"/>
            <ac:picMk id="10" creationId="{1DF02E6B-B2BB-406C-BCC1-CDC26C016413}"/>
          </ac:picMkLst>
        </pc:picChg>
        <pc:picChg chg="mod">
          <ac:chgData name="Nguyen Long" userId="e4e93a65-ca82-41ec-92c8-0e4fdb0a72ae" providerId="ADAL" clId="{AD3567C4-5CA2-4801-8990-94515F1A8105}" dt="2020-11-29T12:51:04.544" v="3235" actId="1076"/>
          <ac:picMkLst>
            <pc:docMk/>
            <pc:sldMk cId="3280503492" sldId="310"/>
            <ac:picMk id="12" creationId="{E4292C25-D084-435C-BC56-9BF65AD3E2D4}"/>
          </ac:picMkLst>
        </pc:picChg>
      </pc:sldChg>
      <pc:sldChg chg="addSp delSp modSp mod modAnim">
        <pc:chgData name="Nguyen Long" userId="e4e93a65-ca82-41ec-92c8-0e4fdb0a72ae" providerId="ADAL" clId="{AD3567C4-5CA2-4801-8990-94515F1A8105}" dt="2020-11-29T13:02:33.990" v="3317" actId="1035"/>
        <pc:sldMkLst>
          <pc:docMk/>
          <pc:sldMk cId="696162162" sldId="311"/>
        </pc:sldMkLst>
        <pc:spChg chg="mod">
          <ac:chgData name="Nguyen Long" userId="e4e93a65-ca82-41ec-92c8-0e4fdb0a72ae" providerId="ADAL" clId="{AD3567C4-5CA2-4801-8990-94515F1A8105}" dt="2020-11-26T01:15:41.533" v="1044"/>
          <ac:spMkLst>
            <pc:docMk/>
            <pc:sldMk cId="696162162" sldId="311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12:58:38.995" v="3282" actId="1076"/>
          <ac:spMkLst>
            <pc:docMk/>
            <pc:sldMk cId="696162162" sldId="311"/>
            <ac:spMk id="6" creationId="{983476FE-4EB9-4F48-83BD-A1D2DED6A90A}"/>
          </ac:spMkLst>
        </pc:spChg>
        <pc:spChg chg="add mod">
          <ac:chgData name="Nguyen Long" userId="e4e93a65-ca82-41ec-92c8-0e4fdb0a72ae" providerId="ADAL" clId="{AD3567C4-5CA2-4801-8990-94515F1A8105}" dt="2020-11-29T12:58:49.714" v="3283" actId="1076"/>
          <ac:spMkLst>
            <pc:docMk/>
            <pc:sldMk cId="696162162" sldId="311"/>
            <ac:spMk id="11" creationId="{5C3CEEE7-2116-4299-A985-4C224D4D5389}"/>
          </ac:spMkLst>
        </pc:spChg>
        <pc:spChg chg="add mod">
          <ac:chgData name="Nguyen Long" userId="e4e93a65-ca82-41ec-92c8-0e4fdb0a72ae" providerId="ADAL" clId="{AD3567C4-5CA2-4801-8990-94515F1A8105}" dt="2020-11-29T12:57:30.163" v="3276" actId="208"/>
          <ac:spMkLst>
            <pc:docMk/>
            <pc:sldMk cId="696162162" sldId="311"/>
            <ac:spMk id="13" creationId="{7AB524A6-059E-4B8B-BD51-B1655918B5C1}"/>
          </ac:spMkLst>
        </pc:spChg>
        <pc:spChg chg="add del mod">
          <ac:chgData name="Nguyen Long" userId="e4e93a65-ca82-41ec-92c8-0e4fdb0a72ae" providerId="ADAL" clId="{AD3567C4-5CA2-4801-8990-94515F1A8105}" dt="2020-11-29T13:00:19.814" v="3292" actId="478"/>
          <ac:spMkLst>
            <pc:docMk/>
            <pc:sldMk cId="696162162" sldId="311"/>
            <ac:spMk id="15" creationId="{229240B2-F02A-4127-803A-6B26E5C1653A}"/>
          </ac:spMkLst>
        </pc:spChg>
        <pc:spChg chg="add mod">
          <ac:chgData name="Nguyen Long" userId="e4e93a65-ca82-41ec-92c8-0e4fdb0a72ae" providerId="ADAL" clId="{AD3567C4-5CA2-4801-8990-94515F1A8105}" dt="2020-11-29T13:02:33.990" v="3317" actId="1035"/>
          <ac:spMkLst>
            <pc:docMk/>
            <pc:sldMk cId="696162162" sldId="311"/>
            <ac:spMk id="17" creationId="{25D2F55B-6199-4AFD-9A03-0993480EEE32}"/>
          </ac:spMkLst>
        </pc:spChg>
        <pc:picChg chg="mod">
          <ac:chgData name="Nguyen Long" userId="e4e93a65-ca82-41ec-92c8-0e4fdb0a72ae" providerId="ADAL" clId="{AD3567C4-5CA2-4801-8990-94515F1A8105}" dt="2020-11-29T12:58:28.486" v="3279" actId="1076"/>
          <ac:picMkLst>
            <pc:docMk/>
            <pc:sldMk cId="696162162" sldId="311"/>
            <ac:picMk id="8" creationId="{2E449248-90BB-4845-AD31-FDCEAB12EE04}"/>
          </ac:picMkLst>
        </pc:picChg>
        <pc:picChg chg="mod">
          <ac:chgData name="Nguyen Long" userId="e4e93a65-ca82-41ec-92c8-0e4fdb0a72ae" providerId="ADAL" clId="{AD3567C4-5CA2-4801-8990-94515F1A8105}" dt="2020-11-29T12:57:11.536" v="3273" actId="1076"/>
          <ac:picMkLst>
            <pc:docMk/>
            <pc:sldMk cId="696162162" sldId="311"/>
            <ac:picMk id="10" creationId="{B0397F52-0D4F-4EA0-A767-F5AA23F00FB7}"/>
          </ac:picMkLst>
        </pc:picChg>
        <pc:picChg chg="mod">
          <ac:chgData name="Nguyen Long" userId="e4e93a65-ca82-41ec-92c8-0e4fdb0a72ae" providerId="ADAL" clId="{AD3567C4-5CA2-4801-8990-94515F1A8105}" dt="2020-11-29T13:00:22.527" v="3293" actId="1076"/>
          <ac:picMkLst>
            <pc:docMk/>
            <pc:sldMk cId="696162162" sldId="311"/>
            <ac:picMk id="12" creationId="{5BBFC7BE-1B44-4BC9-9EF0-B50D9FA6B4D2}"/>
          </ac:picMkLst>
        </pc:picChg>
        <pc:picChg chg="mod">
          <ac:chgData name="Nguyen Long" userId="e4e93a65-ca82-41ec-92c8-0e4fdb0a72ae" providerId="ADAL" clId="{AD3567C4-5CA2-4801-8990-94515F1A8105}" dt="2020-11-29T13:01:30.648" v="3294" actId="1076"/>
          <ac:picMkLst>
            <pc:docMk/>
            <pc:sldMk cId="696162162" sldId="311"/>
            <ac:picMk id="16" creationId="{DC406983-AAAA-4D19-83DB-E2DFB0F82F98}"/>
          </ac:picMkLst>
        </pc:picChg>
      </pc:sldChg>
      <pc:sldChg chg="addSp delSp modSp mod delAnim modAnim">
        <pc:chgData name="Nguyen Long" userId="e4e93a65-ca82-41ec-92c8-0e4fdb0a72ae" providerId="ADAL" clId="{AD3567C4-5CA2-4801-8990-94515F1A8105}" dt="2020-11-29T13:10:16.143" v="3339" actId="478"/>
        <pc:sldMkLst>
          <pc:docMk/>
          <pc:sldMk cId="185043276" sldId="312"/>
        </pc:sldMkLst>
        <pc:spChg chg="mod">
          <ac:chgData name="Nguyen Long" userId="e4e93a65-ca82-41ec-92c8-0e4fdb0a72ae" providerId="ADAL" clId="{AD3567C4-5CA2-4801-8990-94515F1A8105}" dt="2020-11-26T01:15:50.282" v="1045"/>
          <ac:spMkLst>
            <pc:docMk/>
            <pc:sldMk cId="185043276" sldId="312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13:05:23.943" v="3332" actId="12"/>
          <ac:spMkLst>
            <pc:docMk/>
            <pc:sldMk cId="185043276" sldId="312"/>
            <ac:spMk id="6" creationId="{5BC6B310-C194-4B11-B23D-AA7692FA7F7F}"/>
          </ac:spMkLst>
        </pc:spChg>
        <pc:grpChg chg="mod">
          <ac:chgData name="Nguyen Long" userId="e4e93a65-ca82-41ec-92c8-0e4fdb0a72ae" providerId="ADAL" clId="{AD3567C4-5CA2-4801-8990-94515F1A8105}" dt="2020-11-29T13:04:27.654" v="3328" actId="1036"/>
          <ac:grpSpMkLst>
            <pc:docMk/>
            <pc:sldMk cId="185043276" sldId="312"/>
            <ac:grpSpMk id="11" creationId="{B7F979B8-487C-4FE7-9AAC-E72041869711}"/>
          </ac:grpSpMkLst>
        </pc:grpChg>
        <pc:grpChg chg="mod">
          <ac:chgData name="Nguyen Long" userId="e4e93a65-ca82-41ec-92c8-0e4fdb0a72ae" providerId="ADAL" clId="{AD3567C4-5CA2-4801-8990-94515F1A8105}" dt="2020-11-29T13:04:27.654" v="3328" actId="1036"/>
          <ac:grpSpMkLst>
            <pc:docMk/>
            <pc:sldMk cId="185043276" sldId="312"/>
            <ac:grpSpMk id="23" creationId="{2CDF4B34-3460-49D3-A805-2ACACC7B9471}"/>
          </ac:grpSpMkLst>
        </pc:grpChg>
        <pc:grpChg chg="mod">
          <ac:chgData name="Nguyen Long" userId="e4e93a65-ca82-41ec-92c8-0e4fdb0a72ae" providerId="ADAL" clId="{AD3567C4-5CA2-4801-8990-94515F1A8105}" dt="2020-11-29T13:04:27.654" v="3328" actId="1036"/>
          <ac:grpSpMkLst>
            <pc:docMk/>
            <pc:sldMk cId="185043276" sldId="312"/>
            <ac:grpSpMk id="45" creationId="{9884ADC5-14D7-4635-BBC1-C4DE43E6144B}"/>
          </ac:grpSpMkLst>
        </pc:grpChg>
        <pc:grpChg chg="mod">
          <ac:chgData name="Nguyen Long" userId="e4e93a65-ca82-41ec-92c8-0e4fdb0a72ae" providerId="ADAL" clId="{AD3567C4-5CA2-4801-8990-94515F1A8105}" dt="2020-11-29T13:04:27.654" v="3328" actId="1036"/>
          <ac:grpSpMkLst>
            <pc:docMk/>
            <pc:sldMk cId="185043276" sldId="312"/>
            <ac:grpSpMk id="56" creationId="{23E7954F-98A7-40C5-A798-249E76C550EC}"/>
          </ac:grpSpMkLst>
        </pc:grpChg>
        <pc:picChg chg="mod">
          <ac:chgData name="Nguyen Long" userId="e4e93a65-ca82-41ec-92c8-0e4fdb0a72ae" providerId="ADAL" clId="{AD3567C4-5CA2-4801-8990-94515F1A8105}" dt="2020-11-29T13:04:27.654" v="3328" actId="1036"/>
          <ac:picMkLst>
            <pc:docMk/>
            <pc:sldMk cId="185043276" sldId="312"/>
            <ac:picMk id="8" creationId="{94B807DC-9BAD-48AD-A8FD-92F067F82C5F}"/>
          </ac:picMkLst>
        </pc:picChg>
        <pc:picChg chg="mod">
          <ac:chgData name="Nguyen Long" userId="e4e93a65-ca82-41ec-92c8-0e4fdb0a72ae" providerId="ADAL" clId="{AD3567C4-5CA2-4801-8990-94515F1A8105}" dt="2020-11-29T13:04:27.654" v="3328" actId="1036"/>
          <ac:picMkLst>
            <pc:docMk/>
            <pc:sldMk cId="185043276" sldId="312"/>
            <ac:picMk id="10" creationId="{73402DB3-EEB6-454A-A439-461CD076593B}"/>
          </ac:picMkLst>
        </pc:picChg>
        <pc:picChg chg="add del mod">
          <ac:chgData name="Nguyen Long" userId="e4e93a65-ca82-41ec-92c8-0e4fdb0a72ae" providerId="ADAL" clId="{AD3567C4-5CA2-4801-8990-94515F1A8105}" dt="2020-11-29T13:10:13.251" v="3338" actId="478"/>
          <ac:picMkLst>
            <pc:docMk/>
            <pc:sldMk cId="185043276" sldId="312"/>
            <ac:picMk id="28" creationId="{94B3CC2C-3241-4958-82D7-8580D3EA225E}"/>
          </ac:picMkLst>
        </pc:picChg>
        <pc:picChg chg="add del mod">
          <ac:chgData name="Nguyen Long" userId="e4e93a65-ca82-41ec-92c8-0e4fdb0a72ae" providerId="ADAL" clId="{AD3567C4-5CA2-4801-8990-94515F1A8105}" dt="2020-11-29T13:10:16.143" v="3339" actId="478"/>
          <ac:picMkLst>
            <pc:docMk/>
            <pc:sldMk cId="185043276" sldId="312"/>
            <ac:picMk id="29" creationId="{7EC5F2AD-0199-4142-AE21-762BF8C58413}"/>
          </ac:picMkLst>
        </pc:picChg>
      </pc:sldChg>
      <pc:sldChg chg="delSp modSp mod delAnim">
        <pc:chgData name="Nguyen Long" userId="e4e93a65-ca82-41ec-92c8-0e4fdb0a72ae" providerId="ADAL" clId="{AD3567C4-5CA2-4801-8990-94515F1A8105}" dt="2020-11-29T13:20:55.207" v="3341" actId="478"/>
        <pc:sldMkLst>
          <pc:docMk/>
          <pc:sldMk cId="742023045" sldId="313"/>
        </pc:sldMkLst>
        <pc:spChg chg="mod">
          <ac:chgData name="Nguyen Long" userId="e4e93a65-ca82-41ec-92c8-0e4fdb0a72ae" providerId="ADAL" clId="{AD3567C4-5CA2-4801-8990-94515F1A8105}" dt="2020-11-26T01:15:54.640" v="1046"/>
          <ac:spMkLst>
            <pc:docMk/>
            <pc:sldMk cId="742023045" sldId="313"/>
            <ac:spMk id="3" creationId="{62A79EAC-0BC8-4DF7-B963-899AA7EF67BA}"/>
          </ac:spMkLst>
        </pc:spChg>
        <pc:picChg chg="del">
          <ac:chgData name="Nguyen Long" userId="e4e93a65-ca82-41ec-92c8-0e4fdb0a72ae" providerId="ADAL" clId="{AD3567C4-5CA2-4801-8990-94515F1A8105}" dt="2020-11-29T13:20:55.207" v="3341" actId="478"/>
          <ac:picMkLst>
            <pc:docMk/>
            <pc:sldMk cId="742023045" sldId="313"/>
            <ac:picMk id="7" creationId="{2236C505-25E7-4ECA-AD5C-C464F86B8AFE}"/>
          </ac:picMkLst>
        </pc:picChg>
        <pc:picChg chg="del">
          <ac:chgData name="Nguyen Long" userId="e4e93a65-ca82-41ec-92c8-0e4fdb0a72ae" providerId="ADAL" clId="{AD3567C4-5CA2-4801-8990-94515F1A8105}" dt="2020-11-29T13:20:52.617" v="3340" actId="478"/>
          <ac:picMkLst>
            <pc:docMk/>
            <pc:sldMk cId="742023045" sldId="313"/>
            <ac:picMk id="8" creationId="{C7801C77-8B20-4B1D-A853-06754325C85F}"/>
          </ac:picMkLst>
        </pc:picChg>
      </pc:sldChg>
      <pc:sldChg chg="addSp modSp mod modAnim">
        <pc:chgData name="Nguyen Long" userId="e4e93a65-ca82-41ec-92c8-0e4fdb0a72ae" providerId="ADAL" clId="{AD3567C4-5CA2-4801-8990-94515F1A8105}" dt="2020-11-29T13:25:41.789" v="3381"/>
        <pc:sldMkLst>
          <pc:docMk/>
          <pc:sldMk cId="1228385249" sldId="314"/>
        </pc:sldMkLst>
        <pc:spChg chg="mod">
          <ac:chgData name="Nguyen Long" userId="e4e93a65-ca82-41ec-92c8-0e4fdb0a72ae" providerId="ADAL" clId="{AD3567C4-5CA2-4801-8990-94515F1A8105}" dt="2020-11-26T01:15:58.655" v="1047"/>
          <ac:spMkLst>
            <pc:docMk/>
            <pc:sldMk cId="1228385249" sldId="314"/>
            <ac:spMk id="3" creationId="{62A79EAC-0BC8-4DF7-B963-899AA7EF67BA}"/>
          </ac:spMkLst>
        </pc:spChg>
        <pc:spChg chg="add mod">
          <ac:chgData name="Nguyen Long" userId="e4e93a65-ca82-41ec-92c8-0e4fdb0a72ae" providerId="ADAL" clId="{AD3567C4-5CA2-4801-8990-94515F1A8105}" dt="2020-11-29T13:25:10.066" v="3373" actId="14100"/>
          <ac:spMkLst>
            <pc:docMk/>
            <pc:sldMk cId="1228385249" sldId="314"/>
            <ac:spMk id="14" creationId="{38607818-739E-407A-B027-650062092874}"/>
          </ac:spMkLst>
        </pc:spChg>
        <pc:grpChg chg="mod">
          <ac:chgData name="Nguyen Long" userId="e4e93a65-ca82-41ec-92c8-0e4fdb0a72ae" providerId="ADAL" clId="{AD3567C4-5CA2-4801-8990-94515F1A8105}" dt="2020-11-29T13:24:49.467" v="3368" actId="1036"/>
          <ac:grpSpMkLst>
            <pc:docMk/>
            <pc:sldMk cId="1228385249" sldId="314"/>
            <ac:grpSpMk id="20" creationId="{87F78096-EA99-4E58-BD80-EE2CD5DDDF50}"/>
          </ac:grpSpMkLst>
        </pc:grpChg>
        <pc:picChg chg="mod">
          <ac:chgData name="Nguyen Long" userId="e4e93a65-ca82-41ec-92c8-0e4fdb0a72ae" providerId="ADAL" clId="{AD3567C4-5CA2-4801-8990-94515F1A8105}" dt="2020-11-29T13:24:43.531" v="3345" actId="1076"/>
          <ac:picMkLst>
            <pc:docMk/>
            <pc:sldMk cId="1228385249" sldId="314"/>
            <ac:picMk id="12" creationId="{58AEEF09-51E9-4CFA-BE17-4358071F7EA1}"/>
          </ac:picMkLst>
        </pc:picChg>
        <pc:picChg chg="mod">
          <ac:chgData name="Nguyen Long" userId="e4e93a65-ca82-41ec-92c8-0e4fdb0a72ae" providerId="ADAL" clId="{AD3567C4-5CA2-4801-8990-94515F1A8105}" dt="2020-11-29T13:24:49.467" v="3368" actId="1036"/>
          <ac:picMkLst>
            <pc:docMk/>
            <pc:sldMk cId="1228385249" sldId="314"/>
            <ac:picMk id="19" creationId="{C89BF815-F91F-488C-920A-C9BF5C802275}"/>
          </ac:picMkLst>
        </pc:picChg>
      </pc:sldChg>
      <pc:sldChg chg="addSp modSp mod modAnim">
        <pc:chgData name="Nguyen Long" userId="e4e93a65-ca82-41ec-92c8-0e4fdb0a72ae" providerId="ADAL" clId="{AD3567C4-5CA2-4801-8990-94515F1A8105}" dt="2020-11-29T13:29:41.313" v="3435"/>
        <pc:sldMkLst>
          <pc:docMk/>
          <pc:sldMk cId="1789240873" sldId="315"/>
        </pc:sldMkLst>
        <pc:spChg chg="mod">
          <ac:chgData name="Nguyen Long" userId="e4e93a65-ca82-41ec-92c8-0e4fdb0a72ae" providerId="ADAL" clId="{AD3567C4-5CA2-4801-8990-94515F1A8105}" dt="2020-11-26T01:16:03.602" v="1048"/>
          <ac:spMkLst>
            <pc:docMk/>
            <pc:sldMk cId="1789240873" sldId="315"/>
            <ac:spMk id="3" creationId="{62A79EAC-0BC8-4DF7-B963-899AA7EF67BA}"/>
          </ac:spMkLst>
        </pc:spChg>
        <pc:spChg chg="add mod">
          <ac:chgData name="Nguyen Long" userId="e4e93a65-ca82-41ec-92c8-0e4fdb0a72ae" providerId="ADAL" clId="{AD3567C4-5CA2-4801-8990-94515F1A8105}" dt="2020-11-29T13:28:10.914" v="3419" actId="14100"/>
          <ac:spMkLst>
            <pc:docMk/>
            <pc:sldMk cId="1789240873" sldId="315"/>
            <ac:spMk id="9" creationId="{5AE2B23D-39C8-4DEF-87FA-4B55894B1F41}"/>
          </ac:spMkLst>
        </pc:spChg>
        <pc:spChg chg="add mod">
          <ac:chgData name="Nguyen Long" userId="e4e93a65-ca82-41ec-92c8-0e4fdb0a72ae" providerId="ADAL" clId="{AD3567C4-5CA2-4801-8990-94515F1A8105}" dt="2020-11-29T13:29:21.336" v="3427" actId="1076"/>
          <ac:spMkLst>
            <pc:docMk/>
            <pc:sldMk cId="1789240873" sldId="315"/>
            <ac:spMk id="11" creationId="{32BC4BE7-7CE1-4374-9412-8551947D28BD}"/>
          </ac:spMkLst>
        </pc:spChg>
        <pc:picChg chg="mod">
          <ac:chgData name="Nguyen Long" userId="e4e93a65-ca82-41ec-92c8-0e4fdb0a72ae" providerId="ADAL" clId="{AD3567C4-5CA2-4801-8990-94515F1A8105}" dt="2020-11-29T13:29:01.205" v="3421" actId="1076"/>
          <ac:picMkLst>
            <pc:docMk/>
            <pc:sldMk cId="1789240873" sldId="315"/>
            <ac:picMk id="4" creationId="{C9F265C7-A905-4DA7-971F-BC587545BE06}"/>
          </ac:picMkLst>
        </pc:picChg>
        <pc:picChg chg="mod">
          <ac:chgData name="Nguyen Long" userId="e4e93a65-ca82-41ec-92c8-0e4fdb0a72ae" providerId="ADAL" clId="{AD3567C4-5CA2-4801-8990-94515F1A8105}" dt="2020-11-29T13:28:13.900" v="3420" actId="1076"/>
          <ac:picMkLst>
            <pc:docMk/>
            <pc:sldMk cId="1789240873" sldId="315"/>
            <ac:picMk id="13" creationId="{C5ED48DE-975B-4DD4-8118-B74E1D13CC0C}"/>
          </ac:picMkLst>
        </pc:picChg>
      </pc:sldChg>
      <pc:sldChg chg="addSp modSp mod modAnim">
        <pc:chgData name="Nguyen Long" userId="e4e93a65-ca82-41ec-92c8-0e4fdb0a72ae" providerId="ADAL" clId="{AD3567C4-5CA2-4801-8990-94515F1A8105}" dt="2020-11-29T13:36:00.571" v="3507"/>
        <pc:sldMkLst>
          <pc:docMk/>
          <pc:sldMk cId="1458480374" sldId="316"/>
        </pc:sldMkLst>
        <pc:spChg chg="mod">
          <ac:chgData name="Nguyen Long" userId="e4e93a65-ca82-41ec-92c8-0e4fdb0a72ae" providerId="ADAL" clId="{AD3567C4-5CA2-4801-8990-94515F1A8105}" dt="2020-11-26T01:16:12.999" v="1049"/>
          <ac:spMkLst>
            <pc:docMk/>
            <pc:sldMk cId="1458480374" sldId="316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13:34:02.088" v="3498" actId="1035"/>
          <ac:spMkLst>
            <pc:docMk/>
            <pc:sldMk cId="1458480374" sldId="316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9T13:34:06.979" v="3499" actId="14100"/>
          <ac:spMkLst>
            <pc:docMk/>
            <pc:sldMk cId="1458480374" sldId="316"/>
            <ac:spMk id="13" creationId="{BDCF09D2-6E45-440B-B137-A4DAD6F9B323}"/>
          </ac:spMkLst>
        </pc:spChg>
        <pc:spChg chg="mod">
          <ac:chgData name="Nguyen Long" userId="e4e93a65-ca82-41ec-92c8-0e4fdb0a72ae" providerId="ADAL" clId="{AD3567C4-5CA2-4801-8990-94515F1A8105}" dt="2020-11-29T13:33:48.603" v="3484" actId="1076"/>
          <ac:spMkLst>
            <pc:docMk/>
            <pc:sldMk cId="1458480374" sldId="316"/>
            <ac:spMk id="29" creationId="{3B44278A-8FC8-4EFB-A5FC-1EB70F6E7976}"/>
          </ac:spMkLst>
        </pc:spChg>
        <pc:spChg chg="mod">
          <ac:chgData name="Nguyen Long" userId="e4e93a65-ca82-41ec-92c8-0e4fdb0a72ae" providerId="ADAL" clId="{AD3567C4-5CA2-4801-8990-94515F1A8105}" dt="2020-11-29T13:33:39.245" v="3480" actId="1076"/>
          <ac:spMkLst>
            <pc:docMk/>
            <pc:sldMk cId="1458480374" sldId="316"/>
            <ac:spMk id="39" creationId="{73065C67-EFDB-4E82-96C5-5E984ED3C610}"/>
          </ac:spMkLst>
        </pc:spChg>
        <pc:picChg chg="mod">
          <ac:chgData name="Nguyen Long" userId="e4e93a65-ca82-41ec-92c8-0e4fdb0a72ae" providerId="ADAL" clId="{AD3567C4-5CA2-4801-8990-94515F1A8105}" dt="2020-11-29T13:33:45.478" v="3483" actId="1076"/>
          <ac:picMkLst>
            <pc:docMk/>
            <pc:sldMk cId="1458480374" sldId="316"/>
            <ac:picMk id="7" creationId="{D41B004A-A9DF-4255-AE71-D00677D909C4}"/>
          </ac:picMkLst>
        </pc:picChg>
        <pc:picChg chg="mod">
          <ac:chgData name="Nguyen Long" userId="e4e93a65-ca82-41ec-92c8-0e4fdb0a72ae" providerId="ADAL" clId="{AD3567C4-5CA2-4801-8990-94515F1A8105}" dt="2020-11-29T13:33:44.292" v="3482" actId="1076"/>
          <ac:picMkLst>
            <pc:docMk/>
            <pc:sldMk cId="1458480374" sldId="316"/>
            <ac:picMk id="18" creationId="{186D774D-5497-4B6B-896E-471E28AC9EB4}"/>
          </ac:picMkLst>
        </pc:picChg>
        <pc:picChg chg="mod">
          <ac:chgData name="Nguyen Long" userId="e4e93a65-ca82-41ec-92c8-0e4fdb0a72ae" providerId="ADAL" clId="{AD3567C4-5CA2-4801-8990-94515F1A8105}" dt="2020-11-29T13:32:45.952" v="3449" actId="1036"/>
          <ac:picMkLst>
            <pc:docMk/>
            <pc:sldMk cId="1458480374" sldId="316"/>
            <ac:picMk id="20" creationId="{4422F74C-BEC9-40E5-ADAF-01E428286687}"/>
          </ac:picMkLst>
        </pc:picChg>
        <pc:picChg chg="mod">
          <ac:chgData name="Nguyen Long" userId="e4e93a65-ca82-41ec-92c8-0e4fdb0a72ae" providerId="ADAL" clId="{AD3567C4-5CA2-4801-8990-94515F1A8105}" dt="2020-11-29T13:32:45.952" v="3449" actId="1036"/>
          <ac:picMkLst>
            <pc:docMk/>
            <pc:sldMk cId="1458480374" sldId="316"/>
            <ac:picMk id="31" creationId="{4649AA86-EC69-4E5A-9275-57F8FA8167CD}"/>
          </ac:picMkLst>
        </pc:picChg>
        <pc:picChg chg="mod">
          <ac:chgData name="Nguyen Long" userId="e4e93a65-ca82-41ec-92c8-0e4fdb0a72ae" providerId="ADAL" clId="{AD3567C4-5CA2-4801-8990-94515F1A8105}" dt="2020-11-29T13:32:45.952" v="3449" actId="1036"/>
          <ac:picMkLst>
            <pc:docMk/>
            <pc:sldMk cId="1458480374" sldId="316"/>
            <ac:picMk id="33" creationId="{5CCF45DA-F504-496D-B3CD-1D7A511E4C5A}"/>
          </ac:picMkLst>
        </pc:picChg>
      </pc:sldChg>
      <pc:sldChg chg="modSp mod">
        <pc:chgData name="Nguyen Long" userId="e4e93a65-ca82-41ec-92c8-0e4fdb0a72ae" providerId="ADAL" clId="{AD3567C4-5CA2-4801-8990-94515F1A8105}" dt="2020-11-26T01:16:21.609" v="1051"/>
        <pc:sldMkLst>
          <pc:docMk/>
          <pc:sldMk cId="391946227" sldId="318"/>
        </pc:sldMkLst>
        <pc:spChg chg="mod">
          <ac:chgData name="Nguyen Long" userId="e4e93a65-ca82-41ec-92c8-0e4fdb0a72ae" providerId="ADAL" clId="{AD3567C4-5CA2-4801-8990-94515F1A8105}" dt="2020-11-26T01:16:21.609" v="1051"/>
          <ac:spMkLst>
            <pc:docMk/>
            <pc:sldMk cId="391946227" sldId="318"/>
            <ac:spMk id="3" creationId="{62A79EAC-0BC8-4DF7-B963-899AA7EF67BA}"/>
          </ac:spMkLst>
        </pc:spChg>
      </pc:sldChg>
      <pc:sldChg chg="addSp modSp mod modAnim">
        <pc:chgData name="Nguyen Long" userId="e4e93a65-ca82-41ec-92c8-0e4fdb0a72ae" providerId="ADAL" clId="{AD3567C4-5CA2-4801-8990-94515F1A8105}" dt="2020-11-25T09:02:43.206" v="544" actId="20577"/>
        <pc:sldMkLst>
          <pc:docMk/>
          <pc:sldMk cId="3411714074" sldId="319"/>
        </pc:sldMkLst>
        <pc:spChg chg="add mod">
          <ac:chgData name="Nguyen Long" userId="e4e93a65-ca82-41ec-92c8-0e4fdb0a72ae" providerId="ADAL" clId="{AD3567C4-5CA2-4801-8990-94515F1A8105}" dt="2020-11-25T07:50:56.614" v="127" actId="120"/>
          <ac:spMkLst>
            <pc:docMk/>
            <pc:sldMk cId="3411714074" sldId="319"/>
            <ac:spMk id="12" creationId="{AC578342-081D-42BB-BFEF-BDC16F1950FB}"/>
          </ac:spMkLst>
        </pc:spChg>
        <pc:spChg chg="add mod">
          <ac:chgData name="Nguyen Long" userId="e4e93a65-ca82-41ec-92c8-0e4fdb0a72ae" providerId="ADAL" clId="{AD3567C4-5CA2-4801-8990-94515F1A8105}" dt="2020-11-25T07:51:10.613" v="130" actId="14100"/>
          <ac:spMkLst>
            <pc:docMk/>
            <pc:sldMk cId="3411714074" sldId="319"/>
            <ac:spMk id="17" creationId="{0C4E772F-CE25-4948-9E65-8577A8322582}"/>
          </ac:spMkLst>
        </pc:spChg>
        <pc:spChg chg="add mod">
          <ac:chgData name="Nguyen Long" userId="e4e93a65-ca82-41ec-92c8-0e4fdb0a72ae" providerId="ADAL" clId="{AD3567C4-5CA2-4801-8990-94515F1A8105}" dt="2020-11-25T07:51:16.298" v="134" actId="1038"/>
          <ac:spMkLst>
            <pc:docMk/>
            <pc:sldMk cId="3411714074" sldId="319"/>
            <ac:spMk id="18" creationId="{201F709E-DB9D-4C77-9A91-947051D3521A}"/>
          </ac:spMkLst>
        </pc:spChg>
        <pc:spChg chg="mod">
          <ac:chgData name="Nguyen Long" userId="e4e93a65-ca82-41ec-92c8-0e4fdb0a72ae" providerId="ADAL" clId="{AD3567C4-5CA2-4801-8990-94515F1A8105}" dt="2020-11-25T09:02:43.206" v="544" actId="20577"/>
          <ac:spMkLst>
            <pc:docMk/>
            <pc:sldMk cId="3411714074" sldId="319"/>
            <ac:spMk id="29" creationId="{3B44278A-8FC8-4EFB-A5FC-1EB70F6E7976}"/>
          </ac:spMkLst>
        </pc:spChg>
        <pc:spChg chg="mod">
          <ac:chgData name="Nguyen Long" userId="e4e93a65-ca82-41ec-92c8-0e4fdb0a72ae" providerId="ADAL" clId="{AD3567C4-5CA2-4801-8990-94515F1A8105}" dt="2020-11-25T07:52:54.712" v="184" actId="1076"/>
          <ac:spMkLst>
            <pc:docMk/>
            <pc:sldMk cId="3411714074" sldId="319"/>
            <ac:spMk id="32" creationId="{A6B8F88C-7D92-4F61-8661-8BEAD3E3F00B}"/>
          </ac:spMkLst>
        </pc:spChg>
        <pc:spChg chg="mod">
          <ac:chgData name="Nguyen Long" userId="e4e93a65-ca82-41ec-92c8-0e4fdb0a72ae" providerId="ADAL" clId="{AD3567C4-5CA2-4801-8990-94515F1A8105}" dt="2020-11-25T07:51:59.602" v="175" actId="14100"/>
          <ac:spMkLst>
            <pc:docMk/>
            <pc:sldMk cId="3411714074" sldId="319"/>
            <ac:spMk id="33" creationId="{3A3AAA66-0545-49C3-9AE0-F2FED0C0296A}"/>
          </ac:spMkLst>
        </pc:spChg>
        <pc:spChg chg="mod">
          <ac:chgData name="Nguyen Long" userId="e4e93a65-ca82-41ec-92c8-0e4fdb0a72ae" providerId="ADAL" clId="{AD3567C4-5CA2-4801-8990-94515F1A8105}" dt="2020-11-25T07:52:04.138" v="176" actId="14100"/>
          <ac:spMkLst>
            <pc:docMk/>
            <pc:sldMk cId="3411714074" sldId="319"/>
            <ac:spMk id="34" creationId="{00756D08-080E-49D7-82BC-539663F6B47A}"/>
          </ac:spMkLst>
        </pc:spChg>
        <pc:grpChg chg="add mod">
          <ac:chgData name="Nguyen Long" userId="e4e93a65-ca82-41ec-92c8-0e4fdb0a72ae" providerId="ADAL" clId="{AD3567C4-5CA2-4801-8990-94515F1A8105}" dt="2020-11-25T07:50:19.532" v="122" actId="164"/>
          <ac:grpSpMkLst>
            <pc:docMk/>
            <pc:sldMk cId="3411714074" sldId="319"/>
            <ac:grpSpMk id="25" creationId="{52800EC8-67D8-42E4-AD95-3ACA92B485E1}"/>
          </ac:grpSpMkLst>
        </pc:grpChg>
        <pc:grpChg chg="add mod">
          <ac:chgData name="Nguyen Long" userId="e4e93a65-ca82-41ec-92c8-0e4fdb0a72ae" providerId="ADAL" clId="{AD3567C4-5CA2-4801-8990-94515F1A8105}" dt="2020-11-25T07:51:46.517" v="168" actId="1076"/>
          <ac:grpSpMkLst>
            <pc:docMk/>
            <pc:sldMk cId="3411714074" sldId="319"/>
            <ac:grpSpMk id="31" creationId="{055B7BEC-774D-4879-B116-21E453721387}"/>
          </ac:grpSpMkLst>
        </pc:grpChg>
        <pc:picChg chg="add mod">
          <ac:chgData name="Nguyen Long" userId="e4e93a65-ca82-41ec-92c8-0e4fdb0a72ae" providerId="ADAL" clId="{AD3567C4-5CA2-4801-8990-94515F1A8105}" dt="2020-11-25T07:45:43.160" v="19" actId="1076"/>
          <ac:picMkLst>
            <pc:docMk/>
            <pc:sldMk cId="3411714074" sldId="319"/>
            <ac:picMk id="4" creationId="{255DA448-BCE2-4700-852A-7AA83905CF79}"/>
          </ac:picMkLst>
        </pc:picChg>
        <pc:picChg chg="add mod">
          <ac:chgData name="Nguyen Long" userId="e4e93a65-ca82-41ec-92c8-0e4fdb0a72ae" providerId="ADAL" clId="{AD3567C4-5CA2-4801-8990-94515F1A8105}" dt="2020-11-25T07:45:44.748" v="20" actId="1076"/>
          <ac:picMkLst>
            <pc:docMk/>
            <pc:sldMk cId="3411714074" sldId="319"/>
            <ac:picMk id="7" creationId="{74C0A6BE-A6F8-4BF8-BDD1-245F72A39211}"/>
          </ac:picMkLst>
        </pc:picChg>
        <pc:picChg chg="add mod">
          <ac:chgData name="Nguyen Long" userId="e4e93a65-ca82-41ec-92c8-0e4fdb0a72ae" providerId="ADAL" clId="{AD3567C4-5CA2-4801-8990-94515F1A8105}" dt="2020-11-25T07:45:49.905" v="21" actId="1076"/>
          <ac:picMkLst>
            <pc:docMk/>
            <pc:sldMk cId="3411714074" sldId="319"/>
            <ac:picMk id="9" creationId="{6249EB67-F0AE-4CA6-BBCC-6C89070F501F}"/>
          </ac:picMkLst>
        </pc:picChg>
        <pc:picChg chg="add mod">
          <ac:chgData name="Nguyen Long" userId="e4e93a65-ca82-41ec-92c8-0e4fdb0a72ae" providerId="ADAL" clId="{AD3567C4-5CA2-4801-8990-94515F1A8105}" dt="2020-11-25T07:47:32.891" v="41" actId="1076"/>
          <ac:picMkLst>
            <pc:docMk/>
            <pc:sldMk cId="3411714074" sldId="319"/>
            <ac:picMk id="13" creationId="{6E61C807-B931-454E-B09C-3C9BDAFEB081}"/>
          </ac:picMkLst>
        </pc:picChg>
        <pc:picChg chg="add mod">
          <ac:chgData name="Nguyen Long" userId="e4e93a65-ca82-41ec-92c8-0e4fdb0a72ae" providerId="ADAL" clId="{AD3567C4-5CA2-4801-8990-94515F1A8105}" dt="2020-11-25T07:50:02.032" v="120" actId="1076"/>
          <ac:picMkLst>
            <pc:docMk/>
            <pc:sldMk cId="3411714074" sldId="319"/>
            <ac:picMk id="15" creationId="{9CD749F1-BA1A-4B41-BB58-758B01842282}"/>
          </ac:picMkLst>
        </pc:picChg>
        <pc:cxnChg chg="add mod">
          <ac:chgData name="Nguyen Long" userId="e4e93a65-ca82-41ec-92c8-0e4fdb0a72ae" providerId="ADAL" clId="{AD3567C4-5CA2-4801-8990-94515F1A8105}" dt="2020-11-25T07:51:16.298" v="134" actId="1038"/>
          <ac:cxnSpMkLst>
            <pc:docMk/>
            <pc:sldMk cId="3411714074" sldId="319"/>
            <ac:cxnSpMk id="19" creationId="{9E4EDF20-4343-4D9A-B28B-A9C710A20D4F}"/>
          </ac:cxnSpMkLst>
        </pc:cxnChg>
        <pc:cxnChg chg="add mod">
          <ac:chgData name="Nguyen Long" userId="e4e93a65-ca82-41ec-92c8-0e4fdb0a72ae" providerId="ADAL" clId="{AD3567C4-5CA2-4801-8990-94515F1A8105}" dt="2020-11-25T07:51:10.613" v="130" actId="14100"/>
          <ac:cxnSpMkLst>
            <pc:docMk/>
            <pc:sldMk cId="3411714074" sldId="319"/>
            <ac:cxnSpMk id="21" creationId="{1AE3B35F-3B91-4930-AE2C-54BE7367D788}"/>
          </ac:cxnSpMkLst>
        </pc:cxnChg>
        <pc:cxnChg chg="mod">
          <ac:chgData name="Nguyen Long" userId="e4e93a65-ca82-41ec-92c8-0e4fdb0a72ae" providerId="ADAL" clId="{AD3567C4-5CA2-4801-8990-94515F1A8105}" dt="2020-11-25T07:52:54.712" v="184" actId="1076"/>
          <ac:cxnSpMkLst>
            <pc:docMk/>
            <pc:sldMk cId="3411714074" sldId="319"/>
            <ac:cxnSpMk id="35" creationId="{7CD809B4-7E72-4DE8-9550-7774CCBC60E7}"/>
          </ac:cxnSpMkLst>
        </pc:cxnChg>
        <pc:cxnChg chg="mod">
          <ac:chgData name="Nguyen Long" userId="e4e93a65-ca82-41ec-92c8-0e4fdb0a72ae" providerId="ADAL" clId="{AD3567C4-5CA2-4801-8990-94515F1A8105}" dt="2020-11-25T07:52:54.712" v="184" actId="1076"/>
          <ac:cxnSpMkLst>
            <pc:docMk/>
            <pc:sldMk cId="3411714074" sldId="319"/>
            <ac:cxnSpMk id="36" creationId="{CEC4C81C-D1ED-4203-BC1A-887826210C50}"/>
          </ac:cxnSpMkLst>
        </pc:cxnChg>
      </pc:sldChg>
      <pc:sldChg chg="addSp delSp modSp mod delAnim modAnim">
        <pc:chgData name="Nguyen Long" userId="e4e93a65-ca82-41ec-92c8-0e4fdb0a72ae" providerId="ADAL" clId="{AD3567C4-5CA2-4801-8990-94515F1A8105}" dt="2020-11-29T13:48:04.810" v="3508" actId="478"/>
        <pc:sldMkLst>
          <pc:docMk/>
          <pc:sldMk cId="2190611551" sldId="320"/>
        </pc:sldMkLst>
        <pc:spChg chg="mod">
          <ac:chgData name="Nguyen Long" userId="e4e93a65-ca82-41ec-92c8-0e4fdb0a72ae" providerId="ADAL" clId="{AD3567C4-5CA2-4801-8990-94515F1A8105}" dt="2020-11-25T07:55:23.372" v="192"/>
          <ac:spMkLst>
            <pc:docMk/>
            <pc:sldMk cId="2190611551" sldId="32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08:00:24.715" v="227" actId="478"/>
          <ac:spMkLst>
            <pc:docMk/>
            <pc:sldMk cId="2190611551" sldId="320"/>
            <ac:spMk id="7" creationId="{EF8E4B1A-AFA7-4744-BF76-BCF122D35AD2}"/>
          </ac:spMkLst>
        </pc:spChg>
        <pc:spChg chg="mod topLvl">
          <ac:chgData name="Nguyen Long" userId="e4e93a65-ca82-41ec-92c8-0e4fdb0a72ae" providerId="ADAL" clId="{AD3567C4-5CA2-4801-8990-94515F1A8105}" dt="2020-11-25T08:05:54.418" v="321" actId="1582"/>
          <ac:spMkLst>
            <pc:docMk/>
            <pc:sldMk cId="2190611551" sldId="320"/>
            <ac:spMk id="22" creationId="{54F329D4-6C57-4ADB-8F52-2211E0F16B8D}"/>
          </ac:spMkLst>
        </pc:spChg>
        <pc:spChg chg="del mod">
          <ac:chgData name="Nguyen Long" userId="e4e93a65-ca82-41ec-92c8-0e4fdb0a72ae" providerId="ADAL" clId="{AD3567C4-5CA2-4801-8990-94515F1A8105}" dt="2020-11-25T08:04:37.713" v="290" actId="478"/>
          <ac:spMkLst>
            <pc:docMk/>
            <pc:sldMk cId="2190611551" sldId="320"/>
            <ac:spMk id="23" creationId="{E1869E9C-F5FB-4722-B01A-930759EBA9F9}"/>
          </ac:spMkLst>
        </pc:spChg>
        <pc:spChg chg="mod">
          <ac:chgData name="Nguyen Long" userId="e4e93a65-ca82-41ec-92c8-0e4fdb0a72ae" providerId="ADAL" clId="{AD3567C4-5CA2-4801-8990-94515F1A8105}" dt="2020-11-25T07:55:53.124" v="193"/>
          <ac:spMkLst>
            <pc:docMk/>
            <pc:sldMk cId="2190611551" sldId="320"/>
            <ac:spMk id="29" creationId="{3B44278A-8FC8-4EFB-A5FC-1EB70F6E7976}"/>
          </ac:spMkLst>
        </pc:spChg>
        <pc:grpChg chg="add del mod">
          <ac:chgData name="Nguyen Long" userId="e4e93a65-ca82-41ec-92c8-0e4fdb0a72ae" providerId="ADAL" clId="{AD3567C4-5CA2-4801-8990-94515F1A8105}" dt="2020-11-25T08:05:01.354" v="293" actId="478"/>
          <ac:grpSpMkLst>
            <pc:docMk/>
            <pc:sldMk cId="2190611551" sldId="320"/>
            <ac:grpSpMk id="20" creationId="{F4CCCD1B-E9EA-45AD-A756-7DB97ED548FD}"/>
          </ac:grpSpMkLst>
        </pc:grpChg>
        <pc:grpChg chg="del mod">
          <ac:chgData name="Nguyen Long" userId="e4e93a65-ca82-41ec-92c8-0e4fdb0a72ae" providerId="ADAL" clId="{AD3567C4-5CA2-4801-8990-94515F1A8105}" dt="2020-11-25T08:04:37.713" v="290" actId="478"/>
          <ac:grpSpMkLst>
            <pc:docMk/>
            <pc:sldMk cId="2190611551" sldId="320"/>
            <ac:grpSpMk id="21" creationId="{DB930DE9-BB71-451A-BE7F-EF1D83B5A150}"/>
          </ac:grpSpMkLst>
        </pc:grpChg>
        <pc:grpChg chg="add mod">
          <ac:chgData name="Nguyen Long" userId="e4e93a65-ca82-41ec-92c8-0e4fdb0a72ae" providerId="ADAL" clId="{AD3567C4-5CA2-4801-8990-94515F1A8105}" dt="2020-11-25T08:05:40.856" v="317" actId="164"/>
          <ac:grpSpMkLst>
            <pc:docMk/>
            <pc:sldMk cId="2190611551" sldId="320"/>
            <ac:grpSpMk id="28" creationId="{C64A2FEF-75C5-4C26-90C0-BA0EF2CA52EC}"/>
          </ac:grpSpMkLst>
        </pc:grpChg>
        <pc:picChg chg="add mod modCrop">
          <ac:chgData name="Nguyen Long" userId="e4e93a65-ca82-41ec-92c8-0e4fdb0a72ae" providerId="ADAL" clId="{AD3567C4-5CA2-4801-8990-94515F1A8105}" dt="2020-11-25T08:02:53.110" v="278" actId="732"/>
          <ac:picMkLst>
            <pc:docMk/>
            <pc:sldMk cId="2190611551" sldId="320"/>
            <ac:picMk id="8" creationId="{F93B430B-7F0D-494D-8907-A9B91365919E}"/>
          </ac:picMkLst>
        </pc:picChg>
        <pc:picChg chg="add del mod">
          <ac:chgData name="Nguyen Long" userId="e4e93a65-ca82-41ec-92c8-0e4fdb0a72ae" providerId="ADAL" clId="{AD3567C4-5CA2-4801-8990-94515F1A8105}" dt="2020-11-25T08:03:17.264" v="279" actId="478"/>
          <ac:picMkLst>
            <pc:docMk/>
            <pc:sldMk cId="2190611551" sldId="320"/>
            <ac:picMk id="10" creationId="{AE284749-662E-49F7-ACD4-675F3B550B74}"/>
          </ac:picMkLst>
        </pc:picChg>
        <pc:picChg chg="add mod">
          <ac:chgData name="Nguyen Long" userId="e4e93a65-ca82-41ec-92c8-0e4fdb0a72ae" providerId="ADAL" clId="{AD3567C4-5CA2-4801-8990-94515F1A8105}" dt="2020-11-25T08:03:34.523" v="284" actId="1076"/>
          <ac:picMkLst>
            <pc:docMk/>
            <pc:sldMk cId="2190611551" sldId="320"/>
            <ac:picMk id="12" creationId="{BFA8C061-FF09-4FA0-BCD6-0A8B385C8B27}"/>
          </ac:picMkLst>
        </pc:picChg>
        <pc:picChg chg="add mod">
          <ac:chgData name="Nguyen Long" userId="e4e93a65-ca82-41ec-92c8-0e4fdb0a72ae" providerId="ADAL" clId="{AD3567C4-5CA2-4801-8990-94515F1A8105}" dt="2020-11-25T08:03:32.136" v="283" actId="1076"/>
          <ac:picMkLst>
            <pc:docMk/>
            <pc:sldMk cId="2190611551" sldId="320"/>
            <ac:picMk id="14" creationId="{9C74A574-30A2-4DE2-9E84-2B7192AF5537}"/>
          </ac:picMkLst>
        </pc:picChg>
        <pc:picChg chg="add mod">
          <ac:chgData name="Nguyen Long" userId="e4e93a65-ca82-41ec-92c8-0e4fdb0a72ae" providerId="ADAL" clId="{AD3567C4-5CA2-4801-8990-94515F1A8105}" dt="2020-11-25T08:03:21.545" v="281" actId="1076"/>
          <ac:picMkLst>
            <pc:docMk/>
            <pc:sldMk cId="2190611551" sldId="320"/>
            <ac:picMk id="16" creationId="{E69D6B41-5EA6-4B43-A1E3-12EF372AE3C0}"/>
          </ac:picMkLst>
        </pc:picChg>
        <pc:picChg chg="add mod">
          <ac:chgData name="Nguyen Long" userId="e4e93a65-ca82-41ec-92c8-0e4fdb0a72ae" providerId="ADAL" clId="{AD3567C4-5CA2-4801-8990-94515F1A8105}" dt="2020-11-25T08:05:54.418" v="321" actId="1582"/>
          <ac:picMkLst>
            <pc:docMk/>
            <pc:sldMk cId="2190611551" sldId="320"/>
            <ac:picMk id="18" creationId="{455F8E4F-266E-404C-8644-B0A2BF94F5C1}"/>
          </ac:picMkLst>
        </pc:picChg>
        <pc:picChg chg="add del mod">
          <ac:chgData name="Nguyen Long" userId="e4e93a65-ca82-41ec-92c8-0e4fdb0a72ae" providerId="ADAL" clId="{AD3567C4-5CA2-4801-8990-94515F1A8105}" dt="2020-11-29T13:48:04.810" v="3508" actId="478"/>
          <ac:picMkLst>
            <pc:docMk/>
            <pc:sldMk cId="2190611551" sldId="320"/>
            <ac:picMk id="31" creationId="{C3993CA1-7BF6-417D-84AA-E87DD054EE98}"/>
          </ac:picMkLst>
        </pc:picChg>
        <pc:cxnChg chg="del mod topLvl">
          <ac:chgData name="Nguyen Long" userId="e4e93a65-ca82-41ec-92c8-0e4fdb0a72ae" providerId="ADAL" clId="{AD3567C4-5CA2-4801-8990-94515F1A8105}" dt="2020-11-25T08:05:01.354" v="293" actId="478"/>
          <ac:cxnSpMkLst>
            <pc:docMk/>
            <pc:sldMk cId="2190611551" sldId="320"/>
            <ac:cxnSpMk id="24" creationId="{2D4E737B-8342-46DF-B805-B1D86645B13C}"/>
          </ac:cxnSpMkLst>
        </pc:cxnChg>
        <pc:cxnChg chg="add mod">
          <ac:chgData name="Nguyen Long" userId="e4e93a65-ca82-41ec-92c8-0e4fdb0a72ae" providerId="ADAL" clId="{AD3567C4-5CA2-4801-8990-94515F1A8105}" dt="2020-11-25T08:05:54.418" v="321" actId="1582"/>
          <ac:cxnSpMkLst>
            <pc:docMk/>
            <pc:sldMk cId="2190611551" sldId="320"/>
            <ac:cxnSpMk id="25" creationId="{BDEA6A8A-3A39-40A3-9323-7C04AE8E30C5}"/>
          </ac:cxnSpMkLst>
        </pc:cxnChg>
      </pc:sldChg>
      <pc:sldChg chg="addSp delSp modSp mod modAnim">
        <pc:chgData name="Nguyen Long" userId="e4e93a65-ca82-41ec-92c8-0e4fdb0a72ae" providerId="ADAL" clId="{AD3567C4-5CA2-4801-8990-94515F1A8105}" dt="2020-11-25T08:36:51.028" v="422" actId="1076"/>
        <pc:sldMkLst>
          <pc:docMk/>
          <pc:sldMk cId="3969836493" sldId="321"/>
        </pc:sldMkLst>
        <pc:spChg chg="del">
          <ac:chgData name="Nguyen Long" userId="e4e93a65-ca82-41ec-92c8-0e4fdb0a72ae" providerId="ADAL" clId="{AD3567C4-5CA2-4801-8990-94515F1A8105}" dt="2020-11-25T08:15:42.901" v="330" actId="478"/>
          <ac:spMkLst>
            <pc:docMk/>
            <pc:sldMk cId="3969836493" sldId="321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08:15:45.839" v="331" actId="478"/>
          <ac:spMkLst>
            <pc:docMk/>
            <pc:sldMk cId="3969836493" sldId="321"/>
            <ac:spMk id="6" creationId="{DDD3778E-EDA4-47D7-BE8E-C4C81E50E3B2}"/>
          </ac:spMkLst>
        </pc:spChg>
        <pc:spChg chg="mod ord">
          <ac:chgData name="Nguyen Long" userId="e4e93a65-ca82-41ec-92c8-0e4fdb0a72ae" providerId="ADAL" clId="{AD3567C4-5CA2-4801-8990-94515F1A8105}" dt="2020-11-25T08:30:10.943" v="408" actId="1076"/>
          <ac:spMkLst>
            <pc:docMk/>
            <pc:sldMk cId="3969836493" sldId="321"/>
            <ac:spMk id="29" creationId="{3B44278A-8FC8-4EFB-A5FC-1EB70F6E7976}"/>
          </ac:spMkLst>
        </pc:spChg>
        <pc:picChg chg="add del mod">
          <ac:chgData name="Nguyen Long" userId="e4e93a65-ca82-41ec-92c8-0e4fdb0a72ae" providerId="ADAL" clId="{AD3567C4-5CA2-4801-8990-94515F1A8105}" dt="2020-11-25T08:16:11.909" v="337" actId="478"/>
          <ac:picMkLst>
            <pc:docMk/>
            <pc:sldMk cId="3969836493" sldId="321"/>
            <ac:picMk id="8" creationId="{EAE9BD9D-2EB7-46BA-AEB7-E31B74BDF99F}"/>
          </ac:picMkLst>
        </pc:picChg>
        <pc:picChg chg="add mod">
          <ac:chgData name="Nguyen Long" userId="e4e93a65-ca82-41ec-92c8-0e4fdb0a72ae" providerId="ADAL" clId="{AD3567C4-5CA2-4801-8990-94515F1A8105}" dt="2020-11-25T08:36:31.399" v="416" actId="1076"/>
          <ac:picMkLst>
            <pc:docMk/>
            <pc:sldMk cId="3969836493" sldId="321"/>
            <ac:picMk id="10" creationId="{AA058610-E3A2-4338-A414-3502C21949BB}"/>
          </ac:picMkLst>
        </pc:picChg>
        <pc:picChg chg="add mod">
          <ac:chgData name="Nguyen Long" userId="e4e93a65-ca82-41ec-92c8-0e4fdb0a72ae" providerId="ADAL" clId="{AD3567C4-5CA2-4801-8990-94515F1A8105}" dt="2020-11-25T08:36:26.843" v="414" actId="1076"/>
          <ac:picMkLst>
            <pc:docMk/>
            <pc:sldMk cId="3969836493" sldId="321"/>
            <ac:picMk id="12" creationId="{640DD497-F27C-4EF3-8A00-8CAA4B392B22}"/>
          </ac:picMkLst>
        </pc:picChg>
        <pc:picChg chg="add mod">
          <ac:chgData name="Nguyen Long" userId="e4e93a65-ca82-41ec-92c8-0e4fdb0a72ae" providerId="ADAL" clId="{AD3567C4-5CA2-4801-8990-94515F1A8105}" dt="2020-11-25T08:36:51.028" v="422" actId="1076"/>
          <ac:picMkLst>
            <pc:docMk/>
            <pc:sldMk cId="3969836493" sldId="321"/>
            <ac:picMk id="14" creationId="{0DAC4CB8-42D1-4DD7-AA51-34C9288C1A77}"/>
          </ac:picMkLst>
        </pc:picChg>
        <pc:picChg chg="add mod">
          <ac:chgData name="Nguyen Long" userId="e4e93a65-ca82-41ec-92c8-0e4fdb0a72ae" providerId="ADAL" clId="{AD3567C4-5CA2-4801-8990-94515F1A8105}" dt="2020-11-25T08:36:48.688" v="421" actId="1076"/>
          <ac:picMkLst>
            <pc:docMk/>
            <pc:sldMk cId="3969836493" sldId="321"/>
            <ac:picMk id="16" creationId="{995B4774-45D0-4C04-BD2F-FFC7EAC59E1C}"/>
          </ac:picMkLst>
        </pc:picChg>
      </pc:sldChg>
      <pc:sldChg chg="addSp delSp modSp mod modAnim">
        <pc:chgData name="Nguyen Long" userId="e4e93a65-ca82-41ec-92c8-0e4fdb0a72ae" providerId="ADAL" clId="{AD3567C4-5CA2-4801-8990-94515F1A8105}" dt="2020-11-25T09:01:49.302" v="543"/>
        <pc:sldMkLst>
          <pc:docMk/>
          <pc:sldMk cId="2579293052" sldId="322"/>
        </pc:sldMkLst>
        <pc:spChg chg="del">
          <ac:chgData name="Nguyen Long" userId="e4e93a65-ca82-41ec-92c8-0e4fdb0a72ae" providerId="ADAL" clId="{AD3567C4-5CA2-4801-8990-94515F1A8105}" dt="2020-11-25T08:53:28.326" v="423" actId="478"/>
          <ac:spMkLst>
            <pc:docMk/>
            <pc:sldMk cId="2579293052" sldId="322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08:53:30.427" v="424" actId="478"/>
          <ac:spMkLst>
            <pc:docMk/>
            <pc:sldMk cId="2579293052" sldId="322"/>
            <ac:spMk id="6" creationId="{BD037365-0842-44FB-BD6D-635097D6DC00}"/>
          </ac:spMkLst>
        </pc:spChg>
        <pc:spChg chg="add mod">
          <ac:chgData name="Nguyen Long" userId="e4e93a65-ca82-41ec-92c8-0e4fdb0a72ae" providerId="ADAL" clId="{AD3567C4-5CA2-4801-8990-94515F1A8105}" dt="2020-11-25T08:59:14.760" v="490" actId="113"/>
          <ac:spMkLst>
            <pc:docMk/>
            <pc:sldMk cId="2579293052" sldId="322"/>
            <ac:spMk id="21" creationId="{87366330-DA78-4412-8BEA-ECDDC7B07591}"/>
          </ac:spMkLst>
        </pc:spChg>
        <pc:spChg chg="del">
          <ac:chgData name="Nguyen Long" userId="e4e93a65-ca82-41ec-92c8-0e4fdb0a72ae" providerId="ADAL" clId="{AD3567C4-5CA2-4801-8990-94515F1A8105}" dt="2020-11-25T08:54:10.492" v="425" actId="478"/>
          <ac:spMkLst>
            <pc:docMk/>
            <pc:sldMk cId="2579293052" sldId="322"/>
            <ac:spMk id="29" creationId="{3B44278A-8FC8-4EFB-A5FC-1EB70F6E7976}"/>
          </ac:spMkLst>
        </pc:spChg>
        <pc:picChg chg="add del mod">
          <ac:chgData name="Nguyen Long" userId="e4e93a65-ca82-41ec-92c8-0e4fdb0a72ae" providerId="ADAL" clId="{AD3567C4-5CA2-4801-8990-94515F1A8105}" dt="2020-11-25T08:54:55.295" v="431" actId="478"/>
          <ac:picMkLst>
            <pc:docMk/>
            <pc:sldMk cId="2579293052" sldId="322"/>
            <ac:picMk id="8" creationId="{3CAE9BA9-3016-4782-AA06-CD304C87CE7F}"/>
          </ac:picMkLst>
        </pc:picChg>
        <pc:picChg chg="add del mod">
          <ac:chgData name="Nguyen Long" userId="e4e93a65-ca82-41ec-92c8-0e4fdb0a72ae" providerId="ADAL" clId="{AD3567C4-5CA2-4801-8990-94515F1A8105}" dt="2020-11-25T08:54:57.449" v="432" actId="478"/>
          <ac:picMkLst>
            <pc:docMk/>
            <pc:sldMk cId="2579293052" sldId="322"/>
            <ac:picMk id="10" creationId="{350D878B-B6C5-4DB1-9DC7-95A94CA77D24}"/>
          </ac:picMkLst>
        </pc:picChg>
        <pc:picChg chg="add mod">
          <ac:chgData name="Nguyen Long" userId="e4e93a65-ca82-41ec-92c8-0e4fdb0a72ae" providerId="ADAL" clId="{AD3567C4-5CA2-4801-8990-94515F1A8105}" dt="2020-11-25T08:55:10.851" v="434" actId="1076"/>
          <ac:picMkLst>
            <pc:docMk/>
            <pc:sldMk cId="2579293052" sldId="322"/>
            <ac:picMk id="12" creationId="{A164542A-5FE2-4326-AA24-07B8BBB09882}"/>
          </ac:picMkLst>
        </pc:picChg>
        <pc:picChg chg="add mod">
          <ac:chgData name="Nguyen Long" userId="e4e93a65-ca82-41ec-92c8-0e4fdb0a72ae" providerId="ADAL" clId="{AD3567C4-5CA2-4801-8990-94515F1A8105}" dt="2020-11-25T08:55:23.691" v="436" actId="1076"/>
          <ac:picMkLst>
            <pc:docMk/>
            <pc:sldMk cId="2579293052" sldId="322"/>
            <ac:picMk id="14" creationId="{F5A4FB4B-2EEC-44D8-B2D4-1721132DBB67}"/>
          </ac:picMkLst>
        </pc:picChg>
        <pc:picChg chg="add mod">
          <ac:chgData name="Nguyen Long" userId="e4e93a65-ca82-41ec-92c8-0e4fdb0a72ae" providerId="ADAL" clId="{AD3567C4-5CA2-4801-8990-94515F1A8105}" dt="2020-11-25T09:00:54.038" v="530" actId="1037"/>
          <ac:picMkLst>
            <pc:docMk/>
            <pc:sldMk cId="2579293052" sldId="322"/>
            <ac:picMk id="16" creationId="{61F87314-BD8D-4813-AD07-A2A2205FD352}"/>
          </ac:picMkLst>
        </pc:picChg>
        <pc:picChg chg="add mod">
          <ac:chgData name="Nguyen Long" userId="e4e93a65-ca82-41ec-92c8-0e4fdb0a72ae" providerId="ADAL" clId="{AD3567C4-5CA2-4801-8990-94515F1A8105}" dt="2020-11-25T09:00:59.152" v="531" actId="1076"/>
          <ac:picMkLst>
            <pc:docMk/>
            <pc:sldMk cId="2579293052" sldId="322"/>
            <ac:picMk id="18" creationId="{07613B30-D823-4F33-AE16-DEC77C7C4078}"/>
          </ac:picMkLst>
        </pc:picChg>
        <pc:picChg chg="add mod">
          <ac:chgData name="Nguyen Long" userId="e4e93a65-ca82-41ec-92c8-0e4fdb0a72ae" providerId="ADAL" clId="{AD3567C4-5CA2-4801-8990-94515F1A8105}" dt="2020-11-25T09:01:13.310" v="537" actId="208"/>
          <ac:picMkLst>
            <pc:docMk/>
            <pc:sldMk cId="2579293052" sldId="322"/>
            <ac:picMk id="22" creationId="{6644E5E9-2998-4435-9A0D-A201C62ED6C4}"/>
          </ac:picMkLst>
        </pc:picChg>
      </pc:sldChg>
      <pc:sldChg chg="addSp delSp modSp mod modAnim">
        <pc:chgData name="Nguyen Long" userId="e4e93a65-ca82-41ec-92c8-0e4fdb0a72ae" providerId="ADAL" clId="{AD3567C4-5CA2-4801-8990-94515F1A8105}" dt="2020-11-29T13:58:29.853" v="3551"/>
        <pc:sldMkLst>
          <pc:docMk/>
          <pc:sldMk cId="3246617614" sldId="323"/>
        </pc:sldMkLst>
        <pc:spChg chg="add del">
          <ac:chgData name="Nguyen Long" userId="e4e93a65-ca82-41ec-92c8-0e4fdb0a72ae" providerId="ADAL" clId="{AD3567C4-5CA2-4801-8990-94515F1A8105}" dt="2020-11-25T09:39:34.955" v="545" actId="478"/>
          <ac:spMkLst>
            <pc:docMk/>
            <pc:sldMk cId="3246617614" sldId="323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09:00:28.817" v="499" actId="478"/>
          <ac:spMkLst>
            <pc:docMk/>
            <pc:sldMk cId="3246617614" sldId="323"/>
            <ac:spMk id="6" creationId="{BB71E7F7-F304-4394-94F1-CDF591EB61ED}"/>
          </ac:spMkLst>
        </pc:spChg>
        <pc:spChg chg="add del mod">
          <ac:chgData name="Nguyen Long" userId="e4e93a65-ca82-41ec-92c8-0e4fdb0a72ae" providerId="ADAL" clId="{AD3567C4-5CA2-4801-8990-94515F1A8105}" dt="2020-11-25T09:39:38.906" v="546" actId="478"/>
          <ac:spMkLst>
            <pc:docMk/>
            <pc:sldMk cId="3246617614" sldId="323"/>
            <ac:spMk id="10" creationId="{059E65BB-CC2D-4D37-80F7-97E7192613CD}"/>
          </ac:spMkLst>
        </pc:spChg>
        <pc:spChg chg="add mod">
          <ac:chgData name="Nguyen Long" userId="e4e93a65-ca82-41ec-92c8-0e4fdb0a72ae" providerId="ADAL" clId="{AD3567C4-5CA2-4801-8990-94515F1A8105}" dt="2020-11-29T13:55:59.605" v="3523" actId="1076"/>
          <ac:spMkLst>
            <pc:docMk/>
            <pc:sldMk cId="3246617614" sldId="323"/>
            <ac:spMk id="10" creationId="{A91B3DB7-0129-4F7A-BA05-FF4C8B371E3A}"/>
          </ac:spMkLst>
        </pc:spChg>
        <pc:spChg chg="add mod">
          <ac:chgData name="Nguyen Long" userId="e4e93a65-ca82-41ec-92c8-0e4fdb0a72ae" providerId="ADAL" clId="{AD3567C4-5CA2-4801-8990-94515F1A8105}" dt="2020-11-29T13:57:50.883" v="3537" actId="14100"/>
          <ac:spMkLst>
            <pc:docMk/>
            <pc:sldMk cId="3246617614" sldId="323"/>
            <ac:spMk id="12" creationId="{771CFD23-DBBF-44F3-837D-A9282780180E}"/>
          </ac:spMkLst>
        </pc:spChg>
        <pc:spChg chg="add mod">
          <ac:chgData name="Nguyen Long" userId="e4e93a65-ca82-41ec-92c8-0e4fdb0a72ae" providerId="ADAL" clId="{AD3567C4-5CA2-4801-8990-94515F1A8105}" dt="2020-11-29T13:55:22.516" v="3515" actId="14100"/>
          <ac:spMkLst>
            <pc:docMk/>
            <pc:sldMk cId="3246617614" sldId="323"/>
            <ac:spMk id="13" creationId="{12234218-5811-423C-B093-F7CA3352B908}"/>
          </ac:spMkLst>
        </pc:spChg>
        <pc:spChg chg="add del mod">
          <ac:chgData name="Nguyen Long" userId="e4e93a65-ca82-41ec-92c8-0e4fdb0a72ae" providerId="ADAL" clId="{AD3567C4-5CA2-4801-8990-94515F1A8105}" dt="2020-11-25T09:39:51.964" v="576" actId="1035"/>
          <ac:spMkLst>
            <pc:docMk/>
            <pc:sldMk cId="3246617614" sldId="323"/>
            <ac:spMk id="29" creationId="{3B44278A-8FC8-4EFB-A5FC-1EB70F6E7976}"/>
          </ac:spMkLst>
        </pc:spChg>
        <pc:picChg chg="add del mod">
          <ac:chgData name="Nguyen Long" userId="e4e93a65-ca82-41ec-92c8-0e4fdb0a72ae" providerId="ADAL" clId="{AD3567C4-5CA2-4801-8990-94515F1A8105}" dt="2020-11-25T09:00:27.399" v="497" actId="22"/>
          <ac:picMkLst>
            <pc:docMk/>
            <pc:sldMk cId="3246617614" sldId="323"/>
            <ac:picMk id="8" creationId="{598F8C3E-3150-4085-ABD7-FA2E2D31F54B}"/>
          </ac:picMkLst>
        </pc:picChg>
        <pc:picChg chg="add mod">
          <ac:chgData name="Nguyen Long" userId="e4e93a65-ca82-41ec-92c8-0e4fdb0a72ae" providerId="ADAL" clId="{AD3567C4-5CA2-4801-8990-94515F1A8105}" dt="2020-11-29T13:55:18.397" v="3514" actId="1076"/>
          <ac:picMkLst>
            <pc:docMk/>
            <pc:sldMk cId="3246617614" sldId="323"/>
            <ac:picMk id="14" creationId="{98C70C9D-35ED-4FE9-9E1B-2254FA456312}"/>
          </ac:picMkLst>
        </pc:picChg>
        <pc:picChg chg="add mod">
          <ac:chgData name="Nguyen Long" userId="e4e93a65-ca82-41ec-92c8-0e4fdb0a72ae" providerId="ADAL" clId="{AD3567C4-5CA2-4801-8990-94515F1A8105}" dt="2020-11-29T13:57:04.848" v="3526" actId="1076"/>
          <ac:picMkLst>
            <pc:docMk/>
            <pc:sldMk cId="3246617614" sldId="323"/>
            <ac:picMk id="16" creationId="{6E25781A-23DD-495C-9550-743F5DACD347}"/>
          </ac:picMkLst>
        </pc:picChg>
        <pc:picChg chg="add mod">
          <ac:chgData name="Nguyen Long" userId="e4e93a65-ca82-41ec-92c8-0e4fdb0a72ae" providerId="ADAL" clId="{AD3567C4-5CA2-4801-8990-94515F1A8105}" dt="2020-11-29T13:57:40.706" v="3535" actId="1076"/>
          <ac:picMkLst>
            <pc:docMk/>
            <pc:sldMk cId="3246617614" sldId="323"/>
            <ac:picMk id="18" creationId="{42E6EB9D-445F-4417-BD13-7A03FDC907ED}"/>
          </ac:picMkLst>
        </pc:picChg>
      </pc:sldChg>
      <pc:sldChg chg="addSp delSp modSp mod modAnim">
        <pc:chgData name="Nguyen Long" userId="e4e93a65-ca82-41ec-92c8-0e4fdb0a72ae" providerId="ADAL" clId="{AD3567C4-5CA2-4801-8990-94515F1A8105}" dt="2020-11-25T09:53:00.820" v="616"/>
        <pc:sldMkLst>
          <pc:docMk/>
          <pc:sldMk cId="1812962466" sldId="324"/>
        </pc:sldMkLst>
        <pc:spChg chg="mod">
          <ac:chgData name="Nguyen Long" userId="e4e93a65-ca82-41ec-92c8-0e4fdb0a72ae" providerId="ADAL" clId="{AD3567C4-5CA2-4801-8990-94515F1A8105}" dt="2020-11-25T09:44:03.327" v="592"/>
          <ac:spMkLst>
            <pc:docMk/>
            <pc:sldMk cId="1812962466" sldId="324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5T09:50:59.815" v="596"/>
          <ac:spMkLst>
            <pc:docMk/>
            <pc:sldMk cId="1812962466" sldId="324"/>
            <ac:spMk id="4" creationId="{EFE970DA-31B3-48D7-84D8-E9CFD5B197FD}"/>
          </ac:spMkLst>
        </pc:spChg>
        <pc:spChg chg="del">
          <ac:chgData name="Nguyen Long" userId="e4e93a65-ca82-41ec-92c8-0e4fdb0a72ae" providerId="ADAL" clId="{AD3567C4-5CA2-4801-8990-94515F1A8105}" dt="2020-11-25T09:51:03.727" v="597" actId="478"/>
          <ac:spMkLst>
            <pc:docMk/>
            <pc:sldMk cId="1812962466" sldId="324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5T09:51:54.066" v="604" actId="1076"/>
          <ac:picMkLst>
            <pc:docMk/>
            <pc:sldMk cId="1812962466" sldId="324"/>
            <ac:picMk id="6" creationId="{1E169B25-EA61-409E-A63B-DB9876538BDB}"/>
          </ac:picMkLst>
        </pc:picChg>
        <pc:picChg chg="add mod">
          <ac:chgData name="Nguyen Long" userId="e4e93a65-ca82-41ec-92c8-0e4fdb0a72ae" providerId="ADAL" clId="{AD3567C4-5CA2-4801-8990-94515F1A8105}" dt="2020-11-25T09:52:36.049" v="610" actId="1076"/>
          <ac:picMkLst>
            <pc:docMk/>
            <pc:sldMk cId="1812962466" sldId="324"/>
            <ac:picMk id="8" creationId="{6F7918B4-8E6D-4D18-8FB6-56494879B74D}"/>
          </ac:picMkLst>
        </pc:picChg>
        <pc:picChg chg="add mod">
          <ac:chgData name="Nguyen Long" userId="e4e93a65-ca82-41ec-92c8-0e4fdb0a72ae" providerId="ADAL" clId="{AD3567C4-5CA2-4801-8990-94515F1A8105}" dt="2020-11-25T09:52:47.695" v="612" actId="1076"/>
          <ac:picMkLst>
            <pc:docMk/>
            <pc:sldMk cId="1812962466" sldId="324"/>
            <ac:picMk id="10" creationId="{9EF0854A-EC41-40CB-A0DA-33649F0068F8}"/>
          </ac:picMkLst>
        </pc:picChg>
        <pc:picChg chg="add mod">
          <ac:chgData name="Nguyen Long" userId="e4e93a65-ca82-41ec-92c8-0e4fdb0a72ae" providerId="ADAL" clId="{AD3567C4-5CA2-4801-8990-94515F1A8105}" dt="2020-11-25T09:52:40.054" v="611" actId="1076"/>
          <ac:picMkLst>
            <pc:docMk/>
            <pc:sldMk cId="1812962466" sldId="324"/>
            <ac:picMk id="12" creationId="{4748CA86-969B-48DA-B239-0E3DFE1EFD47}"/>
          </ac:picMkLst>
        </pc:picChg>
      </pc:sldChg>
      <pc:sldChg chg="addSp delSp modSp add mod delAnim modAnim">
        <pc:chgData name="Nguyen Long" userId="e4e93a65-ca82-41ec-92c8-0e4fdb0a72ae" providerId="ADAL" clId="{AD3567C4-5CA2-4801-8990-94515F1A8105}" dt="2020-11-29T14:03:33.119" v="3553"/>
        <pc:sldMkLst>
          <pc:docMk/>
          <pc:sldMk cId="1548158913" sldId="325"/>
        </pc:sldMkLst>
        <pc:spChg chg="mod">
          <ac:chgData name="Nguyen Long" userId="e4e93a65-ca82-41ec-92c8-0e4fdb0a72ae" providerId="ADAL" clId="{AD3567C4-5CA2-4801-8990-94515F1A8105}" dt="2020-11-25T09:54:14.959" v="621"/>
          <ac:spMkLst>
            <pc:docMk/>
            <pc:sldMk cId="1548158913" sldId="325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5T09:54:22.931" v="622"/>
          <ac:spMkLst>
            <pc:docMk/>
            <pc:sldMk cId="1548158913" sldId="325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5T09:58:03.315" v="640" actId="1076"/>
          <ac:spMkLst>
            <pc:docMk/>
            <pc:sldMk cId="1548158913" sldId="325"/>
            <ac:spMk id="19" creationId="{3513522D-8D18-4FBE-8017-3EAA923DBD55}"/>
          </ac:spMkLst>
        </pc:spChg>
        <pc:spChg chg="mod">
          <ac:chgData name="Nguyen Long" userId="e4e93a65-ca82-41ec-92c8-0e4fdb0a72ae" providerId="ADAL" clId="{AD3567C4-5CA2-4801-8990-94515F1A8105}" dt="2020-11-25T09:54:38.998" v="623"/>
          <ac:spMkLst>
            <pc:docMk/>
            <pc:sldMk cId="1548158913" sldId="325"/>
            <ac:spMk id="29" creationId="{3B44278A-8FC8-4EFB-A5FC-1EB70F6E7976}"/>
          </ac:spMkLst>
        </pc:spChg>
        <pc:grpChg chg="del">
          <ac:chgData name="Nguyen Long" userId="e4e93a65-ca82-41ec-92c8-0e4fdb0a72ae" providerId="ADAL" clId="{AD3567C4-5CA2-4801-8990-94515F1A8105}" dt="2020-11-25T09:53:56.951" v="619" actId="478"/>
          <ac:grpSpMkLst>
            <pc:docMk/>
            <pc:sldMk cId="1548158913" sldId="325"/>
            <ac:grpSpMk id="28" creationId="{C64A2FEF-75C5-4C26-90C0-BA0EF2CA52EC}"/>
          </ac:grpSpMkLst>
        </pc:grpChg>
        <pc:picChg chg="add mod">
          <ac:chgData name="Nguyen Long" userId="e4e93a65-ca82-41ec-92c8-0e4fdb0a72ae" providerId="ADAL" clId="{AD3567C4-5CA2-4801-8990-94515F1A8105}" dt="2020-11-25T10:50:39.668" v="656" actId="1036"/>
          <ac:picMkLst>
            <pc:docMk/>
            <pc:sldMk cId="1548158913" sldId="325"/>
            <ac:picMk id="6" creationId="{85F88A35-16B7-42D7-84D6-A74A3E9537E9}"/>
          </ac:picMkLst>
        </pc:picChg>
        <pc:picChg chg="del">
          <ac:chgData name="Nguyen Long" userId="e4e93a65-ca82-41ec-92c8-0e4fdb0a72ae" providerId="ADAL" clId="{AD3567C4-5CA2-4801-8990-94515F1A8105}" dt="2020-11-25T09:53:54.494" v="618" actId="478"/>
          <ac:picMkLst>
            <pc:docMk/>
            <pc:sldMk cId="1548158913" sldId="325"/>
            <ac:picMk id="8" creationId="{F93B430B-7F0D-494D-8907-A9B91365919E}"/>
          </ac:picMkLst>
        </pc:picChg>
        <pc:picChg chg="add del mod">
          <ac:chgData name="Nguyen Long" userId="e4e93a65-ca82-41ec-92c8-0e4fdb0a72ae" providerId="ADAL" clId="{AD3567C4-5CA2-4801-8990-94515F1A8105}" dt="2020-11-25T10:00:20.461" v="643" actId="478"/>
          <ac:picMkLst>
            <pc:docMk/>
            <pc:sldMk cId="1548158913" sldId="325"/>
            <ac:picMk id="10" creationId="{96971F2E-ACEE-46B4-A3EC-101C1C049280}"/>
          </ac:picMkLst>
        </pc:picChg>
        <pc:picChg chg="del">
          <ac:chgData name="Nguyen Long" userId="e4e93a65-ca82-41ec-92c8-0e4fdb0a72ae" providerId="ADAL" clId="{AD3567C4-5CA2-4801-8990-94515F1A8105}" dt="2020-11-25T09:53:54.494" v="618" actId="478"/>
          <ac:picMkLst>
            <pc:docMk/>
            <pc:sldMk cId="1548158913" sldId="325"/>
            <ac:picMk id="12" creationId="{BFA8C061-FF09-4FA0-BCD6-0A8B385C8B27}"/>
          </ac:picMkLst>
        </pc:picChg>
        <pc:picChg chg="add del mod">
          <ac:chgData name="Nguyen Long" userId="e4e93a65-ca82-41ec-92c8-0e4fdb0a72ae" providerId="ADAL" clId="{AD3567C4-5CA2-4801-8990-94515F1A8105}" dt="2020-11-25T10:00:57.180" v="646" actId="478"/>
          <ac:picMkLst>
            <pc:docMk/>
            <pc:sldMk cId="1548158913" sldId="325"/>
            <ac:picMk id="13" creationId="{42F2354B-2F91-4052-BB72-F98B394A2E3C}"/>
          </ac:picMkLst>
        </pc:picChg>
        <pc:picChg chg="del">
          <ac:chgData name="Nguyen Long" userId="e4e93a65-ca82-41ec-92c8-0e4fdb0a72ae" providerId="ADAL" clId="{AD3567C4-5CA2-4801-8990-94515F1A8105}" dt="2020-11-25T09:53:54.494" v="618" actId="478"/>
          <ac:picMkLst>
            <pc:docMk/>
            <pc:sldMk cId="1548158913" sldId="325"/>
            <ac:picMk id="14" creationId="{9C74A574-30A2-4DE2-9E84-2B7192AF5537}"/>
          </ac:picMkLst>
        </pc:picChg>
        <pc:picChg chg="del">
          <ac:chgData name="Nguyen Long" userId="e4e93a65-ca82-41ec-92c8-0e4fdb0a72ae" providerId="ADAL" clId="{AD3567C4-5CA2-4801-8990-94515F1A8105}" dt="2020-11-25T09:53:54.494" v="618" actId="478"/>
          <ac:picMkLst>
            <pc:docMk/>
            <pc:sldMk cId="1548158913" sldId="325"/>
            <ac:picMk id="16" creationId="{E69D6B41-5EA6-4B43-A1E3-12EF372AE3C0}"/>
          </ac:picMkLst>
        </pc:picChg>
        <pc:picChg chg="add mod">
          <ac:chgData name="Nguyen Long" userId="e4e93a65-ca82-41ec-92c8-0e4fdb0a72ae" providerId="ADAL" clId="{AD3567C4-5CA2-4801-8990-94515F1A8105}" dt="2020-11-25T10:01:02.321" v="648" actId="1076"/>
          <ac:picMkLst>
            <pc:docMk/>
            <pc:sldMk cId="1548158913" sldId="325"/>
            <ac:picMk id="17" creationId="{5FDE9FCD-2BA3-4A8C-9D9E-D9B15DD803CD}"/>
          </ac:picMkLst>
        </pc:picChg>
        <pc:picChg chg="add del mod">
          <ac:chgData name="Nguyen Long" userId="e4e93a65-ca82-41ec-92c8-0e4fdb0a72ae" providerId="ADAL" clId="{AD3567C4-5CA2-4801-8990-94515F1A8105}" dt="2020-11-25T10:02:13.855" v="651" actId="478"/>
          <ac:picMkLst>
            <pc:docMk/>
            <pc:sldMk cId="1548158913" sldId="325"/>
            <ac:picMk id="21" creationId="{EA019DAD-3A31-4538-8BA2-D0EC65773E59}"/>
          </ac:picMkLst>
        </pc:picChg>
        <pc:picChg chg="add mod">
          <ac:chgData name="Nguyen Long" userId="e4e93a65-ca82-41ec-92c8-0e4fdb0a72ae" providerId="ADAL" clId="{AD3567C4-5CA2-4801-8990-94515F1A8105}" dt="2020-11-25T10:02:17.397" v="653" actId="1076"/>
          <ac:picMkLst>
            <pc:docMk/>
            <pc:sldMk cId="1548158913" sldId="325"/>
            <ac:picMk id="24" creationId="{34CF6E77-D766-4068-8929-407ECB45ECF8}"/>
          </ac:picMkLst>
        </pc:picChg>
        <pc:picChg chg="add mod">
          <ac:chgData name="Nguyen Long" userId="e4e93a65-ca82-41ec-92c8-0e4fdb0a72ae" providerId="ADAL" clId="{AD3567C4-5CA2-4801-8990-94515F1A8105}" dt="2020-11-25T10:02:45.227" v="655" actId="1076"/>
          <ac:picMkLst>
            <pc:docMk/>
            <pc:sldMk cId="1548158913" sldId="325"/>
            <ac:picMk id="27" creationId="{445B2A5E-A090-46F5-B244-4C7FDC870BD3}"/>
          </ac:picMkLst>
        </pc:picChg>
        <pc:picChg chg="del">
          <ac:chgData name="Nguyen Long" userId="e4e93a65-ca82-41ec-92c8-0e4fdb0a72ae" providerId="ADAL" clId="{AD3567C4-5CA2-4801-8990-94515F1A8105}" dt="2020-11-25T09:53:57.876" v="620" actId="478"/>
          <ac:picMkLst>
            <pc:docMk/>
            <pc:sldMk cId="1548158913" sldId="325"/>
            <ac:picMk id="31" creationId="{C3993CA1-7BF6-417D-84AA-E87DD054EE98}"/>
          </ac:picMkLst>
        </pc:picChg>
        <pc:cxnChg chg="mod">
          <ac:chgData name="Nguyen Long" userId="e4e93a65-ca82-41ec-92c8-0e4fdb0a72ae" providerId="ADAL" clId="{AD3567C4-5CA2-4801-8990-94515F1A8105}" dt="2020-11-25T09:53:56.951" v="619" actId="478"/>
          <ac:cxnSpMkLst>
            <pc:docMk/>
            <pc:sldMk cId="1548158913" sldId="325"/>
            <ac:cxnSpMk id="25" creationId="{BDEA6A8A-3A39-40A3-9323-7C04AE8E30C5}"/>
          </ac:cxnSpMkLst>
        </pc:cxnChg>
      </pc:sldChg>
      <pc:sldChg chg="addSp">
        <pc:chgData name="Nguyen Long" userId="e4e93a65-ca82-41ec-92c8-0e4fdb0a72ae" providerId="ADAL" clId="{AD3567C4-5CA2-4801-8990-94515F1A8105}" dt="2020-11-25T12:55:13.028" v="683"/>
        <pc:sldMkLst>
          <pc:docMk/>
          <pc:sldMk cId="2220560636" sldId="326"/>
        </pc:sldMkLst>
        <pc:spChg chg="add">
          <ac:chgData name="Nguyen Long" userId="e4e93a65-ca82-41ec-92c8-0e4fdb0a72ae" providerId="ADAL" clId="{AD3567C4-5CA2-4801-8990-94515F1A8105}" dt="2020-11-25T12:55:13.028" v="683"/>
          <ac:spMkLst>
            <pc:docMk/>
            <pc:sldMk cId="2220560636" sldId="326"/>
            <ac:spMk id="2" creationId="{84E60295-5449-4ABA-A134-6339D457817C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5T13:16:49.557" v="738" actId="208"/>
        <pc:sldMkLst>
          <pc:docMk/>
          <pc:sldMk cId="3996310755" sldId="326"/>
        </pc:sldMkLst>
        <pc:spChg chg="del">
          <ac:chgData name="Nguyen Long" userId="e4e93a65-ca82-41ec-92c8-0e4fdb0a72ae" providerId="ADAL" clId="{AD3567C4-5CA2-4801-8990-94515F1A8105}" dt="2020-11-25T11:10:00.993" v="658" actId="478"/>
          <ac:spMkLst>
            <pc:docMk/>
            <pc:sldMk cId="3996310755" sldId="326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11:10:03.302" v="659" actId="478"/>
          <ac:spMkLst>
            <pc:docMk/>
            <pc:sldMk cId="3996310755" sldId="326"/>
            <ac:spMk id="6" creationId="{47C48BB0-5D5A-4BC5-8F38-564ACDF60754}"/>
          </ac:spMkLst>
        </pc:spChg>
        <pc:spChg chg="add mod">
          <ac:chgData name="Nguyen Long" userId="e4e93a65-ca82-41ec-92c8-0e4fdb0a72ae" providerId="ADAL" clId="{AD3567C4-5CA2-4801-8990-94515F1A8105}" dt="2020-11-25T12:55:58.651" v="705" actId="21"/>
          <ac:spMkLst>
            <pc:docMk/>
            <pc:sldMk cId="3996310755" sldId="326"/>
            <ac:spMk id="9" creationId="{EDB5A2D8-5C78-4688-A7DB-2FA245FF734B}"/>
          </ac:spMkLst>
        </pc:spChg>
        <pc:spChg chg="add mod">
          <ac:chgData name="Nguyen Long" userId="e4e93a65-ca82-41ec-92c8-0e4fdb0a72ae" providerId="ADAL" clId="{AD3567C4-5CA2-4801-8990-94515F1A8105}" dt="2020-11-25T13:16:49.557" v="738" actId="208"/>
          <ac:spMkLst>
            <pc:docMk/>
            <pc:sldMk cId="3996310755" sldId="326"/>
            <ac:spMk id="17" creationId="{DB9762B0-A591-4885-B7E0-5D8DE1A64246}"/>
          </ac:spMkLst>
        </pc:spChg>
        <pc:spChg chg="mod">
          <ac:chgData name="Nguyen Long" userId="e4e93a65-ca82-41ec-92c8-0e4fdb0a72ae" providerId="ADAL" clId="{AD3567C4-5CA2-4801-8990-94515F1A8105}" dt="2020-11-25T11:10:09.247" v="682" actId="1035"/>
          <ac:spMkLst>
            <pc:docMk/>
            <pc:sldMk cId="3996310755" sldId="326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5T12:56:41.443" v="707" actId="1076"/>
          <ac:picMkLst>
            <pc:docMk/>
            <pc:sldMk cId="3996310755" sldId="326"/>
            <ac:picMk id="10" creationId="{03FF43E3-EBB3-49E6-8D18-9A2DFF5109B2}"/>
          </ac:picMkLst>
        </pc:picChg>
        <pc:picChg chg="add mod">
          <ac:chgData name="Nguyen Long" userId="e4e93a65-ca82-41ec-92c8-0e4fdb0a72ae" providerId="ADAL" clId="{AD3567C4-5CA2-4801-8990-94515F1A8105}" dt="2020-11-25T13:16:11.776" v="735" actId="1076"/>
          <ac:picMkLst>
            <pc:docMk/>
            <pc:sldMk cId="3996310755" sldId="326"/>
            <ac:picMk id="12" creationId="{BFA0559E-D4F2-4DDD-9E85-B07586F41F8D}"/>
          </ac:picMkLst>
        </pc:picChg>
        <pc:picChg chg="add mod">
          <ac:chgData name="Nguyen Long" userId="e4e93a65-ca82-41ec-92c8-0e4fdb0a72ae" providerId="ADAL" clId="{AD3567C4-5CA2-4801-8990-94515F1A8105}" dt="2020-11-25T13:14:57.950" v="717" actId="1076"/>
          <ac:picMkLst>
            <pc:docMk/>
            <pc:sldMk cId="3996310755" sldId="326"/>
            <ac:picMk id="14" creationId="{7178AB23-180E-45D5-8DCB-70405081A7C4}"/>
          </ac:picMkLst>
        </pc:picChg>
      </pc:sldChg>
      <pc:sldChg chg="addSp">
        <pc:chgData name="Nguyen Long" userId="e4e93a65-ca82-41ec-92c8-0e4fdb0a72ae" providerId="ADAL" clId="{AD3567C4-5CA2-4801-8990-94515F1A8105}" dt="2020-11-25T13:22:34.980" v="833"/>
        <pc:sldMkLst>
          <pc:docMk/>
          <pc:sldMk cId="796970893" sldId="327"/>
        </pc:sldMkLst>
        <pc:spChg chg="add">
          <ac:chgData name="Nguyen Long" userId="e4e93a65-ca82-41ec-92c8-0e4fdb0a72ae" providerId="ADAL" clId="{AD3567C4-5CA2-4801-8990-94515F1A8105}" dt="2020-11-25T13:22:34.980" v="833"/>
          <ac:spMkLst>
            <pc:docMk/>
            <pc:sldMk cId="796970893" sldId="327"/>
            <ac:spMk id="2" creationId="{517215C0-C92A-40C3-BD6E-B1DC1403C7CF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5T13:27:07.590" v="955" actId="1076"/>
        <pc:sldMkLst>
          <pc:docMk/>
          <pc:sldMk cId="1423860730" sldId="327"/>
        </pc:sldMkLst>
        <pc:spChg chg="del">
          <ac:chgData name="Nguyen Long" userId="e4e93a65-ca82-41ec-92c8-0e4fdb0a72ae" providerId="ADAL" clId="{AD3567C4-5CA2-4801-8990-94515F1A8105}" dt="2020-11-25T13:18:29.355" v="740" actId="478"/>
          <ac:spMkLst>
            <pc:docMk/>
            <pc:sldMk cId="1423860730" sldId="327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13:18:33.013" v="741" actId="478"/>
          <ac:spMkLst>
            <pc:docMk/>
            <pc:sldMk cId="1423860730" sldId="327"/>
            <ac:spMk id="6" creationId="{596FD8EB-918A-4D78-8937-CDFA49698522}"/>
          </ac:spMkLst>
        </pc:spChg>
        <pc:spChg chg="add mod">
          <ac:chgData name="Nguyen Long" userId="e4e93a65-ca82-41ec-92c8-0e4fdb0a72ae" providerId="ADAL" clId="{AD3567C4-5CA2-4801-8990-94515F1A8105}" dt="2020-11-25T13:19:03.019" v="751" actId="1076"/>
          <ac:spMkLst>
            <pc:docMk/>
            <pc:sldMk cId="1423860730" sldId="327"/>
            <ac:spMk id="9" creationId="{57B9A9D9-B655-4E7F-AB57-B3023C375609}"/>
          </ac:spMkLst>
        </pc:spChg>
        <pc:spChg chg="mod">
          <ac:chgData name="Nguyen Long" userId="e4e93a65-ca82-41ec-92c8-0e4fdb0a72ae" providerId="ADAL" clId="{AD3567C4-5CA2-4801-8990-94515F1A8105}" dt="2020-11-25T13:21:22.170" v="787" actId="1035"/>
          <ac:spMkLst>
            <pc:docMk/>
            <pc:sldMk cId="1423860730" sldId="327"/>
            <ac:spMk id="16" creationId="{45AB0B94-7C1F-4BEF-9FB9-DBE9EB13751E}"/>
          </ac:spMkLst>
        </pc:spChg>
        <pc:spChg chg="del mod topLvl">
          <ac:chgData name="Nguyen Long" userId="e4e93a65-ca82-41ec-92c8-0e4fdb0a72ae" providerId="ADAL" clId="{AD3567C4-5CA2-4801-8990-94515F1A8105}" dt="2020-11-25T13:24:50.799" v="890" actId="478"/>
          <ac:spMkLst>
            <pc:docMk/>
            <pc:sldMk cId="1423860730" sldId="327"/>
            <ac:spMk id="25" creationId="{EDDC0265-A08D-47A7-8739-06A18A4B53E7}"/>
          </ac:spMkLst>
        </pc:spChg>
        <pc:spChg chg="add mod">
          <ac:chgData name="Nguyen Long" userId="e4e93a65-ca82-41ec-92c8-0e4fdb0a72ae" providerId="ADAL" clId="{AD3567C4-5CA2-4801-8990-94515F1A8105}" dt="2020-11-25T13:25:40.503" v="940" actId="1037"/>
          <ac:spMkLst>
            <pc:docMk/>
            <pc:sldMk cId="1423860730" sldId="327"/>
            <ac:spMk id="28" creationId="{95072165-E398-4317-8F3C-809ACAA0D085}"/>
          </ac:spMkLst>
        </pc:spChg>
        <pc:spChg chg="del">
          <ac:chgData name="Nguyen Long" userId="e4e93a65-ca82-41ec-92c8-0e4fdb0a72ae" providerId="ADAL" clId="{AD3567C4-5CA2-4801-8990-94515F1A8105}" dt="2020-11-25T13:18:26.868" v="739" actId="478"/>
          <ac:spMkLst>
            <pc:docMk/>
            <pc:sldMk cId="1423860730" sldId="327"/>
            <ac:spMk id="29" creationId="{3B44278A-8FC8-4EFB-A5FC-1EB70F6E7976}"/>
          </ac:spMkLst>
        </pc:spChg>
        <pc:grpChg chg="del">
          <ac:chgData name="Nguyen Long" userId="e4e93a65-ca82-41ec-92c8-0e4fdb0a72ae" providerId="ADAL" clId="{AD3567C4-5CA2-4801-8990-94515F1A8105}" dt="2020-11-25T13:24:21.728" v="879" actId="478"/>
          <ac:grpSpMkLst>
            <pc:docMk/>
            <pc:sldMk cId="1423860730" sldId="327"/>
            <ac:grpSpMk id="2" creationId="{66B81173-BE11-46A6-A0F5-332468753D70}"/>
          </ac:grpSpMkLst>
        </pc:grpChg>
        <pc:grpChg chg="add mod">
          <ac:chgData name="Nguyen Long" userId="e4e93a65-ca82-41ec-92c8-0e4fdb0a72ae" providerId="ADAL" clId="{AD3567C4-5CA2-4801-8990-94515F1A8105}" dt="2020-11-25T13:21:56.451" v="814" actId="164"/>
          <ac:grpSpMkLst>
            <pc:docMk/>
            <pc:sldMk cId="1423860730" sldId="327"/>
            <ac:grpSpMk id="14" creationId="{E323EC03-A149-4C44-A4AF-28CAFC66C380}"/>
          </ac:grpSpMkLst>
        </pc:grpChg>
        <pc:grpChg chg="add mod">
          <ac:chgData name="Nguyen Long" userId="e4e93a65-ca82-41ec-92c8-0e4fdb0a72ae" providerId="ADAL" clId="{AD3567C4-5CA2-4801-8990-94515F1A8105}" dt="2020-11-25T13:25:05.809" v="918" actId="1038"/>
          <ac:grpSpMkLst>
            <pc:docMk/>
            <pc:sldMk cId="1423860730" sldId="327"/>
            <ac:grpSpMk id="20" creationId="{1DC4A03C-B300-433D-B6FA-46BC3C393549}"/>
          </ac:grpSpMkLst>
        </pc:grpChg>
        <pc:grpChg chg="add del mod">
          <ac:chgData name="Nguyen Long" userId="e4e93a65-ca82-41ec-92c8-0e4fdb0a72ae" providerId="ADAL" clId="{AD3567C4-5CA2-4801-8990-94515F1A8105}" dt="2020-11-25T13:24:16.472" v="878" actId="478"/>
          <ac:grpSpMkLst>
            <pc:docMk/>
            <pc:sldMk cId="1423860730" sldId="327"/>
            <ac:grpSpMk id="22" creationId="{D756AA46-5E87-430F-9363-2A022417C14D}"/>
          </ac:grpSpMkLst>
        </pc:grpChg>
        <pc:grpChg chg="del mod topLvl">
          <ac:chgData name="Nguyen Long" userId="e4e93a65-ca82-41ec-92c8-0e4fdb0a72ae" providerId="ADAL" clId="{AD3567C4-5CA2-4801-8990-94515F1A8105}" dt="2020-11-25T13:24:50.799" v="890" actId="478"/>
          <ac:grpSpMkLst>
            <pc:docMk/>
            <pc:sldMk cId="1423860730" sldId="327"/>
            <ac:grpSpMk id="24" creationId="{66B81173-BE11-46A6-A0F5-332468753D70}"/>
          </ac:grpSpMkLst>
        </pc:grpChg>
        <pc:grpChg chg="add mod">
          <ac:chgData name="Nguyen Long" userId="e4e93a65-ca82-41ec-92c8-0e4fdb0a72ae" providerId="ADAL" clId="{AD3567C4-5CA2-4801-8990-94515F1A8105}" dt="2020-11-25T13:26:09.694" v="944" actId="164"/>
          <ac:grpSpMkLst>
            <pc:docMk/>
            <pc:sldMk cId="1423860730" sldId="327"/>
            <ac:grpSpMk id="31" creationId="{E0D5D31C-EFD9-4673-B2F7-5E386959D538}"/>
          </ac:grpSpMkLst>
        </pc:grpChg>
        <pc:grpChg chg="add del mod">
          <ac:chgData name="Nguyen Long" userId="e4e93a65-ca82-41ec-92c8-0e4fdb0a72ae" providerId="ADAL" clId="{AD3567C4-5CA2-4801-8990-94515F1A8105}" dt="2020-11-25T13:26:21.815" v="948" actId="478"/>
          <ac:grpSpMkLst>
            <pc:docMk/>
            <pc:sldMk cId="1423860730" sldId="327"/>
            <ac:grpSpMk id="40" creationId="{012CECC6-1805-4C63-8016-ACCE45F72285}"/>
          </ac:grpSpMkLst>
        </pc:grpChg>
        <pc:picChg chg="add mod">
          <ac:chgData name="Nguyen Long" userId="e4e93a65-ca82-41ec-92c8-0e4fdb0a72ae" providerId="ADAL" clId="{AD3567C4-5CA2-4801-8990-94515F1A8105}" dt="2020-11-25T13:20:02.348" v="754" actId="1076"/>
          <ac:picMkLst>
            <pc:docMk/>
            <pc:sldMk cId="1423860730" sldId="327"/>
            <ac:picMk id="10" creationId="{73A6AC5A-5A2D-4A0C-9179-47A4578FA278}"/>
          </ac:picMkLst>
        </pc:picChg>
        <pc:picChg chg="add mod">
          <ac:chgData name="Nguyen Long" userId="e4e93a65-ca82-41ec-92c8-0e4fdb0a72ae" providerId="ADAL" clId="{AD3567C4-5CA2-4801-8990-94515F1A8105}" dt="2020-11-25T13:21:56.451" v="814" actId="164"/>
          <ac:picMkLst>
            <pc:docMk/>
            <pc:sldMk cId="1423860730" sldId="327"/>
            <ac:picMk id="12" creationId="{81A103BF-75BF-411C-8A38-E80BADD530BA}"/>
          </ac:picMkLst>
        </pc:picChg>
        <pc:picChg chg="del mod">
          <ac:chgData name="Nguyen Long" userId="e4e93a65-ca82-41ec-92c8-0e4fdb0a72ae" providerId="ADAL" clId="{AD3567C4-5CA2-4801-8990-94515F1A8105}" dt="2020-11-25T13:21:06.041" v="760" actId="478"/>
          <ac:picMkLst>
            <pc:docMk/>
            <pc:sldMk cId="1423860730" sldId="327"/>
            <ac:picMk id="15" creationId="{0CC9BF7C-EE43-4354-94BB-ED6A1AB271FD}"/>
          </ac:picMkLst>
        </pc:picChg>
        <pc:picChg chg="del mod topLvl">
          <ac:chgData name="Nguyen Long" userId="e4e93a65-ca82-41ec-92c8-0e4fdb0a72ae" providerId="ADAL" clId="{AD3567C4-5CA2-4801-8990-94515F1A8105}" dt="2020-11-25T13:24:16.472" v="878" actId="478"/>
          <ac:picMkLst>
            <pc:docMk/>
            <pc:sldMk cId="1423860730" sldId="327"/>
            <ac:picMk id="23" creationId="{5A1522B4-1DAE-410E-BFB1-A12B01BB1F92}"/>
          </ac:picMkLst>
        </pc:picChg>
        <pc:picChg chg="add del mod">
          <ac:chgData name="Nguyen Long" userId="e4e93a65-ca82-41ec-92c8-0e4fdb0a72ae" providerId="ADAL" clId="{AD3567C4-5CA2-4801-8990-94515F1A8105}" dt="2020-11-25T13:24:03.297" v="876" actId="22"/>
          <ac:picMkLst>
            <pc:docMk/>
            <pc:sldMk cId="1423860730" sldId="327"/>
            <ac:picMk id="33" creationId="{FCAC94D2-ADCE-4889-AEF6-AB8D8AF991A8}"/>
          </ac:picMkLst>
        </pc:picChg>
        <pc:picChg chg="add mod">
          <ac:chgData name="Nguyen Long" userId="e4e93a65-ca82-41ec-92c8-0e4fdb0a72ae" providerId="ADAL" clId="{AD3567C4-5CA2-4801-8990-94515F1A8105}" dt="2020-11-25T13:27:07.590" v="955" actId="1076"/>
          <ac:picMkLst>
            <pc:docMk/>
            <pc:sldMk cId="1423860730" sldId="327"/>
            <ac:picMk id="42" creationId="{77EE4F01-8252-4F91-8A2B-F5970DE07F81}"/>
          </ac:picMkLst>
        </pc:picChg>
        <pc:cxnChg chg="del mod">
          <ac:chgData name="Nguyen Long" userId="e4e93a65-ca82-41ec-92c8-0e4fdb0a72ae" providerId="ADAL" clId="{AD3567C4-5CA2-4801-8990-94515F1A8105}" dt="2020-11-25T13:24:21.728" v="879" actId="478"/>
          <ac:cxnSpMkLst>
            <pc:docMk/>
            <pc:sldMk cId="1423860730" sldId="327"/>
            <ac:cxnSpMk id="6" creationId="{2126F55B-57D7-4903-A84A-91C230D23755}"/>
          </ac:cxnSpMkLst>
        </pc:cxnChg>
        <pc:cxnChg chg="mod">
          <ac:chgData name="Nguyen Long" userId="e4e93a65-ca82-41ec-92c8-0e4fdb0a72ae" providerId="ADAL" clId="{AD3567C4-5CA2-4801-8990-94515F1A8105}" dt="2020-11-25T13:21:46.278" v="813" actId="1037"/>
          <ac:cxnSpMkLst>
            <pc:docMk/>
            <pc:sldMk cId="1423860730" sldId="327"/>
            <ac:cxnSpMk id="17" creationId="{6E54F30E-C02F-4737-A19D-0B64D0EDEF49}"/>
          </ac:cxnSpMkLst>
        </pc:cxnChg>
        <pc:cxnChg chg="mod topLvl">
          <ac:chgData name="Nguyen Long" userId="e4e93a65-ca82-41ec-92c8-0e4fdb0a72ae" providerId="ADAL" clId="{AD3567C4-5CA2-4801-8990-94515F1A8105}" dt="2020-11-25T13:26:21.815" v="948" actId="478"/>
          <ac:cxnSpMkLst>
            <pc:docMk/>
            <pc:sldMk cId="1423860730" sldId="327"/>
            <ac:cxnSpMk id="26" creationId="{2126F55B-57D7-4903-A84A-91C230D23755}"/>
          </ac:cxnSpMkLst>
        </pc:cxnChg>
      </pc:sldChg>
      <pc:sldChg chg="addSp">
        <pc:chgData name="Nguyen Long" userId="e4e93a65-ca82-41ec-92c8-0e4fdb0a72ae" providerId="ADAL" clId="{AD3567C4-5CA2-4801-8990-94515F1A8105}" dt="2020-11-25T13:18:35.642" v="742"/>
        <pc:sldMkLst>
          <pc:docMk/>
          <pc:sldMk cId="3975973134" sldId="327"/>
        </pc:sldMkLst>
        <pc:spChg chg="add">
          <ac:chgData name="Nguyen Long" userId="e4e93a65-ca82-41ec-92c8-0e4fdb0a72ae" providerId="ADAL" clId="{AD3567C4-5CA2-4801-8990-94515F1A8105}" dt="2020-11-25T13:18:35.642" v="742"/>
          <ac:spMkLst>
            <pc:docMk/>
            <pc:sldMk cId="3975973134" sldId="327"/>
            <ac:spMk id="2" creationId="{A225FC8F-1AF9-46AA-B6C5-99433F0DD3F3}"/>
          </ac:spMkLst>
        </pc:spChg>
      </pc:sldChg>
      <pc:sldChg chg="addSp delSp modSp add mod modAnim">
        <pc:chgData name="Nguyen Long" userId="e4e93a65-ca82-41ec-92c8-0e4fdb0a72ae" providerId="ADAL" clId="{AD3567C4-5CA2-4801-8990-94515F1A8105}" dt="2020-11-25T13:39:07.334" v="996"/>
        <pc:sldMkLst>
          <pc:docMk/>
          <pc:sldMk cId="2073233524" sldId="328"/>
        </pc:sldMkLst>
        <pc:spChg chg="mod">
          <ac:chgData name="Nguyen Long" userId="e4e93a65-ca82-41ec-92c8-0e4fdb0a72ae" providerId="ADAL" clId="{AD3567C4-5CA2-4801-8990-94515F1A8105}" dt="2020-11-25T13:27:44.776" v="956"/>
          <ac:spMkLst>
            <pc:docMk/>
            <pc:sldMk cId="2073233524" sldId="328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5T13:30:24.054" v="976" actId="12"/>
          <ac:spMkLst>
            <pc:docMk/>
            <pc:sldMk cId="2073233524" sldId="328"/>
            <ac:spMk id="11" creationId="{D87D8453-E6AC-4252-BDC8-5EC897EEAF9C}"/>
          </ac:spMkLst>
        </pc:spChg>
        <pc:spChg chg="add mod">
          <ac:chgData name="Nguyen Long" userId="e4e93a65-ca82-41ec-92c8-0e4fdb0a72ae" providerId="ADAL" clId="{AD3567C4-5CA2-4801-8990-94515F1A8105}" dt="2020-11-25T13:38:50.695" v="990" actId="1076"/>
          <ac:spMkLst>
            <pc:docMk/>
            <pc:sldMk cId="2073233524" sldId="328"/>
            <ac:spMk id="15" creationId="{A1E86E18-4818-4BFD-829D-16C7AAAAB1C3}"/>
          </ac:spMkLst>
        </pc:spChg>
        <pc:spChg chg="del">
          <ac:chgData name="Nguyen Long" userId="e4e93a65-ca82-41ec-92c8-0e4fdb0a72ae" providerId="ADAL" clId="{AD3567C4-5CA2-4801-8990-94515F1A8105}" dt="2020-11-25T13:27:51.703" v="957" actId="478"/>
          <ac:spMkLst>
            <pc:docMk/>
            <pc:sldMk cId="2073233524" sldId="328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5T13:28:23.290" v="959" actId="1076"/>
          <ac:picMkLst>
            <pc:docMk/>
            <pc:sldMk cId="2073233524" sldId="328"/>
            <ac:picMk id="6" creationId="{6EC84ECA-34ED-4DCA-9BBE-DF3B0E41737E}"/>
          </ac:picMkLst>
        </pc:picChg>
        <pc:picChg chg="add mod">
          <ac:chgData name="Nguyen Long" userId="e4e93a65-ca82-41ec-92c8-0e4fdb0a72ae" providerId="ADAL" clId="{AD3567C4-5CA2-4801-8990-94515F1A8105}" dt="2020-11-25T13:28:40.463" v="961" actId="1076"/>
          <ac:picMkLst>
            <pc:docMk/>
            <pc:sldMk cId="2073233524" sldId="328"/>
            <ac:picMk id="8" creationId="{660A2D6E-625B-41F5-BEDF-D3D2497C1518}"/>
          </ac:picMkLst>
        </pc:picChg>
        <pc:picChg chg="add mod">
          <ac:chgData name="Nguyen Long" userId="e4e93a65-ca82-41ec-92c8-0e4fdb0a72ae" providerId="ADAL" clId="{AD3567C4-5CA2-4801-8990-94515F1A8105}" dt="2020-11-25T13:38:52.073" v="991" actId="1076"/>
          <ac:picMkLst>
            <pc:docMk/>
            <pc:sldMk cId="2073233524" sldId="328"/>
            <ac:picMk id="12" creationId="{0CD23C3A-C468-48A0-8100-D59E48038307}"/>
          </ac:picMkLst>
        </pc:picChg>
      </pc:sldChg>
      <pc:sldChg chg="addSp">
        <pc:chgData name="Nguyen Long" userId="e4e93a65-ca82-41ec-92c8-0e4fdb0a72ae" providerId="ADAL" clId="{AD3567C4-5CA2-4801-8990-94515F1A8105}" dt="2020-11-25T13:41:15.363" v="1009"/>
        <pc:sldMkLst>
          <pc:docMk/>
          <pc:sldMk cId="1533797547" sldId="329"/>
        </pc:sldMkLst>
        <pc:spChg chg="add">
          <ac:chgData name="Nguyen Long" userId="e4e93a65-ca82-41ec-92c8-0e4fdb0a72ae" providerId="ADAL" clId="{AD3567C4-5CA2-4801-8990-94515F1A8105}" dt="2020-11-25T13:41:15.363" v="1009"/>
          <ac:spMkLst>
            <pc:docMk/>
            <pc:sldMk cId="1533797547" sldId="329"/>
            <ac:spMk id="2" creationId="{4C960A02-1D24-4240-B353-1FB608DF45C9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9T14:17:04.095" v="3557"/>
        <pc:sldMkLst>
          <pc:docMk/>
          <pc:sldMk cId="3774375456" sldId="329"/>
        </pc:sldMkLst>
        <pc:spChg chg="del">
          <ac:chgData name="Nguyen Long" userId="e4e93a65-ca82-41ec-92c8-0e4fdb0a72ae" providerId="ADAL" clId="{AD3567C4-5CA2-4801-8990-94515F1A8105}" dt="2020-11-25T13:36:48.873" v="980" actId="478"/>
          <ac:spMkLst>
            <pc:docMk/>
            <pc:sldMk cId="3774375456" sldId="329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5T13:36:52.943" v="981" actId="478"/>
          <ac:spMkLst>
            <pc:docMk/>
            <pc:sldMk cId="3774375456" sldId="329"/>
            <ac:spMk id="6" creationId="{28B4201C-5BA1-4419-9286-1FEB14BFDFCF}"/>
          </ac:spMkLst>
        </pc:spChg>
        <pc:spChg chg="add mod">
          <ac:chgData name="Nguyen Long" userId="e4e93a65-ca82-41ec-92c8-0e4fdb0a72ae" providerId="ADAL" clId="{AD3567C4-5CA2-4801-8990-94515F1A8105}" dt="2020-11-25T13:41:09.155" v="1008" actId="14100"/>
          <ac:spMkLst>
            <pc:docMk/>
            <pc:sldMk cId="3774375456" sldId="329"/>
            <ac:spMk id="9" creationId="{E6A933BE-F54F-40FF-8A92-4CC26CEAFCFE}"/>
          </ac:spMkLst>
        </pc:spChg>
        <pc:spChg chg="add mod">
          <ac:chgData name="Nguyen Long" userId="e4e93a65-ca82-41ec-92c8-0e4fdb0a72ae" providerId="ADAL" clId="{AD3567C4-5CA2-4801-8990-94515F1A8105}" dt="2020-11-25T13:44:26.905" v="1030" actId="14100"/>
          <ac:spMkLst>
            <pc:docMk/>
            <pc:sldMk cId="3774375456" sldId="329"/>
            <ac:spMk id="13" creationId="{A589BECD-BBAF-4A60-BDDF-B19778EC59B7}"/>
          </ac:spMkLst>
        </pc:spChg>
        <pc:spChg chg="del">
          <ac:chgData name="Nguyen Long" userId="e4e93a65-ca82-41ec-92c8-0e4fdb0a72ae" providerId="ADAL" clId="{AD3567C4-5CA2-4801-8990-94515F1A8105}" dt="2020-11-25T13:36:45.584" v="979" actId="478"/>
          <ac:spMkLst>
            <pc:docMk/>
            <pc:sldMk cId="3774375456" sldId="329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4:16:59.527" v="3556" actId="1076"/>
          <ac:picMkLst>
            <pc:docMk/>
            <pc:sldMk cId="3774375456" sldId="329"/>
            <ac:picMk id="4" creationId="{E3713F0A-8D9F-4C15-832B-0ED80287C04D}"/>
          </ac:picMkLst>
        </pc:picChg>
        <pc:picChg chg="add mod">
          <ac:chgData name="Nguyen Long" userId="e4e93a65-ca82-41ec-92c8-0e4fdb0a72ae" providerId="ADAL" clId="{AD3567C4-5CA2-4801-8990-94515F1A8105}" dt="2020-11-25T13:40:57.402" v="1006" actId="1076"/>
          <ac:picMkLst>
            <pc:docMk/>
            <pc:sldMk cId="3774375456" sldId="329"/>
            <ac:picMk id="10" creationId="{703B3411-6978-4ED8-8088-B701C909F9F3}"/>
          </ac:picMkLst>
        </pc:picChg>
        <pc:picChg chg="add del mod">
          <ac:chgData name="Nguyen Long" userId="e4e93a65-ca82-41ec-92c8-0e4fdb0a72ae" providerId="ADAL" clId="{AD3567C4-5CA2-4801-8990-94515F1A8105}" dt="2020-11-25T13:43:36.705" v="1021" actId="478"/>
          <ac:picMkLst>
            <pc:docMk/>
            <pc:sldMk cId="3774375456" sldId="329"/>
            <ac:picMk id="14" creationId="{F8543F71-08FB-4769-840C-42D18F7FB061}"/>
          </ac:picMkLst>
        </pc:picChg>
        <pc:picChg chg="add mod">
          <ac:chgData name="Nguyen Long" userId="e4e93a65-ca82-41ec-92c8-0e4fdb0a72ae" providerId="ADAL" clId="{AD3567C4-5CA2-4801-8990-94515F1A8105}" dt="2020-11-25T13:44:29.564" v="1031" actId="1076"/>
          <ac:picMkLst>
            <pc:docMk/>
            <pc:sldMk cId="3774375456" sldId="329"/>
            <ac:picMk id="16" creationId="{1EB90FC2-7E88-4823-80ED-847B669C6FBD}"/>
          </ac:picMkLst>
        </pc:picChg>
        <pc:picChg chg="add mod">
          <ac:chgData name="Nguyen Long" userId="e4e93a65-ca82-41ec-92c8-0e4fdb0a72ae" providerId="ADAL" clId="{AD3567C4-5CA2-4801-8990-94515F1A8105}" dt="2020-11-29T14:16:45.575" v="3554" actId="1076"/>
          <ac:picMkLst>
            <pc:docMk/>
            <pc:sldMk cId="3774375456" sldId="329"/>
            <ac:picMk id="18" creationId="{961EE1E6-8DB0-4EAE-AEB8-74BA50A333D5}"/>
          </ac:picMkLst>
        </pc:picChg>
      </pc:sldChg>
      <pc:sldChg chg="addSp delSp modSp add mod">
        <pc:chgData name="Nguyen Long" userId="e4e93a65-ca82-41ec-92c8-0e4fdb0a72ae" providerId="ADAL" clId="{AD3567C4-5CA2-4801-8990-94515F1A8105}" dt="2020-11-29T11:56:07.952" v="3168" actId="1076"/>
        <pc:sldMkLst>
          <pc:docMk/>
          <pc:sldMk cId="3733753095" sldId="330"/>
        </pc:sldMkLst>
        <pc:spChg chg="mod">
          <ac:chgData name="Nguyen Long" userId="e4e93a65-ca82-41ec-92c8-0e4fdb0a72ae" providerId="ADAL" clId="{AD3567C4-5CA2-4801-8990-94515F1A8105}" dt="2020-11-26T01:23:03.782" v="1093"/>
          <ac:spMkLst>
            <pc:docMk/>
            <pc:sldMk cId="3733753095" sldId="330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11:56:01.720" v="3166" actId="1076"/>
          <ac:spMkLst>
            <pc:docMk/>
            <pc:sldMk cId="3733753095" sldId="33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1:26:45.796" v="1143" actId="478"/>
          <ac:spMkLst>
            <pc:docMk/>
            <pc:sldMk cId="3733753095" sldId="330"/>
            <ac:spMk id="7" creationId="{F97F7C6C-3BD4-44B7-9C3E-F0DDBF782464}"/>
          </ac:spMkLst>
        </pc:spChg>
        <pc:spChg chg="add mod">
          <ac:chgData name="Nguyen Long" userId="e4e93a65-ca82-41ec-92c8-0e4fdb0a72ae" providerId="ADAL" clId="{AD3567C4-5CA2-4801-8990-94515F1A8105}" dt="2020-11-29T11:56:04.378" v="3167" actId="1076"/>
          <ac:spMkLst>
            <pc:docMk/>
            <pc:sldMk cId="3733753095" sldId="330"/>
            <ac:spMk id="8" creationId="{2FC302AF-6774-4106-A58A-C33A2C60F6E8}"/>
          </ac:spMkLst>
        </pc:spChg>
        <pc:spChg chg="add mod">
          <ac:chgData name="Nguyen Long" userId="e4e93a65-ca82-41ec-92c8-0e4fdb0a72ae" providerId="ADAL" clId="{AD3567C4-5CA2-4801-8990-94515F1A8105}" dt="2020-11-26T01:27:23.632" v="1151" actId="1076"/>
          <ac:spMkLst>
            <pc:docMk/>
            <pc:sldMk cId="3733753095" sldId="330"/>
            <ac:spMk id="9" creationId="{A19F0BCB-A251-4AB5-B952-85A538544360}"/>
          </ac:spMkLst>
        </pc:spChg>
        <pc:spChg chg="add mod">
          <ac:chgData name="Nguyen Long" userId="e4e93a65-ca82-41ec-92c8-0e4fdb0a72ae" providerId="ADAL" clId="{AD3567C4-5CA2-4801-8990-94515F1A8105}" dt="2020-11-29T11:56:07.952" v="3168" actId="1076"/>
          <ac:spMkLst>
            <pc:docMk/>
            <pc:sldMk cId="3733753095" sldId="330"/>
            <ac:spMk id="10" creationId="{FF0DE6D1-595A-490D-9C66-FB3A00066274}"/>
          </ac:spMkLst>
        </pc:spChg>
        <pc:spChg chg="del mod">
          <ac:chgData name="Nguyen Long" userId="e4e93a65-ca82-41ec-92c8-0e4fdb0a72ae" providerId="ADAL" clId="{AD3567C4-5CA2-4801-8990-94515F1A8105}" dt="2020-11-26T01:48:17.648" v="1152" actId="478"/>
          <ac:spMkLst>
            <pc:docMk/>
            <pc:sldMk cId="3733753095" sldId="330"/>
            <ac:spMk id="29" creationId="{3B44278A-8FC8-4EFB-A5FC-1EB70F6E7976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6T01:57:47.424" v="1251"/>
        <pc:sldMkLst>
          <pc:docMk/>
          <pc:sldMk cId="793491857" sldId="331"/>
        </pc:sldMkLst>
        <pc:spChg chg="del">
          <ac:chgData name="Nguyen Long" userId="e4e93a65-ca82-41ec-92c8-0e4fdb0a72ae" providerId="ADAL" clId="{AD3567C4-5CA2-4801-8990-94515F1A8105}" dt="2020-11-26T01:49:04.831" v="1157" actId="478"/>
          <ac:spMkLst>
            <pc:docMk/>
            <pc:sldMk cId="793491857" sldId="331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1:49:16.049" v="1160" actId="478"/>
          <ac:spMkLst>
            <pc:docMk/>
            <pc:sldMk cId="793491857" sldId="331"/>
            <ac:spMk id="6" creationId="{9D16B7AE-43A4-450D-B6EC-B61105080001}"/>
          </ac:spMkLst>
        </pc:spChg>
        <pc:spChg chg="add mod">
          <ac:chgData name="Nguyen Long" userId="e4e93a65-ca82-41ec-92c8-0e4fdb0a72ae" providerId="ADAL" clId="{AD3567C4-5CA2-4801-8990-94515F1A8105}" dt="2020-11-26T01:51:44.429" v="1204" actId="313"/>
          <ac:spMkLst>
            <pc:docMk/>
            <pc:sldMk cId="793491857" sldId="331"/>
            <ac:spMk id="9" creationId="{4B31F449-B587-46C5-B1FA-29E8531E0FD1}"/>
          </ac:spMkLst>
        </pc:spChg>
        <pc:spChg chg="add mod">
          <ac:chgData name="Nguyen Long" userId="e4e93a65-ca82-41ec-92c8-0e4fdb0a72ae" providerId="ADAL" clId="{AD3567C4-5CA2-4801-8990-94515F1A8105}" dt="2020-11-26T01:55:26.359" v="1219" actId="164"/>
          <ac:spMkLst>
            <pc:docMk/>
            <pc:sldMk cId="793491857" sldId="331"/>
            <ac:spMk id="12" creationId="{072FBD41-0858-4F7F-9D06-A2CA78402FBD}"/>
          </ac:spMkLst>
        </pc:spChg>
        <pc:spChg chg="add mod">
          <ac:chgData name="Nguyen Long" userId="e4e93a65-ca82-41ec-92c8-0e4fdb0a72ae" providerId="ADAL" clId="{AD3567C4-5CA2-4801-8990-94515F1A8105}" dt="2020-11-26T01:56:34.750" v="1241" actId="1035"/>
          <ac:spMkLst>
            <pc:docMk/>
            <pc:sldMk cId="793491857" sldId="331"/>
            <ac:spMk id="13" creationId="{9B6485EC-0547-4B5A-AF0F-75B3D555C830}"/>
          </ac:spMkLst>
        </pc:spChg>
        <pc:spChg chg="mod">
          <ac:chgData name="Nguyen Long" userId="e4e93a65-ca82-41ec-92c8-0e4fdb0a72ae" providerId="ADAL" clId="{AD3567C4-5CA2-4801-8990-94515F1A8105}" dt="2020-11-26T01:49:31.132" v="1194" actId="1035"/>
          <ac:spMkLst>
            <pc:docMk/>
            <pc:sldMk cId="793491857" sldId="331"/>
            <ac:spMk id="29" creationId="{3B44278A-8FC8-4EFB-A5FC-1EB70F6E7976}"/>
          </ac:spMkLst>
        </pc:spChg>
        <pc:grpChg chg="add mod">
          <ac:chgData name="Nguyen Long" userId="e4e93a65-ca82-41ec-92c8-0e4fdb0a72ae" providerId="ADAL" clId="{AD3567C4-5CA2-4801-8990-94515F1A8105}" dt="2020-11-26T01:57:03.013" v="1244" actId="164"/>
          <ac:grpSpMkLst>
            <pc:docMk/>
            <pc:sldMk cId="793491857" sldId="331"/>
            <ac:grpSpMk id="17" creationId="{029B9C30-440B-44A3-A09F-1B10442310B3}"/>
          </ac:grpSpMkLst>
        </pc:grpChg>
        <pc:grpChg chg="add mod">
          <ac:chgData name="Nguyen Long" userId="e4e93a65-ca82-41ec-92c8-0e4fdb0a72ae" providerId="ADAL" clId="{AD3567C4-5CA2-4801-8990-94515F1A8105}" dt="2020-11-26T01:57:03.013" v="1244" actId="164"/>
          <ac:grpSpMkLst>
            <pc:docMk/>
            <pc:sldMk cId="793491857" sldId="331"/>
            <ac:grpSpMk id="24" creationId="{FC78AA60-6F00-43CB-A0D8-8D47C369A0CA}"/>
          </ac:grpSpMkLst>
        </pc:grpChg>
        <pc:picChg chg="add mod">
          <ac:chgData name="Nguyen Long" userId="e4e93a65-ca82-41ec-92c8-0e4fdb0a72ae" providerId="ADAL" clId="{AD3567C4-5CA2-4801-8990-94515F1A8105}" dt="2020-11-26T01:52:43.990" v="1206" actId="1076"/>
          <ac:picMkLst>
            <pc:docMk/>
            <pc:sldMk cId="793491857" sldId="331"/>
            <ac:picMk id="10" creationId="{52DABCDF-A3B7-49B3-B0C1-A066513BC551}"/>
          </ac:picMkLst>
        </pc:picChg>
        <pc:picChg chg="add mod">
          <ac:chgData name="Nguyen Long" userId="e4e93a65-ca82-41ec-92c8-0e4fdb0a72ae" providerId="ADAL" clId="{AD3567C4-5CA2-4801-8990-94515F1A8105}" dt="2020-11-26T01:57:35.142" v="1248" actId="1076"/>
          <ac:picMkLst>
            <pc:docMk/>
            <pc:sldMk cId="793491857" sldId="331"/>
            <ac:picMk id="19" creationId="{774B0FAD-CB6B-4E24-91C6-6C0B4DAB1FDC}"/>
          </ac:picMkLst>
        </pc:picChg>
        <pc:picChg chg="add mod">
          <ac:chgData name="Nguyen Long" userId="e4e93a65-ca82-41ec-92c8-0e4fdb0a72ae" providerId="ADAL" clId="{AD3567C4-5CA2-4801-8990-94515F1A8105}" dt="2020-11-26T01:57:37.297" v="1249" actId="1076"/>
          <ac:picMkLst>
            <pc:docMk/>
            <pc:sldMk cId="793491857" sldId="331"/>
            <ac:picMk id="26" creationId="{7519274F-A565-4898-9ADF-3BB8255D36E3}"/>
          </ac:picMkLst>
        </pc:picChg>
        <pc:cxnChg chg="add del mod">
          <ac:chgData name="Nguyen Long" userId="e4e93a65-ca82-41ec-92c8-0e4fdb0a72ae" providerId="ADAL" clId="{AD3567C4-5CA2-4801-8990-94515F1A8105}" dt="2020-11-26T01:56:40.930" v="1242" actId="478"/>
          <ac:cxnSpMkLst>
            <pc:docMk/>
            <pc:sldMk cId="793491857" sldId="331"/>
            <ac:cxnSpMk id="15" creationId="{550DE1C3-512B-4618-8593-AA1079249222}"/>
          </ac:cxnSpMkLst>
        </pc:cxnChg>
        <pc:cxnChg chg="add mod">
          <ac:chgData name="Nguyen Long" userId="e4e93a65-ca82-41ec-92c8-0e4fdb0a72ae" providerId="ADAL" clId="{AD3567C4-5CA2-4801-8990-94515F1A8105}" dt="2020-11-26T01:57:03.013" v="1244" actId="164"/>
          <ac:cxnSpMkLst>
            <pc:docMk/>
            <pc:sldMk cId="793491857" sldId="331"/>
            <ac:cxnSpMk id="23" creationId="{D2B8B8A4-AC10-4346-9BC4-C6DE1DDBC414}"/>
          </ac:cxnSpMkLst>
        </pc:cxnChg>
      </pc:sldChg>
      <pc:sldChg chg="add del">
        <pc:chgData name="Nguyen Long" userId="e4e93a65-ca82-41ec-92c8-0e4fdb0a72ae" providerId="ADAL" clId="{AD3567C4-5CA2-4801-8990-94515F1A8105}" dt="2020-11-26T01:25:11.305" v="1095" actId="47"/>
        <pc:sldMkLst>
          <pc:docMk/>
          <pc:sldMk cId="947774852" sldId="331"/>
        </pc:sldMkLst>
      </pc:sldChg>
      <pc:sldChg chg="addSp">
        <pc:chgData name="Nguyen Long" userId="e4e93a65-ca82-41ec-92c8-0e4fdb0a72ae" providerId="ADAL" clId="{AD3567C4-5CA2-4801-8990-94515F1A8105}" dt="2020-11-26T01:51:14.104" v="1195"/>
        <pc:sldMkLst>
          <pc:docMk/>
          <pc:sldMk cId="1910471789" sldId="331"/>
        </pc:sldMkLst>
        <pc:spChg chg="add">
          <ac:chgData name="Nguyen Long" userId="e4e93a65-ca82-41ec-92c8-0e4fdb0a72ae" providerId="ADAL" clId="{AD3567C4-5CA2-4801-8990-94515F1A8105}" dt="2020-11-26T01:51:14.104" v="1195"/>
          <ac:spMkLst>
            <pc:docMk/>
            <pc:sldMk cId="1910471789" sldId="331"/>
            <ac:spMk id="2" creationId="{EE00236A-67EF-4D5E-BE62-9690B5D39FA3}"/>
          </ac:spMkLst>
        </pc:spChg>
      </pc:sldChg>
      <pc:sldChg chg="add del">
        <pc:chgData name="Nguyen Long" userId="e4e93a65-ca82-41ec-92c8-0e4fdb0a72ae" providerId="ADAL" clId="{AD3567C4-5CA2-4801-8990-94515F1A8105}" dt="2020-11-26T01:25:11.305" v="1095" actId="47"/>
        <pc:sldMkLst>
          <pc:docMk/>
          <pc:sldMk cId="1566571103" sldId="332"/>
        </pc:sldMkLst>
      </pc:sldChg>
      <pc:sldChg chg="addSp delSp modSp add mod modAnim">
        <pc:chgData name="Nguyen Long" userId="e4e93a65-ca82-41ec-92c8-0e4fdb0a72ae" providerId="ADAL" clId="{AD3567C4-5CA2-4801-8990-94515F1A8105}" dt="2020-11-29T14:21:05.564" v="3564"/>
        <pc:sldMkLst>
          <pc:docMk/>
          <pc:sldMk cId="1649709414" sldId="332"/>
        </pc:sldMkLst>
        <pc:spChg chg="del">
          <ac:chgData name="Nguyen Long" userId="e4e93a65-ca82-41ec-92c8-0e4fdb0a72ae" providerId="ADAL" clId="{AD3567C4-5CA2-4801-8990-94515F1A8105}" dt="2020-11-26T01:58:31.341" v="1253" actId="478"/>
          <ac:spMkLst>
            <pc:docMk/>
            <pc:sldMk cId="1649709414" sldId="332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1:58:36.443" v="1254" actId="478"/>
          <ac:spMkLst>
            <pc:docMk/>
            <pc:sldMk cId="1649709414" sldId="332"/>
            <ac:spMk id="6" creationId="{24A1D2C2-320F-48DF-9B0E-E33D758407C0}"/>
          </ac:spMkLst>
        </pc:spChg>
        <pc:spChg chg="add mod">
          <ac:chgData name="Nguyen Long" userId="e4e93a65-ca82-41ec-92c8-0e4fdb0a72ae" providerId="ADAL" clId="{AD3567C4-5CA2-4801-8990-94515F1A8105}" dt="2020-11-26T02:04:00.452" v="1315" actId="12"/>
          <ac:spMkLst>
            <pc:docMk/>
            <pc:sldMk cId="1649709414" sldId="332"/>
            <ac:spMk id="17" creationId="{8770BD45-05D9-42B0-BF17-0F8196BB2672}"/>
          </ac:spMkLst>
        </pc:spChg>
        <pc:spChg chg="add mod">
          <ac:chgData name="Nguyen Long" userId="e4e93a65-ca82-41ec-92c8-0e4fdb0a72ae" providerId="ADAL" clId="{AD3567C4-5CA2-4801-8990-94515F1A8105}" dt="2020-11-26T02:04:59.296" v="1323" actId="14100"/>
          <ac:spMkLst>
            <pc:docMk/>
            <pc:sldMk cId="1649709414" sldId="332"/>
            <ac:spMk id="19" creationId="{1A074D60-51E3-4AEF-ADE9-D6965FA53138}"/>
          </ac:spMkLst>
        </pc:spChg>
        <pc:spChg chg="mod">
          <ac:chgData name="Nguyen Long" userId="e4e93a65-ca82-41ec-92c8-0e4fdb0a72ae" providerId="ADAL" clId="{AD3567C4-5CA2-4801-8990-94515F1A8105}" dt="2020-11-26T01:58:43.182" v="1284" actId="1035"/>
          <ac:spMkLst>
            <pc:docMk/>
            <pc:sldMk cId="1649709414" sldId="332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2:01:50.004" v="1286" actId="1076"/>
          <ac:picMkLst>
            <pc:docMk/>
            <pc:sldMk cId="1649709414" sldId="332"/>
            <ac:picMk id="8" creationId="{A1D7E07F-BB4A-459A-AEFE-1A19AEA620F8}"/>
          </ac:picMkLst>
        </pc:picChg>
        <pc:picChg chg="add mod">
          <ac:chgData name="Nguyen Long" userId="e4e93a65-ca82-41ec-92c8-0e4fdb0a72ae" providerId="ADAL" clId="{AD3567C4-5CA2-4801-8990-94515F1A8105}" dt="2020-11-26T02:02:37.453" v="1288" actId="1076"/>
          <ac:picMkLst>
            <pc:docMk/>
            <pc:sldMk cId="1649709414" sldId="332"/>
            <ac:picMk id="10" creationId="{9C02D13F-7862-4C37-8F93-0A63AF018F86}"/>
          </ac:picMkLst>
        </pc:picChg>
        <pc:picChg chg="add mod">
          <ac:chgData name="Nguyen Long" userId="e4e93a65-ca82-41ec-92c8-0e4fdb0a72ae" providerId="ADAL" clId="{AD3567C4-5CA2-4801-8990-94515F1A8105}" dt="2020-11-26T02:02:50.072" v="1290" actId="1076"/>
          <ac:picMkLst>
            <pc:docMk/>
            <pc:sldMk cId="1649709414" sldId="332"/>
            <ac:picMk id="12" creationId="{BAB9B48B-CEE9-4741-9B06-84A3A565D684}"/>
          </ac:picMkLst>
        </pc:picChg>
        <pc:picChg chg="add mod">
          <ac:chgData name="Nguyen Long" userId="e4e93a65-ca82-41ec-92c8-0e4fdb0a72ae" providerId="ADAL" clId="{AD3567C4-5CA2-4801-8990-94515F1A8105}" dt="2020-11-26T02:03:51.992" v="1314" actId="1035"/>
          <ac:picMkLst>
            <pc:docMk/>
            <pc:sldMk cId="1649709414" sldId="332"/>
            <ac:picMk id="14" creationId="{4C5A721D-F1D1-4DAA-9DD4-72CA5848606D}"/>
          </ac:picMkLst>
        </pc:picChg>
        <pc:picChg chg="add del mod">
          <ac:chgData name="Nguyen Long" userId="e4e93a65-ca82-41ec-92c8-0e4fdb0a72ae" providerId="ADAL" clId="{AD3567C4-5CA2-4801-8990-94515F1A8105}" dt="2020-11-26T02:05:32.856" v="1326" actId="478"/>
          <ac:picMkLst>
            <pc:docMk/>
            <pc:sldMk cId="1649709414" sldId="332"/>
            <ac:picMk id="20" creationId="{D8F9F432-627D-47E5-B9E4-C6BBC623855A}"/>
          </ac:picMkLst>
        </pc:picChg>
        <pc:picChg chg="add mod">
          <ac:chgData name="Nguyen Long" userId="e4e93a65-ca82-41ec-92c8-0e4fdb0a72ae" providerId="ADAL" clId="{AD3567C4-5CA2-4801-8990-94515F1A8105}" dt="2020-11-26T02:06:54.688" v="1328" actId="1076"/>
          <ac:picMkLst>
            <pc:docMk/>
            <pc:sldMk cId="1649709414" sldId="332"/>
            <ac:picMk id="22" creationId="{41665A30-87DC-4DB1-9933-A72676199674}"/>
          </ac:picMkLst>
        </pc:picChg>
      </pc:sldChg>
      <pc:sldChg chg="addSp delSp modSp add mod">
        <pc:chgData name="Nguyen Long" userId="e4e93a65-ca82-41ec-92c8-0e4fdb0a72ae" providerId="ADAL" clId="{AD3567C4-5CA2-4801-8990-94515F1A8105}" dt="2020-11-26T02:12:10.717" v="1375" actId="1076"/>
        <pc:sldMkLst>
          <pc:docMk/>
          <pc:sldMk cId="2435738948" sldId="333"/>
        </pc:sldMkLst>
        <pc:spChg chg="del">
          <ac:chgData name="Nguyen Long" userId="e4e93a65-ca82-41ec-92c8-0e4fdb0a72ae" providerId="ADAL" clId="{AD3567C4-5CA2-4801-8990-94515F1A8105}" dt="2020-11-26T02:08:39.890" v="1330" actId="478"/>
          <ac:spMkLst>
            <pc:docMk/>
            <pc:sldMk cId="2435738948" sldId="333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2:08:40.845" v="1331" actId="478"/>
          <ac:spMkLst>
            <pc:docMk/>
            <pc:sldMk cId="2435738948" sldId="333"/>
            <ac:spMk id="6" creationId="{B92E102A-7D36-4170-930F-A83EDE1DA179}"/>
          </ac:spMkLst>
        </pc:spChg>
        <pc:spChg chg="add mod">
          <ac:chgData name="Nguyen Long" userId="e4e93a65-ca82-41ec-92c8-0e4fdb0a72ae" providerId="ADAL" clId="{AD3567C4-5CA2-4801-8990-94515F1A8105}" dt="2020-11-26T02:10:04.647" v="1366" actId="14100"/>
          <ac:spMkLst>
            <pc:docMk/>
            <pc:sldMk cId="2435738948" sldId="333"/>
            <ac:spMk id="9" creationId="{B0BAD8CA-04A9-40B6-9615-1A3521D79F4B}"/>
          </ac:spMkLst>
        </pc:spChg>
        <pc:spChg chg="add mod">
          <ac:chgData name="Nguyen Long" userId="e4e93a65-ca82-41ec-92c8-0e4fdb0a72ae" providerId="ADAL" clId="{AD3567C4-5CA2-4801-8990-94515F1A8105}" dt="2020-11-26T02:11:37.694" v="1373" actId="1076"/>
          <ac:spMkLst>
            <pc:docMk/>
            <pc:sldMk cId="2435738948" sldId="333"/>
            <ac:spMk id="13" creationId="{8B8FAC8A-B369-4DBA-910F-60257A88855A}"/>
          </ac:spMkLst>
        </pc:spChg>
        <pc:spChg chg="mod">
          <ac:chgData name="Nguyen Long" userId="e4e93a65-ca82-41ec-92c8-0e4fdb0a72ae" providerId="ADAL" clId="{AD3567C4-5CA2-4801-8990-94515F1A8105}" dt="2020-11-26T02:08:47.318" v="1362" actId="1035"/>
          <ac:spMkLst>
            <pc:docMk/>
            <pc:sldMk cId="2435738948" sldId="333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2:10:18.600" v="1368" actId="1076"/>
          <ac:picMkLst>
            <pc:docMk/>
            <pc:sldMk cId="2435738948" sldId="333"/>
            <ac:picMk id="10" creationId="{0E2813CB-7E90-4CAB-8F6A-2CE7CE673481}"/>
          </ac:picMkLst>
        </pc:picChg>
        <pc:picChg chg="add mod">
          <ac:chgData name="Nguyen Long" userId="e4e93a65-ca82-41ec-92c8-0e4fdb0a72ae" providerId="ADAL" clId="{AD3567C4-5CA2-4801-8990-94515F1A8105}" dt="2020-11-26T02:12:10.717" v="1375" actId="1076"/>
          <ac:picMkLst>
            <pc:docMk/>
            <pc:sldMk cId="2435738948" sldId="333"/>
            <ac:picMk id="14" creationId="{D7D30FA6-E5DB-4F1B-8D58-E486F1C779C3}"/>
          </ac:picMkLst>
        </pc:picChg>
      </pc:sldChg>
      <pc:sldChg chg="addSp">
        <pc:chgData name="Nguyen Long" userId="e4e93a65-ca82-41ec-92c8-0e4fdb0a72ae" providerId="ADAL" clId="{AD3567C4-5CA2-4801-8990-94515F1A8105}" dt="2020-11-26T02:17:56.387" v="1403"/>
        <pc:sldMkLst>
          <pc:docMk/>
          <pc:sldMk cId="546838362" sldId="334"/>
        </pc:sldMkLst>
        <pc:spChg chg="add">
          <ac:chgData name="Nguyen Long" userId="e4e93a65-ca82-41ec-92c8-0e4fdb0a72ae" providerId="ADAL" clId="{AD3567C4-5CA2-4801-8990-94515F1A8105}" dt="2020-11-26T02:17:56.387" v="1403"/>
          <ac:spMkLst>
            <pc:docMk/>
            <pc:sldMk cId="546838362" sldId="334"/>
            <ac:spMk id="2" creationId="{8BCB54F2-FEC2-42A4-8B0B-20AA2AC5D722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9T09:04:39.075" v="2738"/>
        <pc:sldMkLst>
          <pc:docMk/>
          <pc:sldMk cId="552481527" sldId="334"/>
        </pc:sldMkLst>
        <pc:spChg chg="del">
          <ac:chgData name="Nguyen Long" userId="e4e93a65-ca82-41ec-92c8-0e4fdb0a72ae" providerId="ADAL" clId="{AD3567C4-5CA2-4801-8990-94515F1A8105}" dt="2020-11-26T02:16:43.695" v="1377" actId="478"/>
          <ac:spMkLst>
            <pc:docMk/>
            <pc:sldMk cId="552481527" sldId="334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2:16:46.639" v="1378" actId="478"/>
          <ac:spMkLst>
            <pc:docMk/>
            <pc:sldMk cId="552481527" sldId="334"/>
            <ac:spMk id="6" creationId="{0365C424-1A11-4EDA-9445-C9C752FFAF1A}"/>
          </ac:spMkLst>
        </pc:spChg>
        <pc:spChg chg="add mod">
          <ac:chgData name="Nguyen Long" userId="e4e93a65-ca82-41ec-92c8-0e4fdb0a72ae" providerId="ADAL" clId="{AD3567C4-5CA2-4801-8990-94515F1A8105}" dt="2020-11-26T02:20:58.994" v="1500" actId="1035"/>
          <ac:spMkLst>
            <pc:docMk/>
            <pc:sldMk cId="552481527" sldId="334"/>
            <ac:spMk id="9" creationId="{E680E60A-5E86-42A7-9786-DEA4FD027CD1}"/>
          </ac:spMkLst>
        </pc:spChg>
        <pc:spChg chg="add del mod">
          <ac:chgData name="Nguyen Long" userId="e4e93a65-ca82-41ec-92c8-0e4fdb0a72ae" providerId="ADAL" clId="{AD3567C4-5CA2-4801-8990-94515F1A8105}" dt="2020-11-26T02:20:07.760" v="1455"/>
          <ac:spMkLst>
            <pc:docMk/>
            <pc:sldMk cId="552481527" sldId="334"/>
            <ac:spMk id="12" creationId="{7D63D17D-B17E-454A-B711-6D7D1E8F9B9D}"/>
          </ac:spMkLst>
        </pc:spChg>
        <pc:spChg chg="add mod">
          <ac:chgData name="Nguyen Long" userId="e4e93a65-ca82-41ec-92c8-0e4fdb0a72ae" providerId="ADAL" clId="{AD3567C4-5CA2-4801-8990-94515F1A8105}" dt="2020-11-26T02:20:38.188" v="1470"/>
          <ac:spMkLst>
            <pc:docMk/>
            <pc:sldMk cId="552481527" sldId="334"/>
            <ac:spMk id="13" creationId="{E04E32B0-4012-4209-BC45-FB6774311633}"/>
          </ac:spMkLst>
        </pc:spChg>
        <pc:spChg chg="add mod">
          <ac:chgData name="Nguyen Long" userId="e4e93a65-ca82-41ec-92c8-0e4fdb0a72ae" providerId="ADAL" clId="{AD3567C4-5CA2-4801-8990-94515F1A8105}" dt="2020-11-26T02:26:17.644" v="1522" actId="123"/>
          <ac:spMkLst>
            <pc:docMk/>
            <pc:sldMk cId="552481527" sldId="334"/>
            <ac:spMk id="15" creationId="{02B3E970-A0E6-4858-9FE9-7C6560BA926B}"/>
          </ac:spMkLst>
        </pc:spChg>
        <pc:spChg chg="add mod">
          <ac:chgData name="Nguyen Long" userId="e4e93a65-ca82-41ec-92c8-0e4fdb0a72ae" providerId="ADAL" clId="{AD3567C4-5CA2-4801-8990-94515F1A8105}" dt="2020-11-26T02:27:38.761" v="1537" actId="1076"/>
          <ac:spMkLst>
            <pc:docMk/>
            <pc:sldMk cId="552481527" sldId="334"/>
            <ac:spMk id="21" creationId="{03DB9597-2F5B-4979-A99B-EAAF0390C3FA}"/>
          </ac:spMkLst>
        </pc:spChg>
        <pc:spChg chg="del mod">
          <ac:chgData name="Nguyen Long" userId="e4e93a65-ca82-41ec-92c8-0e4fdb0a72ae" providerId="ADAL" clId="{AD3567C4-5CA2-4801-8990-94515F1A8105}" dt="2020-11-26T02:20:42.010" v="1471" actId="478"/>
          <ac:spMkLst>
            <pc:docMk/>
            <pc:sldMk cId="552481527" sldId="334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2:24:37.182" v="1515" actId="1076"/>
          <ac:picMkLst>
            <pc:docMk/>
            <pc:sldMk cId="552481527" sldId="334"/>
            <ac:picMk id="10" creationId="{9352A0BE-90E7-4297-920E-6D52EB5DCC22}"/>
          </ac:picMkLst>
        </pc:picChg>
        <pc:picChg chg="add mod">
          <ac:chgData name="Nguyen Long" userId="e4e93a65-ca82-41ec-92c8-0e4fdb0a72ae" providerId="ADAL" clId="{AD3567C4-5CA2-4801-8990-94515F1A8105}" dt="2020-11-26T02:25:22.062" v="1518" actId="1076"/>
          <ac:picMkLst>
            <pc:docMk/>
            <pc:sldMk cId="552481527" sldId="334"/>
            <ac:picMk id="16" creationId="{5EBFD348-C27C-45F0-98A9-82D2C8B34379}"/>
          </ac:picMkLst>
        </pc:picChg>
        <pc:picChg chg="add mod">
          <ac:chgData name="Nguyen Long" userId="e4e93a65-ca82-41ec-92c8-0e4fdb0a72ae" providerId="ADAL" clId="{AD3567C4-5CA2-4801-8990-94515F1A8105}" dt="2020-11-26T02:26:57.875" v="1526" actId="1076"/>
          <ac:picMkLst>
            <pc:docMk/>
            <pc:sldMk cId="552481527" sldId="334"/>
            <ac:picMk id="18" creationId="{85BF3174-946B-44CC-A01B-CDBEB995B5F5}"/>
          </ac:picMkLst>
        </pc:picChg>
      </pc:sldChg>
      <pc:sldChg chg="addSp">
        <pc:chgData name="Nguyen Long" userId="e4e93a65-ca82-41ec-92c8-0e4fdb0a72ae" providerId="ADAL" clId="{AD3567C4-5CA2-4801-8990-94515F1A8105}" dt="2020-11-26T02:23:31.419" v="1501"/>
        <pc:sldMkLst>
          <pc:docMk/>
          <pc:sldMk cId="3462588219" sldId="334"/>
        </pc:sldMkLst>
        <pc:spChg chg="add">
          <ac:chgData name="Nguyen Long" userId="e4e93a65-ca82-41ec-92c8-0e4fdb0a72ae" providerId="ADAL" clId="{AD3567C4-5CA2-4801-8990-94515F1A8105}" dt="2020-11-26T02:23:31.419" v="1501"/>
          <ac:spMkLst>
            <pc:docMk/>
            <pc:sldMk cId="3462588219" sldId="334"/>
            <ac:spMk id="2" creationId="{29C2E730-7F2E-4D95-8174-FA20A066F965}"/>
          </ac:spMkLst>
        </pc:spChg>
      </pc:sldChg>
      <pc:sldChg chg="addSp">
        <pc:chgData name="Nguyen Long" userId="e4e93a65-ca82-41ec-92c8-0e4fdb0a72ae" providerId="ADAL" clId="{AD3567C4-5CA2-4801-8990-94515F1A8105}" dt="2020-11-26T02:33:09.798" v="1582"/>
        <pc:sldMkLst>
          <pc:docMk/>
          <pc:sldMk cId="572843029" sldId="335"/>
        </pc:sldMkLst>
        <pc:spChg chg="add">
          <ac:chgData name="Nguyen Long" userId="e4e93a65-ca82-41ec-92c8-0e4fdb0a72ae" providerId="ADAL" clId="{AD3567C4-5CA2-4801-8990-94515F1A8105}" dt="2020-11-26T02:33:09.798" v="1582"/>
          <ac:spMkLst>
            <pc:docMk/>
            <pc:sldMk cId="572843029" sldId="335"/>
            <ac:spMk id="2" creationId="{D6864D0C-A059-439C-9845-9960B78ADE00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9T14:28:30.883" v="3572"/>
        <pc:sldMkLst>
          <pc:docMk/>
          <pc:sldMk cId="823410867" sldId="335"/>
        </pc:sldMkLst>
        <pc:spChg chg="del">
          <ac:chgData name="Nguyen Long" userId="e4e93a65-ca82-41ec-92c8-0e4fdb0a72ae" providerId="ADAL" clId="{AD3567C4-5CA2-4801-8990-94515F1A8105}" dt="2020-11-26T02:28:37.526" v="1544" actId="478"/>
          <ac:spMkLst>
            <pc:docMk/>
            <pc:sldMk cId="823410867" sldId="335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2:28:40.905" v="1545" actId="478"/>
          <ac:spMkLst>
            <pc:docMk/>
            <pc:sldMk cId="823410867" sldId="335"/>
            <ac:spMk id="6" creationId="{02B18222-D115-4785-A345-A87E658E708C}"/>
          </ac:spMkLst>
        </pc:spChg>
        <pc:spChg chg="add mod">
          <ac:chgData name="Nguyen Long" userId="e4e93a65-ca82-41ec-92c8-0e4fdb0a72ae" providerId="ADAL" clId="{AD3567C4-5CA2-4801-8990-94515F1A8105}" dt="2020-11-26T02:36:42.401" v="1624" actId="1076"/>
          <ac:spMkLst>
            <pc:docMk/>
            <pc:sldMk cId="823410867" sldId="335"/>
            <ac:spMk id="11" creationId="{F1524E0E-6C5F-4364-A970-A9A0704B2675}"/>
          </ac:spMkLst>
        </pc:spChg>
        <pc:spChg chg="add mod">
          <ac:chgData name="Nguyen Long" userId="e4e93a65-ca82-41ec-92c8-0e4fdb0a72ae" providerId="ADAL" clId="{AD3567C4-5CA2-4801-8990-94515F1A8105}" dt="2020-11-26T02:38:26.380" v="1670" actId="1035"/>
          <ac:spMkLst>
            <pc:docMk/>
            <pc:sldMk cId="823410867" sldId="335"/>
            <ac:spMk id="15" creationId="{CC767A63-6F3B-4BD5-B8FA-686010EF0763}"/>
          </ac:spMkLst>
        </pc:spChg>
        <pc:spChg chg="add mod">
          <ac:chgData name="Nguyen Long" userId="e4e93a65-ca82-41ec-92c8-0e4fdb0a72ae" providerId="ADAL" clId="{AD3567C4-5CA2-4801-8990-94515F1A8105}" dt="2020-11-26T02:40:18.362" v="1679" actId="1076"/>
          <ac:spMkLst>
            <pc:docMk/>
            <pc:sldMk cId="823410867" sldId="335"/>
            <ac:spMk id="21" creationId="{2159E5B2-4613-4188-8DBE-081BF4DF76FE}"/>
          </ac:spMkLst>
        </pc:spChg>
        <pc:spChg chg="add mod">
          <ac:chgData name="Nguyen Long" userId="e4e93a65-ca82-41ec-92c8-0e4fdb0a72ae" providerId="ADAL" clId="{AD3567C4-5CA2-4801-8990-94515F1A8105}" dt="2020-11-26T02:40:32.837" v="1684" actId="1076"/>
          <ac:spMkLst>
            <pc:docMk/>
            <pc:sldMk cId="823410867" sldId="335"/>
            <ac:spMk id="23" creationId="{93B80F72-AEE9-41E5-BA5B-0116B6F6DFC6}"/>
          </ac:spMkLst>
        </pc:spChg>
        <pc:spChg chg="mod">
          <ac:chgData name="Nguyen Long" userId="e4e93a65-ca82-41ec-92c8-0e4fdb0a72ae" providerId="ADAL" clId="{AD3567C4-5CA2-4801-8990-94515F1A8105}" dt="2020-11-26T02:28:58.375" v="1571"/>
          <ac:spMkLst>
            <pc:docMk/>
            <pc:sldMk cId="823410867" sldId="335"/>
            <ac:spMk id="29" creationId="{3B44278A-8FC8-4EFB-A5FC-1EB70F6E7976}"/>
          </ac:spMkLst>
        </pc:spChg>
        <pc:spChg chg="del mod">
          <ac:chgData name="Nguyen Long" userId="e4e93a65-ca82-41ec-92c8-0e4fdb0a72ae" providerId="ADAL" clId="{AD3567C4-5CA2-4801-8990-94515F1A8105}" dt="2020-11-26T02:41:33.312" v="1767" actId="478"/>
          <ac:spMkLst>
            <pc:docMk/>
            <pc:sldMk cId="823410867" sldId="335"/>
            <ac:spMk id="32" creationId="{D07B9FD0-0225-4A42-9F21-47694F5386C6}"/>
          </ac:spMkLst>
        </pc:spChg>
        <pc:spChg chg="mod">
          <ac:chgData name="Nguyen Long" userId="e4e93a65-ca82-41ec-92c8-0e4fdb0a72ae" providerId="ADAL" clId="{AD3567C4-5CA2-4801-8990-94515F1A8105}" dt="2020-11-26T02:42:15.071" v="1781" actId="14100"/>
          <ac:spMkLst>
            <pc:docMk/>
            <pc:sldMk cId="823410867" sldId="335"/>
            <ac:spMk id="33" creationId="{E8A098DD-BC5C-4307-8C33-9B213B3FC36D}"/>
          </ac:spMkLst>
        </pc:spChg>
        <pc:grpChg chg="add mod">
          <ac:chgData name="Nguyen Long" userId="e4e93a65-ca82-41ec-92c8-0e4fdb0a72ae" providerId="ADAL" clId="{AD3567C4-5CA2-4801-8990-94515F1A8105}" dt="2020-11-26T02:42:39.599" v="1788" actId="164"/>
          <ac:grpSpMkLst>
            <pc:docMk/>
            <pc:sldMk cId="823410867" sldId="335"/>
            <ac:grpSpMk id="28" creationId="{D5CAEFEF-C28E-46CB-A43E-05B067708B2C}"/>
          </ac:grpSpMkLst>
        </pc:grpChg>
        <pc:grpChg chg="del mod">
          <ac:chgData name="Nguyen Long" userId="e4e93a65-ca82-41ec-92c8-0e4fdb0a72ae" providerId="ADAL" clId="{AD3567C4-5CA2-4801-8990-94515F1A8105}" dt="2020-11-26T02:41:33.312" v="1767" actId="478"/>
          <ac:grpSpMkLst>
            <pc:docMk/>
            <pc:sldMk cId="823410867" sldId="335"/>
            <ac:grpSpMk id="30" creationId="{0E601582-DFA3-429A-B377-4E111A781C3F}"/>
          </ac:grpSpMkLst>
        </pc:grpChg>
        <pc:grpChg chg="add mod">
          <ac:chgData name="Nguyen Long" userId="e4e93a65-ca82-41ec-92c8-0e4fdb0a72ae" providerId="ADAL" clId="{AD3567C4-5CA2-4801-8990-94515F1A8105}" dt="2020-11-26T02:42:39.599" v="1788" actId="164"/>
          <ac:grpSpMkLst>
            <pc:docMk/>
            <pc:sldMk cId="823410867" sldId="335"/>
            <ac:grpSpMk id="36" creationId="{6CAD6D5F-1267-484A-BB33-0A9C12903A28}"/>
          </ac:grpSpMkLst>
        </pc:grpChg>
        <pc:picChg chg="add mod">
          <ac:chgData name="Nguyen Long" userId="e4e93a65-ca82-41ec-92c8-0e4fdb0a72ae" providerId="ADAL" clId="{AD3567C4-5CA2-4801-8990-94515F1A8105}" dt="2020-11-26T02:35:42.172" v="1609" actId="1076"/>
          <ac:picMkLst>
            <pc:docMk/>
            <pc:sldMk cId="823410867" sldId="335"/>
            <ac:picMk id="8" creationId="{02476BBE-EAB6-401C-9F5A-FD7B48678C1E}"/>
          </ac:picMkLst>
        </pc:picChg>
        <pc:picChg chg="add mod">
          <ac:chgData name="Nguyen Long" userId="e4e93a65-ca82-41ec-92c8-0e4fdb0a72ae" providerId="ADAL" clId="{AD3567C4-5CA2-4801-8990-94515F1A8105}" dt="2020-11-26T02:35:39.623" v="1608" actId="1076"/>
          <ac:picMkLst>
            <pc:docMk/>
            <pc:sldMk cId="823410867" sldId="335"/>
            <ac:picMk id="12" creationId="{06E08E9B-598F-4A64-BF20-A19900C3B23C}"/>
          </ac:picMkLst>
        </pc:picChg>
        <pc:picChg chg="add mod">
          <ac:chgData name="Nguyen Long" userId="e4e93a65-ca82-41ec-92c8-0e4fdb0a72ae" providerId="ADAL" clId="{AD3567C4-5CA2-4801-8990-94515F1A8105}" dt="2020-11-26T02:38:26.380" v="1670" actId="1035"/>
          <ac:picMkLst>
            <pc:docMk/>
            <pc:sldMk cId="823410867" sldId="335"/>
            <ac:picMk id="16" creationId="{8B5A9CD3-A145-481D-AED3-C1E0512661EC}"/>
          </ac:picMkLst>
        </pc:picChg>
        <pc:picChg chg="add mod">
          <ac:chgData name="Nguyen Long" userId="e4e93a65-ca82-41ec-92c8-0e4fdb0a72ae" providerId="ADAL" clId="{AD3567C4-5CA2-4801-8990-94515F1A8105}" dt="2020-11-26T02:40:19.588" v="1680" actId="1076"/>
          <ac:picMkLst>
            <pc:docMk/>
            <pc:sldMk cId="823410867" sldId="335"/>
            <ac:picMk id="18" creationId="{D9364313-D126-473E-9743-1BF6F850F263}"/>
          </ac:picMkLst>
        </pc:picChg>
        <pc:picChg chg="add mod">
          <ac:chgData name="Nguyen Long" userId="e4e93a65-ca82-41ec-92c8-0e4fdb0a72ae" providerId="ADAL" clId="{AD3567C4-5CA2-4801-8990-94515F1A8105}" dt="2020-11-26T02:40:34.736" v="1685" actId="1076"/>
          <ac:picMkLst>
            <pc:docMk/>
            <pc:sldMk cId="823410867" sldId="335"/>
            <ac:picMk id="24" creationId="{76C78F67-4CB3-4F96-B61C-37C079F39AE3}"/>
          </ac:picMkLst>
        </pc:picChg>
        <pc:picChg chg="add mod">
          <ac:chgData name="Nguyen Long" userId="e4e93a65-ca82-41ec-92c8-0e4fdb0a72ae" providerId="ADAL" clId="{AD3567C4-5CA2-4801-8990-94515F1A8105}" dt="2020-11-26T02:42:39.599" v="1788" actId="164"/>
          <ac:picMkLst>
            <pc:docMk/>
            <pc:sldMk cId="823410867" sldId="335"/>
            <ac:picMk id="26" creationId="{9D754C69-D6FA-409A-8EAE-E5E07351230B}"/>
          </ac:picMkLst>
        </pc:picChg>
        <pc:cxnChg chg="mod">
          <ac:chgData name="Nguyen Long" userId="e4e93a65-ca82-41ec-92c8-0e4fdb0a72ae" providerId="ADAL" clId="{AD3567C4-5CA2-4801-8990-94515F1A8105}" dt="2020-11-26T02:42:31.398" v="1787" actId="1037"/>
          <ac:cxnSpMkLst>
            <pc:docMk/>
            <pc:sldMk cId="823410867" sldId="335"/>
            <ac:cxnSpMk id="31" creationId="{1BB40B64-7936-429A-B0F3-B5F8E2DAA3EB}"/>
          </ac:cxnSpMkLst>
        </pc:cxnChg>
      </pc:sldChg>
      <pc:sldChg chg="addSp">
        <pc:chgData name="Nguyen Long" userId="e4e93a65-ca82-41ec-92c8-0e4fdb0a72ae" providerId="ADAL" clId="{AD3567C4-5CA2-4801-8990-94515F1A8105}" dt="2020-11-26T02:49:05.648" v="1831"/>
        <pc:sldMkLst>
          <pc:docMk/>
          <pc:sldMk cId="2329735043" sldId="336"/>
        </pc:sldMkLst>
        <pc:spChg chg="add">
          <ac:chgData name="Nguyen Long" userId="e4e93a65-ca82-41ec-92c8-0e4fdb0a72ae" providerId="ADAL" clId="{AD3567C4-5CA2-4801-8990-94515F1A8105}" dt="2020-11-26T02:49:05.648" v="1831"/>
          <ac:spMkLst>
            <pc:docMk/>
            <pc:sldMk cId="2329735043" sldId="336"/>
            <ac:spMk id="2" creationId="{20A31CB0-C087-483E-B546-117B3BBD1A28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6T02:51:38.213" v="1898"/>
        <pc:sldMkLst>
          <pc:docMk/>
          <pc:sldMk cId="2969133937" sldId="336"/>
        </pc:sldMkLst>
        <pc:spChg chg="del">
          <ac:chgData name="Nguyen Long" userId="e4e93a65-ca82-41ec-92c8-0e4fdb0a72ae" providerId="ADAL" clId="{AD3567C4-5CA2-4801-8990-94515F1A8105}" dt="2020-11-26T02:45:04.960" v="1790" actId="478"/>
          <ac:spMkLst>
            <pc:docMk/>
            <pc:sldMk cId="2969133937" sldId="336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2:45:07.125" v="1791" actId="478"/>
          <ac:spMkLst>
            <pc:docMk/>
            <pc:sldMk cId="2969133937" sldId="336"/>
            <ac:spMk id="6" creationId="{09A606C8-BE0D-4085-8ADA-80493F37D36E}"/>
          </ac:spMkLst>
        </pc:spChg>
        <pc:spChg chg="add mod">
          <ac:chgData name="Nguyen Long" userId="e4e93a65-ca82-41ec-92c8-0e4fdb0a72ae" providerId="ADAL" clId="{AD3567C4-5CA2-4801-8990-94515F1A8105}" dt="2020-11-26T02:50:26.595" v="1869" actId="208"/>
          <ac:spMkLst>
            <pc:docMk/>
            <pc:sldMk cId="2969133937" sldId="336"/>
            <ac:spMk id="9" creationId="{3DA54232-1338-4C5F-8B4D-DB4ABB1075BE}"/>
          </ac:spMkLst>
        </pc:spChg>
        <pc:spChg chg="add mod">
          <ac:chgData name="Nguyen Long" userId="e4e93a65-ca82-41ec-92c8-0e4fdb0a72ae" providerId="ADAL" clId="{AD3567C4-5CA2-4801-8990-94515F1A8105}" dt="2020-11-26T02:51:15.510" v="1892" actId="1035"/>
          <ac:spMkLst>
            <pc:docMk/>
            <pc:sldMk cId="2969133937" sldId="336"/>
            <ac:spMk id="19" creationId="{7841F452-21DD-454A-9DC3-78DC7A8D0E2E}"/>
          </ac:spMkLst>
        </pc:spChg>
        <pc:spChg chg="del">
          <ac:chgData name="Nguyen Long" userId="e4e93a65-ca82-41ec-92c8-0e4fdb0a72ae" providerId="ADAL" clId="{AD3567C4-5CA2-4801-8990-94515F1A8105}" dt="2020-11-26T02:45:00.203" v="1789" actId="478"/>
          <ac:spMkLst>
            <pc:docMk/>
            <pc:sldMk cId="2969133937" sldId="336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2:51:05.663" v="1876" actId="1076"/>
          <ac:picMkLst>
            <pc:docMk/>
            <pc:sldMk cId="2969133937" sldId="336"/>
            <ac:picMk id="10" creationId="{CA812973-CB5F-4F75-BDC5-314AA3941454}"/>
          </ac:picMkLst>
        </pc:picChg>
        <pc:picChg chg="add del mod">
          <ac:chgData name="Nguyen Long" userId="e4e93a65-ca82-41ec-92c8-0e4fdb0a72ae" providerId="ADAL" clId="{AD3567C4-5CA2-4801-8990-94515F1A8105}" dt="2020-11-26T02:48:07" v="1826" actId="478"/>
          <ac:picMkLst>
            <pc:docMk/>
            <pc:sldMk cId="2969133937" sldId="336"/>
            <ac:picMk id="12" creationId="{06C3EF39-A2E2-40DB-BE45-F809BB4BAA74}"/>
          </ac:picMkLst>
        </pc:picChg>
        <pc:picChg chg="add mod">
          <ac:chgData name="Nguyen Long" userId="e4e93a65-ca82-41ec-92c8-0e4fdb0a72ae" providerId="ADAL" clId="{AD3567C4-5CA2-4801-8990-94515F1A8105}" dt="2020-11-26T02:51:19.793" v="1893" actId="1076"/>
          <ac:picMkLst>
            <pc:docMk/>
            <pc:sldMk cId="2969133937" sldId="336"/>
            <ac:picMk id="14" creationId="{536B9413-E22E-4046-A60F-2025090F3099}"/>
          </ac:picMkLst>
        </pc:picChg>
        <pc:picChg chg="add mod">
          <ac:chgData name="Nguyen Long" userId="e4e93a65-ca82-41ec-92c8-0e4fdb0a72ae" providerId="ADAL" clId="{AD3567C4-5CA2-4801-8990-94515F1A8105}" dt="2020-11-26T02:51:07.253" v="1877" actId="1076"/>
          <ac:picMkLst>
            <pc:docMk/>
            <pc:sldMk cId="2969133937" sldId="336"/>
            <ac:picMk id="16" creationId="{C989545B-15D2-4213-A43D-86FD9DE85A4A}"/>
          </ac:picMkLst>
        </pc:picChg>
      </pc:sldChg>
      <pc:sldChg chg="addSp delSp modSp add mod modAnim">
        <pc:chgData name="Nguyen Long" userId="e4e93a65-ca82-41ec-92c8-0e4fdb0a72ae" providerId="ADAL" clId="{AD3567C4-5CA2-4801-8990-94515F1A8105}" dt="2020-11-26T02:59:55.452" v="1967"/>
        <pc:sldMkLst>
          <pc:docMk/>
          <pc:sldMk cId="4139985948" sldId="337"/>
        </pc:sldMkLst>
        <pc:spChg chg="del">
          <ac:chgData name="Nguyen Long" userId="e4e93a65-ca82-41ec-92c8-0e4fdb0a72ae" providerId="ADAL" clId="{AD3567C4-5CA2-4801-8990-94515F1A8105}" dt="2020-11-26T02:52:25.139" v="1899" actId="478"/>
          <ac:spMkLst>
            <pc:docMk/>
            <pc:sldMk cId="4139985948" sldId="337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2:52:29.030" v="1900" actId="478"/>
          <ac:spMkLst>
            <pc:docMk/>
            <pc:sldMk cId="4139985948" sldId="337"/>
            <ac:spMk id="6" creationId="{82F29E28-B98D-4946-8829-69D90ED80CCC}"/>
          </ac:spMkLst>
        </pc:spChg>
        <pc:spChg chg="add mod">
          <ac:chgData name="Nguyen Long" userId="e4e93a65-ca82-41ec-92c8-0e4fdb0a72ae" providerId="ADAL" clId="{AD3567C4-5CA2-4801-8990-94515F1A8105}" dt="2020-11-26T02:56:54.029" v="1945" actId="14100"/>
          <ac:spMkLst>
            <pc:docMk/>
            <pc:sldMk cId="4139985948" sldId="337"/>
            <ac:spMk id="9" creationId="{DFCFBB80-22A4-43AB-A06F-DC6AF74E4D44}"/>
          </ac:spMkLst>
        </pc:spChg>
        <pc:spChg chg="add mod">
          <ac:chgData name="Nguyen Long" userId="e4e93a65-ca82-41ec-92c8-0e4fdb0a72ae" providerId="ADAL" clId="{AD3567C4-5CA2-4801-8990-94515F1A8105}" dt="2020-11-26T02:59:24.662" v="1960" actId="1076"/>
          <ac:spMkLst>
            <pc:docMk/>
            <pc:sldMk cId="4139985948" sldId="337"/>
            <ac:spMk id="17" creationId="{07B435E5-3036-4496-B965-6351789DDCFE}"/>
          </ac:spMkLst>
        </pc:spChg>
        <pc:spChg chg="mod">
          <ac:chgData name="Nguyen Long" userId="e4e93a65-ca82-41ec-92c8-0e4fdb0a72ae" providerId="ADAL" clId="{AD3567C4-5CA2-4801-8990-94515F1A8105}" dt="2020-11-26T02:52:51.320" v="1936"/>
          <ac:spMkLst>
            <pc:docMk/>
            <pc:sldMk cId="4139985948" sldId="337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2:59:26.218" v="1961" actId="1076"/>
          <ac:picMkLst>
            <pc:docMk/>
            <pc:sldMk cId="4139985948" sldId="337"/>
            <ac:picMk id="10" creationId="{92EC878E-A578-4A16-AF4D-BD15180CDC6D}"/>
          </ac:picMkLst>
        </pc:picChg>
        <pc:picChg chg="add del mod">
          <ac:chgData name="Nguyen Long" userId="e4e93a65-ca82-41ec-92c8-0e4fdb0a72ae" providerId="ADAL" clId="{AD3567C4-5CA2-4801-8990-94515F1A8105}" dt="2020-11-26T02:58:41.579" v="1950" actId="478"/>
          <ac:picMkLst>
            <pc:docMk/>
            <pc:sldMk cId="4139985948" sldId="337"/>
            <ac:picMk id="12" creationId="{2387A2A6-4C43-411E-93F1-E4506C77B5F2}"/>
          </ac:picMkLst>
        </pc:picChg>
        <pc:picChg chg="add mod">
          <ac:chgData name="Nguyen Long" userId="e4e93a65-ca82-41ec-92c8-0e4fdb0a72ae" providerId="ADAL" clId="{AD3567C4-5CA2-4801-8990-94515F1A8105}" dt="2020-11-26T02:59:35.918" v="1963" actId="1076"/>
          <ac:picMkLst>
            <pc:docMk/>
            <pc:sldMk cId="4139985948" sldId="337"/>
            <ac:picMk id="14" creationId="{D2111F96-F891-40BB-AF36-10C8AC19117C}"/>
          </ac:picMkLst>
        </pc:picChg>
      </pc:sldChg>
      <pc:sldChg chg="addSp">
        <pc:chgData name="Nguyen Long" userId="e4e93a65-ca82-41ec-92c8-0e4fdb0a72ae" providerId="ADAL" clId="{AD3567C4-5CA2-4801-8990-94515F1A8105}" dt="2020-11-26T03:05:12.410" v="2005"/>
        <pc:sldMkLst>
          <pc:docMk/>
          <pc:sldMk cId="3214316055" sldId="338"/>
        </pc:sldMkLst>
        <pc:spChg chg="add">
          <ac:chgData name="Nguyen Long" userId="e4e93a65-ca82-41ec-92c8-0e4fdb0a72ae" providerId="ADAL" clId="{AD3567C4-5CA2-4801-8990-94515F1A8105}" dt="2020-11-26T03:05:12.410" v="2005"/>
          <ac:spMkLst>
            <pc:docMk/>
            <pc:sldMk cId="3214316055" sldId="338"/>
            <ac:spMk id="2" creationId="{912782D5-AE2A-4A6F-ACFB-7E553FEF5FA6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9T14:36:23.712" v="3580"/>
        <pc:sldMkLst>
          <pc:docMk/>
          <pc:sldMk cId="3256425225" sldId="338"/>
        </pc:sldMkLst>
        <pc:spChg chg="del">
          <ac:chgData name="Nguyen Long" userId="e4e93a65-ca82-41ec-92c8-0e4fdb0a72ae" providerId="ADAL" clId="{AD3567C4-5CA2-4801-8990-94515F1A8105}" dt="2020-11-26T03:00:25.505" v="1969" actId="478"/>
          <ac:spMkLst>
            <pc:docMk/>
            <pc:sldMk cId="3256425225" sldId="338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3:00:27.888" v="1970" actId="478"/>
          <ac:spMkLst>
            <pc:docMk/>
            <pc:sldMk cId="3256425225" sldId="338"/>
            <ac:spMk id="6" creationId="{7BA82EAB-7F97-4470-95B4-4A46C287E683}"/>
          </ac:spMkLst>
        </pc:spChg>
        <pc:spChg chg="add mod">
          <ac:chgData name="Nguyen Long" userId="e4e93a65-ca82-41ec-92c8-0e4fdb0a72ae" providerId="ADAL" clId="{AD3567C4-5CA2-4801-8990-94515F1A8105}" dt="2020-11-26T03:04:32.367" v="2002" actId="20577"/>
          <ac:spMkLst>
            <pc:docMk/>
            <pc:sldMk cId="3256425225" sldId="338"/>
            <ac:spMk id="9" creationId="{357B43FD-D877-4528-A33A-707A45090BF8}"/>
          </ac:spMkLst>
        </pc:spChg>
        <pc:spChg chg="add del mod">
          <ac:chgData name="Nguyen Long" userId="e4e93a65-ca82-41ec-92c8-0e4fdb0a72ae" providerId="ADAL" clId="{AD3567C4-5CA2-4801-8990-94515F1A8105}" dt="2020-11-26T03:04:08.587" v="1998" actId="478"/>
          <ac:spMkLst>
            <pc:docMk/>
            <pc:sldMk cId="3256425225" sldId="338"/>
            <ac:spMk id="13" creationId="{367E0DF6-F77D-4A15-95B1-2442DF90B816}"/>
          </ac:spMkLst>
        </pc:spChg>
        <pc:spChg chg="add mod">
          <ac:chgData name="Nguyen Long" userId="e4e93a65-ca82-41ec-92c8-0e4fdb0a72ae" providerId="ADAL" clId="{AD3567C4-5CA2-4801-8990-94515F1A8105}" dt="2020-11-26T03:06:19.296" v="2019" actId="1076"/>
          <ac:spMkLst>
            <pc:docMk/>
            <pc:sldMk cId="3256425225" sldId="338"/>
            <ac:spMk id="17" creationId="{2522B8EB-6982-4C3E-B127-CA12B62DB195}"/>
          </ac:spMkLst>
        </pc:spChg>
        <pc:spChg chg="add mod">
          <ac:chgData name="Nguyen Long" userId="e4e93a65-ca82-41ec-92c8-0e4fdb0a72ae" providerId="ADAL" clId="{AD3567C4-5CA2-4801-8990-94515F1A8105}" dt="2020-11-29T14:36:22.143" v="3579" actId="164"/>
          <ac:spMkLst>
            <pc:docMk/>
            <pc:sldMk cId="3256425225" sldId="338"/>
            <ac:spMk id="23" creationId="{249F79CD-E37F-44BE-972A-8EF13D283FB9}"/>
          </ac:spMkLst>
        </pc:spChg>
        <pc:spChg chg="mod">
          <ac:chgData name="Nguyen Long" userId="e4e93a65-ca82-41ec-92c8-0e4fdb0a72ae" providerId="ADAL" clId="{AD3567C4-5CA2-4801-8990-94515F1A8105}" dt="2020-11-26T03:07:46.714" v="2035" actId="14100"/>
          <ac:spMkLst>
            <pc:docMk/>
            <pc:sldMk cId="3256425225" sldId="338"/>
            <ac:spMk id="27" creationId="{D756F2AD-044C-4D97-8FBD-32636C184640}"/>
          </ac:spMkLst>
        </pc:spChg>
        <pc:spChg chg="del">
          <ac:chgData name="Nguyen Long" userId="e4e93a65-ca82-41ec-92c8-0e4fdb0a72ae" providerId="ADAL" clId="{AD3567C4-5CA2-4801-8990-94515F1A8105}" dt="2020-11-26T03:00:21.993" v="1968" actId="478"/>
          <ac:spMkLst>
            <pc:docMk/>
            <pc:sldMk cId="3256425225" sldId="338"/>
            <ac:spMk id="29" creationId="{3B44278A-8FC8-4EFB-A5FC-1EB70F6E7976}"/>
          </ac:spMkLst>
        </pc:spChg>
        <pc:grpChg chg="add mod">
          <ac:chgData name="Nguyen Long" userId="e4e93a65-ca82-41ec-92c8-0e4fdb0a72ae" providerId="ADAL" clId="{AD3567C4-5CA2-4801-8990-94515F1A8105}" dt="2020-11-29T14:36:22.143" v="3579" actId="164"/>
          <ac:grpSpMkLst>
            <pc:docMk/>
            <pc:sldMk cId="3256425225" sldId="338"/>
            <ac:grpSpMk id="2" creationId="{24E4060B-AF7C-4C63-8831-50CB4F72A221}"/>
          </ac:grpSpMkLst>
        </pc:grpChg>
        <pc:grpChg chg="add del mod">
          <ac:chgData name="Nguyen Long" userId="e4e93a65-ca82-41ec-92c8-0e4fdb0a72ae" providerId="ADAL" clId="{AD3567C4-5CA2-4801-8990-94515F1A8105}" dt="2020-11-26T03:07:26.673" v="2030" actId="478"/>
          <ac:grpSpMkLst>
            <pc:docMk/>
            <pc:sldMk cId="3256425225" sldId="338"/>
            <ac:grpSpMk id="24" creationId="{A4495181-7A3C-4210-89F3-88C2D81C875B}"/>
          </ac:grpSpMkLst>
        </pc:grpChg>
        <pc:grpChg chg="mod topLvl">
          <ac:chgData name="Nguyen Long" userId="e4e93a65-ca82-41ec-92c8-0e4fdb0a72ae" providerId="ADAL" clId="{AD3567C4-5CA2-4801-8990-94515F1A8105}" dt="2020-11-29T14:36:22.143" v="3579" actId="164"/>
          <ac:grpSpMkLst>
            <pc:docMk/>
            <pc:sldMk cId="3256425225" sldId="338"/>
            <ac:grpSpMk id="26" creationId="{119AD3DC-D257-46F7-8F7D-E6886375FE44}"/>
          </ac:grpSpMkLst>
        </pc:grpChg>
        <pc:picChg chg="add mod">
          <ac:chgData name="Nguyen Long" userId="e4e93a65-ca82-41ec-92c8-0e4fdb0a72ae" providerId="ADAL" clId="{AD3567C4-5CA2-4801-8990-94515F1A8105}" dt="2020-11-26T03:04:35.213" v="2003" actId="1076"/>
          <ac:picMkLst>
            <pc:docMk/>
            <pc:sldMk cId="3256425225" sldId="338"/>
            <ac:picMk id="10" creationId="{4A6BA810-60D8-4912-B93F-F686429694B7}"/>
          </ac:picMkLst>
        </pc:picChg>
        <pc:picChg chg="add mod">
          <ac:chgData name="Nguyen Long" userId="e4e93a65-ca82-41ec-92c8-0e4fdb0a72ae" providerId="ADAL" clId="{AD3567C4-5CA2-4801-8990-94515F1A8105}" dt="2020-11-26T03:04:36.918" v="2004" actId="1076"/>
          <ac:picMkLst>
            <pc:docMk/>
            <pc:sldMk cId="3256425225" sldId="338"/>
            <ac:picMk id="14" creationId="{F4BE8B1B-4A67-41B3-93E1-2123F1ED9D54}"/>
          </ac:picMkLst>
        </pc:picChg>
        <pc:picChg chg="add mod">
          <ac:chgData name="Nguyen Long" userId="e4e93a65-ca82-41ec-92c8-0e4fdb0a72ae" providerId="ADAL" clId="{AD3567C4-5CA2-4801-8990-94515F1A8105}" dt="2020-11-26T03:06:20.476" v="2020" actId="1076"/>
          <ac:picMkLst>
            <pc:docMk/>
            <pc:sldMk cId="3256425225" sldId="338"/>
            <ac:picMk id="18" creationId="{791F462F-3C9B-4153-8081-B0C76DD56043}"/>
          </ac:picMkLst>
        </pc:picChg>
        <pc:picChg chg="add mod">
          <ac:chgData name="Nguyen Long" userId="e4e93a65-ca82-41ec-92c8-0e4fdb0a72ae" providerId="ADAL" clId="{AD3567C4-5CA2-4801-8990-94515F1A8105}" dt="2020-11-26T03:06:22.958" v="2021" actId="1076"/>
          <ac:picMkLst>
            <pc:docMk/>
            <pc:sldMk cId="3256425225" sldId="338"/>
            <ac:picMk id="20" creationId="{6A66E1E7-16C3-4608-9585-E22B2EC50E99}"/>
          </ac:picMkLst>
        </pc:picChg>
        <pc:picChg chg="del mod topLvl">
          <ac:chgData name="Nguyen Long" userId="e4e93a65-ca82-41ec-92c8-0e4fdb0a72ae" providerId="ADAL" clId="{AD3567C4-5CA2-4801-8990-94515F1A8105}" dt="2020-11-26T03:07:26.673" v="2030" actId="478"/>
          <ac:picMkLst>
            <pc:docMk/>
            <pc:sldMk cId="3256425225" sldId="338"/>
            <ac:picMk id="25" creationId="{E84D0B69-4A4C-4C22-9C5F-7760C1D49DC9}"/>
          </ac:picMkLst>
        </pc:picChg>
        <pc:cxnChg chg="mod">
          <ac:chgData name="Nguyen Long" userId="e4e93a65-ca82-41ec-92c8-0e4fdb0a72ae" providerId="ADAL" clId="{AD3567C4-5CA2-4801-8990-94515F1A8105}" dt="2020-11-26T03:07:46.714" v="2035" actId="14100"/>
          <ac:cxnSpMkLst>
            <pc:docMk/>
            <pc:sldMk cId="3256425225" sldId="338"/>
            <ac:cxnSpMk id="28" creationId="{BF9D7CA9-8D59-4F48-83DA-B24009E57E58}"/>
          </ac:cxnSpMkLst>
        </pc:cxnChg>
      </pc:sldChg>
      <pc:sldChg chg="addSp delSp modSp add mod modAnim">
        <pc:chgData name="Nguyen Long" userId="e4e93a65-ca82-41ec-92c8-0e4fdb0a72ae" providerId="ADAL" clId="{AD3567C4-5CA2-4801-8990-94515F1A8105}" dt="2020-11-26T03:24:56.939" v="2083"/>
        <pc:sldMkLst>
          <pc:docMk/>
          <pc:sldMk cId="3094730242" sldId="339"/>
        </pc:sldMkLst>
        <pc:spChg chg="mod">
          <ac:chgData name="Nguyen Long" userId="e4e93a65-ca82-41ec-92c8-0e4fdb0a72ae" providerId="ADAL" clId="{AD3567C4-5CA2-4801-8990-94515F1A8105}" dt="2020-11-26T03:15:08.076" v="2036"/>
          <ac:spMkLst>
            <pc:docMk/>
            <pc:sldMk cId="3094730242" sldId="339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6T03:15:21.166" v="2037"/>
          <ac:spMkLst>
            <pc:docMk/>
            <pc:sldMk cId="3094730242" sldId="339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6T03:23:31.698" v="2076" actId="1076"/>
          <ac:spMkLst>
            <pc:docMk/>
            <pc:sldMk cId="3094730242" sldId="339"/>
            <ac:spMk id="19" creationId="{9871B2AF-2967-4420-8374-1BEE476107C7}"/>
          </ac:spMkLst>
        </pc:spChg>
        <pc:spChg chg="mod">
          <ac:chgData name="Nguyen Long" userId="e4e93a65-ca82-41ec-92c8-0e4fdb0a72ae" providerId="ADAL" clId="{AD3567C4-5CA2-4801-8990-94515F1A8105}" dt="2020-11-26T03:19:04.276" v="2057" actId="1076"/>
          <ac:spMkLst>
            <pc:docMk/>
            <pc:sldMk cId="3094730242" sldId="339"/>
            <ac:spMk id="29" creationId="{3B44278A-8FC8-4EFB-A5FC-1EB70F6E7976}"/>
          </ac:spMkLst>
        </pc:spChg>
        <pc:picChg chg="add del">
          <ac:chgData name="Nguyen Long" userId="e4e93a65-ca82-41ec-92c8-0e4fdb0a72ae" providerId="ADAL" clId="{AD3567C4-5CA2-4801-8990-94515F1A8105}" dt="2020-11-26T03:17:27.168" v="2054" actId="22"/>
          <ac:picMkLst>
            <pc:docMk/>
            <pc:sldMk cId="3094730242" sldId="339"/>
            <ac:picMk id="6" creationId="{9562B530-5F0D-42BB-8E8E-C35F9E9C9811}"/>
          </ac:picMkLst>
        </pc:picChg>
        <pc:picChg chg="add del mod">
          <ac:chgData name="Nguyen Long" userId="e4e93a65-ca82-41ec-92c8-0e4fdb0a72ae" providerId="ADAL" clId="{AD3567C4-5CA2-4801-8990-94515F1A8105}" dt="2020-11-26T03:19:54.267" v="2059" actId="478"/>
          <ac:picMkLst>
            <pc:docMk/>
            <pc:sldMk cId="3094730242" sldId="339"/>
            <ac:picMk id="8" creationId="{4EAD4BAC-A171-4E7D-9326-E4F9AE131FDE}"/>
          </ac:picMkLst>
        </pc:picChg>
        <pc:picChg chg="add del mod">
          <ac:chgData name="Nguyen Long" userId="e4e93a65-ca82-41ec-92c8-0e4fdb0a72ae" providerId="ADAL" clId="{AD3567C4-5CA2-4801-8990-94515F1A8105}" dt="2020-11-26T03:20:20.015" v="2062" actId="478"/>
          <ac:picMkLst>
            <pc:docMk/>
            <pc:sldMk cId="3094730242" sldId="339"/>
            <ac:picMk id="10" creationId="{7A269E7B-80EA-488A-A571-42AF44C0D095}"/>
          </ac:picMkLst>
        </pc:picChg>
        <pc:picChg chg="add mod">
          <ac:chgData name="Nguyen Long" userId="e4e93a65-ca82-41ec-92c8-0e4fdb0a72ae" providerId="ADAL" clId="{AD3567C4-5CA2-4801-8990-94515F1A8105}" dt="2020-11-26T03:21:13.800" v="2065" actId="1076"/>
          <ac:picMkLst>
            <pc:docMk/>
            <pc:sldMk cId="3094730242" sldId="339"/>
            <ac:picMk id="12" creationId="{3FAE1915-D5BF-44D5-8E09-FA06AD6A1F84}"/>
          </ac:picMkLst>
        </pc:picChg>
        <pc:picChg chg="add del mod">
          <ac:chgData name="Nguyen Long" userId="e4e93a65-ca82-41ec-92c8-0e4fdb0a72ae" providerId="ADAL" clId="{AD3567C4-5CA2-4801-8990-94515F1A8105}" dt="2020-11-26T03:21:37.939" v="2068" actId="478"/>
          <ac:picMkLst>
            <pc:docMk/>
            <pc:sldMk cId="3094730242" sldId="339"/>
            <ac:picMk id="14" creationId="{186CB045-1F6F-4451-BF99-0BCB9363E1A1}"/>
          </ac:picMkLst>
        </pc:picChg>
        <pc:picChg chg="add mod">
          <ac:chgData name="Nguyen Long" userId="e4e93a65-ca82-41ec-92c8-0e4fdb0a72ae" providerId="ADAL" clId="{AD3567C4-5CA2-4801-8990-94515F1A8105}" dt="2020-11-26T03:21:59.953" v="2070" actId="1076"/>
          <ac:picMkLst>
            <pc:docMk/>
            <pc:sldMk cId="3094730242" sldId="339"/>
            <ac:picMk id="16" creationId="{EA473637-FE16-4122-9166-63F17485D553}"/>
          </ac:picMkLst>
        </pc:picChg>
        <pc:picChg chg="add mod">
          <ac:chgData name="Nguyen Long" userId="e4e93a65-ca82-41ec-92c8-0e4fdb0a72ae" providerId="ADAL" clId="{AD3567C4-5CA2-4801-8990-94515F1A8105}" dt="2020-11-26T03:24:41.709" v="2079" actId="1076"/>
          <ac:picMkLst>
            <pc:docMk/>
            <pc:sldMk cId="3094730242" sldId="339"/>
            <ac:picMk id="20" creationId="{6ADE3482-D54B-4296-8672-B639DE9783EA}"/>
          </ac:picMkLst>
        </pc:picChg>
      </pc:sldChg>
      <pc:sldChg chg="add del">
        <pc:chgData name="Nguyen Long" userId="e4e93a65-ca82-41ec-92c8-0e4fdb0a72ae" providerId="ADAL" clId="{AD3567C4-5CA2-4801-8990-94515F1A8105}" dt="2020-11-26T01:26:12.660" v="1140"/>
        <pc:sldMkLst>
          <pc:docMk/>
          <pc:sldMk cId="3078925081" sldId="340"/>
        </pc:sldMkLst>
      </pc:sldChg>
      <pc:sldChg chg="addSp delSp modSp add mod modAnim">
        <pc:chgData name="Nguyen Long" userId="e4e93a65-ca82-41ec-92c8-0e4fdb0a72ae" providerId="ADAL" clId="{AD3567C4-5CA2-4801-8990-94515F1A8105}" dt="2020-11-29T14:39:00.399" v="3588"/>
        <pc:sldMkLst>
          <pc:docMk/>
          <pc:sldMk cId="3665099535" sldId="340"/>
        </pc:sldMkLst>
        <pc:spChg chg="del">
          <ac:chgData name="Nguyen Long" userId="e4e93a65-ca82-41ec-92c8-0e4fdb0a72ae" providerId="ADAL" clId="{AD3567C4-5CA2-4801-8990-94515F1A8105}" dt="2020-11-26T03:25:52.401" v="2086" actId="478"/>
          <ac:spMkLst>
            <pc:docMk/>
            <pc:sldMk cId="3665099535" sldId="34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3:25:56.614" v="2087" actId="478"/>
          <ac:spMkLst>
            <pc:docMk/>
            <pc:sldMk cId="3665099535" sldId="340"/>
            <ac:spMk id="6" creationId="{5CB0FFD3-17EB-490C-9E19-123219F6911C}"/>
          </ac:spMkLst>
        </pc:spChg>
        <pc:spChg chg="add mod">
          <ac:chgData name="Nguyen Long" userId="e4e93a65-ca82-41ec-92c8-0e4fdb0a72ae" providerId="ADAL" clId="{AD3567C4-5CA2-4801-8990-94515F1A8105}" dt="2020-11-29T14:38:53.074" v="3587" actId="123"/>
          <ac:spMkLst>
            <pc:docMk/>
            <pc:sldMk cId="3665099535" sldId="340"/>
            <ac:spMk id="13" creationId="{FED67D06-96A9-4DFE-8A30-65E4426B5640}"/>
          </ac:spMkLst>
        </pc:spChg>
        <pc:spChg chg="mod">
          <ac:chgData name="Nguyen Long" userId="e4e93a65-ca82-41ec-92c8-0e4fdb0a72ae" providerId="ADAL" clId="{AD3567C4-5CA2-4801-8990-94515F1A8105}" dt="2020-11-26T03:26:01.280" v="2088" actId="1076"/>
          <ac:spMkLst>
            <pc:docMk/>
            <pc:sldMk cId="3665099535" sldId="340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3:29:41.057" v="2090" actId="1076"/>
          <ac:picMkLst>
            <pc:docMk/>
            <pc:sldMk cId="3665099535" sldId="340"/>
            <ac:picMk id="8" creationId="{29683F76-605E-4FB8-8565-93AA5E744A90}"/>
          </ac:picMkLst>
        </pc:picChg>
        <pc:picChg chg="add mod">
          <ac:chgData name="Nguyen Long" userId="e4e93a65-ca82-41ec-92c8-0e4fdb0a72ae" providerId="ADAL" clId="{AD3567C4-5CA2-4801-8990-94515F1A8105}" dt="2020-11-26T03:36:32.074" v="2112" actId="1076"/>
          <ac:picMkLst>
            <pc:docMk/>
            <pc:sldMk cId="3665099535" sldId="340"/>
            <ac:picMk id="10" creationId="{E99313C0-948D-4150-94D7-75BD06D9A0CB}"/>
          </ac:picMkLst>
        </pc:picChg>
        <pc:picChg chg="add mod">
          <ac:chgData name="Nguyen Long" userId="e4e93a65-ca82-41ec-92c8-0e4fdb0a72ae" providerId="ADAL" clId="{AD3567C4-5CA2-4801-8990-94515F1A8105}" dt="2020-11-26T03:36:49.854" v="2114" actId="1076"/>
          <ac:picMkLst>
            <pc:docMk/>
            <pc:sldMk cId="3665099535" sldId="340"/>
            <ac:picMk id="14" creationId="{5536EC92-5A23-4B95-928F-154C765FABA0}"/>
          </ac:picMkLst>
        </pc:picChg>
      </pc:sldChg>
      <pc:sldChg chg="addSp delSp modSp add mod modAnim">
        <pc:chgData name="Nguyen Long" userId="e4e93a65-ca82-41ec-92c8-0e4fdb0a72ae" providerId="ADAL" clId="{AD3567C4-5CA2-4801-8990-94515F1A8105}" dt="2020-11-29T14:41:51.450" v="3597"/>
        <pc:sldMkLst>
          <pc:docMk/>
          <pc:sldMk cId="660332516" sldId="341"/>
        </pc:sldMkLst>
        <pc:spChg chg="del">
          <ac:chgData name="Nguyen Long" userId="e4e93a65-ca82-41ec-92c8-0e4fdb0a72ae" providerId="ADAL" clId="{AD3567C4-5CA2-4801-8990-94515F1A8105}" dt="2020-11-26T03:33:31.784" v="2102" actId="478"/>
          <ac:spMkLst>
            <pc:docMk/>
            <pc:sldMk cId="660332516" sldId="341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3:33:35.742" v="2103" actId="478"/>
          <ac:spMkLst>
            <pc:docMk/>
            <pc:sldMk cId="660332516" sldId="341"/>
            <ac:spMk id="6" creationId="{E51FB58B-7ACF-4A3D-A631-2726DA119153}"/>
          </ac:spMkLst>
        </pc:spChg>
        <pc:spChg chg="add mod">
          <ac:chgData name="Nguyen Long" userId="e4e93a65-ca82-41ec-92c8-0e4fdb0a72ae" providerId="ADAL" clId="{AD3567C4-5CA2-4801-8990-94515F1A8105}" dt="2020-11-26T03:37:23.592" v="2117"/>
          <ac:spMkLst>
            <pc:docMk/>
            <pc:sldMk cId="660332516" sldId="341"/>
            <ac:spMk id="8" creationId="{4510D08E-B5C2-4C8F-85BF-C9398E391767}"/>
          </ac:spMkLst>
        </pc:spChg>
        <pc:spChg chg="add mod">
          <ac:chgData name="Nguyen Long" userId="e4e93a65-ca82-41ec-92c8-0e4fdb0a72ae" providerId="ADAL" clId="{AD3567C4-5CA2-4801-8990-94515F1A8105}" dt="2020-11-29T14:41:08.028" v="3592" actId="123"/>
          <ac:spMkLst>
            <pc:docMk/>
            <pc:sldMk cId="660332516" sldId="341"/>
            <ac:spMk id="10" creationId="{E773FC6B-BF46-483F-B3AC-5B31955F653E}"/>
          </ac:spMkLst>
        </pc:spChg>
        <pc:spChg chg="add mod">
          <ac:chgData name="Nguyen Long" userId="e4e93a65-ca82-41ec-92c8-0e4fdb0a72ae" providerId="ADAL" clId="{AD3567C4-5CA2-4801-8990-94515F1A8105}" dt="2020-11-29T14:41:13.341" v="3593" actId="1076"/>
          <ac:spMkLst>
            <pc:docMk/>
            <pc:sldMk cId="660332516" sldId="341"/>
            <ac:spMk id="14" creationId="{CCB46A68-55A6-46AA-9B07-82A637AA8FD1}"/>
          </ac:spMkLst>
        </pc:spChg>
        <pc:spChg chg="del">
          <ac:chgData name="Nguyen Long" userId="e4e93a65-ca82-41ec-92c8-0e4fdb0a72ae" providerId="ADAL" clId="{AD3567C4-5CA2-4801-8990-94515F1A8105}" dt="2020-11-26T03:33:29.351" v="2101" actId="478"/>
          <ac:spMkLst>
            <pc:docMk/>
            <pc:sldMk cId="660332516" sldId="341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3:39:10.512" v="2126" actId="1076"/>
          <ac:picMkLst>
            <pc:docMk/>
            <pc:sldMk cId="660332516" sldId="341"/>
            <ac:picMk id="11" creationId="{43550D03-CA19-4351-AA4E-226AF32DEC60}"/>
          </ac:picMkLst>
        </pc:picChg>
        <pc:picChg chg="add mod">
          <ac:chgData name="Nguyen Long" userId="e4e93a65-ca82-41ec-92c8-0e4fdb0a72ae" providerId="ADAL" clId="{AD3567C4-5CA2-4801-8990-94515F1A8105}" dt="2020-11-29T14:41:15.569" v="3594" actId="1076"/>
          <ac:picMkLst>
            <pc:docMk/>
            <pc:sldMk cId="660332516" sldId="341"/>
            <ac:picMk id="15" creationId="{8CFB7AA0-2083-47F7-9B69-2ED05151D4D2}"/>
          </ac:picMkLst>
        </pc:picChg>
      </pc:sldChg>
      <pc:sldChg chg="addSp delSp modSp add mod">
        <pc:chgData name="Nguyen Long" userId="e4e93a65-ca82-41ec-92c8-0e4fdb0a72ae" providerId="ADAL" clId="{AD3567C4-5CA2-4801-8990-94515F1A8105}" dt="2020-11-26T07:18:19.484" v="2142" actId="1076"/>
        <pc:sldMkLst>
          <pc:docMk/>
          <pc:sldMk cId="2024997047" sldId="342"/>
        </pc:sldMkLst>
        <pc:spChg chg="del">
          <ac:chgData name="Nguyen Long" userId="e4e93a65-ca82-41ec-92c8-0e4fdb0a72ae" providerId="ADAL" clId="{AD3567C4-5CA2-4801-8990-94515F1A8105}" dt="2020-11-26T03:42:28.576" v="2134" actId="478"/>
          <ac:spMkLst>
            <pc:docMk/>
            <pc:sldMk cId="2024997047" sldId="342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3:42:30.668" v="2135" actId="478"/>
          <ac:spMkLst>
            <pc:docMk/>
            <pc:sldMk cId="2024997047" sldId="342"/>
            <ac:spMk id="6" creationId="{BF010E28-08FF-45C1-9D1B-796C5408E481}"/>
          </ac:spMkLst>
        </pc:spChg>
        <pc:spChg chg="del">
          <ac:chgData name="Nguyen Long" userId="e4e93a65-ca82-41ec-92c8-0e4fdb0a72ae" providerId="ADAL" clId="{AD3567C4-5CA2-4801-8990-94515F1A8105}" dt="2020-11-26T03:42:25.699" v="2133" actId="478"/>
          <ac:spMkLst>
            <pc:docMk/>
            <pc:sldMk cId="2024997047" sldId="342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3:43:46.222" v="2140" actId="1076"/>
          <ac:picMkLst>
            <pc:docMk/>
            <pc:sldMk cId="2024997047" sldId="342"/>
            <ac:picMk id="8" creationId="{6C340C23-FF76-4C96-A883-4857B14245C8}"/>
          </ac:picMkLst>
        </pc:picChg>
        <pc:picChg chg="add mod">
          <ac:chgData name="Nguyen Long" userId="e4e93a65-ca82-41ec-92c8-0e4fdb0a72ae" providerId="ADAL" clId="{AD3567C4-5CA2-4801-8990-94515F1A8105}" dt="2020-11-26T07:18:19.484" v="2142" actId="1076"/>
          <ac:picMkLst>
            <pc:docMk/>
            <pc:sldMk cId="2024997047" sldId="342"/>
            <ac:picMk id="10" creationId="{B338C6AF-0973-4A2A-BC3B-E26A09B84FB9}"/>
          </ac:picMkLst>
        </pc:picChg>
      </pc:sldChg>
      <pc:sldChg chg="addSp delSp modSp add mod modAnim">
        <pc:chgData name="Nguyen Long" userId="e4e93a65-ca82-41ec-92c8-0e4fdb0a72ae" providerId="ADAL" clId="{AD3567C4-5CA2-4801-8990-94515F1A8105}" dt="2020-11-29T09:05:15" v="2739"/>
        <pc:sldMkLst>
          <pc:docMk/>
          <pc:sldMk cId="2956957432" sldId="343"/>
        </pc:sldMkLst>
        <pc:spChg chg="mod">
          <ac:chgData name="Nguyen Long" userId="e4e93a65-ca82-41ec-92c8-0e4fdb0a72ae" providerId="ADAL" clId="{AD3567C4-5CA2-4801-8990-94515F1A8105}" dt="2020-11-26T07:19:06.684" v="2143"/>
          <ac:spMkLst>
            <pc:docMk/>
            <pc:sldMk cId="2956957432" sldId="343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6T07:24:42.178" v="2171" actId="14100"/>
          <ac:spMkLst>
            <pc:docMk/>
            <pc:sldMk cId="2956957432" sldId="343"/>
            <ac:spMk id="9" creationId="{DC513599-5246-42E2-84DE-A0A74D7BBC00}"/>
          </ac:spMkLst>
        </pc:spChg>
        <pc:spChg chg="add mod">
          <ac:chgData name="Nguyen Long" userId="e4e93a65-ca82-41ec-92c8-0e4fdb0a72ae" providerId="ADAL" clId="{AD3567C4-5CA2-4801-8990-94515F1A8105}" dt="2020-11-26T07:24:27.798" v="2168" actId="1076"/>
          <ac:spMkLst>
            <pc:docMk/>
            <pc:sldMk cId="2956957432" sldId="343"/>
            <ac:spMk id="11" creationId="{138EC5D1-1A69-4314-B0EA-BA5E82C03431}"/>
          </ac:spMkLst>
        </pc:spChg>
        <pc:spChg chg="del">
          <ac:chgData name="Nguyen Long" userId="e4e93a65-ca82-41ec-92c8-0e4fdb0a72ae" providerId="ADAL" clId="{AD3567C4-5CA2-4801-8990-94515F1A8105}" dt="2020-11-26T07:21:14.113" v="2146" actId="478"/>
          <ac:spMkLst>
            <pc:docMk/>
            <pc:sldMk cId="2956957432" sldId="343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7:24:37.903" v="2170" actId="1076"/>
          <ac:picMkLst>
            <pc:docMk/>
            <pc:sldMk cId="2956957432" sldId="343"/>
            <ac:picMk id="6" creationId="{87D1695B-D0ED-40A3-AC91-A90DA2E5E453}"/>
          </ac:picMkLst>
        </pc:picChg>
        <pc:picChg chg="add mod">
          <ac:chgData name="Nguyen Long" userId="e4e93a65-ca82-41ec-92c8-0e4fdb0a72ae" providerId="ADAL" clId="{AD3567C4-5CA2-4801-8990-94515F1A8105}" dt="2020-11-26T07:24:46.297" v="2172" actId="1076"/>
          <ac:picMkLst>
            <pc:docMk/>
            <pc:sldMk cId="2956957432" sldId="343"/>
            <ac:picMk id="12" creationId="{2F25ED4A-39F5-45F3-8F8F-DAC877EBE8B9}"/>
          </ac:picMkLst>
        </pc:picChg>
      </pc:sldChg>
      <pc:sldChg chg="addSp delSp modSp add mod modAnim">
        <pc:chgData name="Nguyen Long" userId="e4e93a65-ca82-41ec-92c8-0e4fdb0a72ae" providerId="ADAL" clId="{AD3567C4-5CA2-4801-8990-94515F1A8105}" dt="2020-11-29T14:46:19.526" v="3602"/>
        <pc:sldMkLst>
          <pc:docMk/>
          <pc:sldMk cId="751811691" sldId="344"/>
        </pc:sldMkLst>
        <pc:spChg chg="del">
          <ac:chgData name="Nguyen Long" userId="e4e93a65-ca82-41ec-92c8-0e4fdb0a72ae" providerId="ADAL" clId="{AD3567C4-5CA2-4801-8990-94515F1A8105}" dt="2020-11-26T07:26:52.453" v="2177" actId="478"/>
          <ac:spMkLst>
            <pc:docMk/>
            <pc:sldMk cId="751811691" sldId="344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7:26:54.428" v="2178" actId="478"/>
          <ac:spMkLst>
            <pc:docMk/>
            <pc:sldMk cId="751811691" sldId="344"/>
            <ac:spMk id="6" creationId="{C627FCC1-FF6E-43CA-86AA-5DB957CEFA01}"/>
          </ac:spMkLst>
        </pc:spChg>
        <pc:spChg chg="add mod">
          <ac:chgData name="Nguyen Long" userId="e4e93a65-ca82-41ec-92c8-0e4fdb0a72ae" providerId="ADAL" clId="{AD3567C4-5CA2-4801-8990-94515F1A8105}" dt="2020-11-26T07:31:54.073" v="2210" actId="1076"/>
          <ac:spMkLst>
            <pc:docMk/>
            <pc:sldMk cId="751811691" sldId="344"/>
            <ac:spMk id="9" creationId="{CA563E0C-C026-41CB-B84F-897874BFE934}"/>
          </ac:spMkLst>
        </pc:spChg>
        <pc:spChg chg="add mod">
          <ac:chgData name="Nguyen Long" userId="e4e93a65-ca82-41ec-92c8-0e4fdb0a72ae" providerId="ADAL" clId="{AD3567C4-5CA2-4801-8990-94515F1A8105}" dt="2020-11-26T07:34:19.322" v="2223" actId="208"/>
          <ac:spMkLst>
            <pc:docMk/>
            <pc:sldMk cId="751811691" sldId="344"/>
            <ac:spMk id="13" creationId="{DB8C8D71-0EB4-4284-BF69-03672666C671}"/>
          </ac:spMkLst>
        </pc:spChg>
        <pc:spChg chg="add mod">
          <ac:chgData name="Nguyen Long" userId="e4e93a65-ca82-41ec-92c8-0e4fdb0a72ae" providerId="ADAL" clId="{AD3567C4-5CA2-4801-8990-94515F1A8105}" dt="2020-11-26T07:36:49.042" v="2240" actId="208"/>
          <ac:spMkLst>
            <pc:docMk/>
            <pc:sldMk cId="751811691" sldId="344"/>
            <ac:spMk id="22" creationId="{9278FDD7-64C7-4655-A942-F7F3134E5097}"/>
          </ac:spMkLst>
        </pc:spChg>
        <pc:spChg chg="mod">
          <ac:chgData name="Nguyen Long" userId="e4e93a65-ca82-41ec-92c8-0e4fdb0a72ae" providerId="ADAL" clId="{AD3567C4-5CA2-4801-8990-94515F1A8105}" dt="2020-11-29T09:05:35.063" v="2740" actId="14100"/>
          <ac:spMkLst>
            <pc:docMk/>
            <pc:sldMk cId="751811691" sldId="344"/>
            <ac:spMk id="29" creationId="{3B44278A-8FC8-4EFB-A5FC-1EB70F6E7976}"/>
          </ac:spMkLst>
        </pc:spChg>
        <pc:grpChg chg="add mod">
          <ac:chgData name="Nguyen Long" userId="e4e93a65-ca82-41ec-92c8-0e4fdb0a72ae" providerId="ADAL" clId="{AD3567C4-5CA2-4801-8990-94515F1A8105}" dt="2020-11-26T07:34:06.054" v="2220" actId="164"/>
          <ac:grpSpMkLst>
            <pc:docMk/>
            <pc:sldMk cId="751811691" sldId="344"/>
            <ac:grpSpMk id="19" creationId="{51E1040C-F9E7-44DD-B46B-9D091A7117BD}"/>
          </ac:grpSpMkLst>
        </pc:grpChg>
        <pc:grpChg chg="add mod">
          <ac:chgData name="Nguyen Long" userId="e4e93a65-ca82-41ec-92c8-0e4fdb0a72ae" providerId="ADAL" clId="{AD3567C4-5CA2-4801-8990-94515F1A8105}" dt="2020-11-29T14:44:46.889" v="3600" actId="1076"/>
          <ac:grpSpMkLst>
            <pc:docMk/>
            <pc:sldMk cId="751811691" sldId="344"/>
            <ac:grpSpMk id="21" creationId="{E5C874DD-6F3B-40E0-8307-327C5E34148B}"/>
          </ac:grpSpMkLst>
        </pc:grpChg>
        <pc:picChg chg="add del mod">
          <ac:chgData name="Nguyen Long" userId="e4e93a65-ca82-41ec-92c8-0e4fdb0a72ae" providerId="ADAL" clId="{AD3567C4-5CA2-4801-8990-94515F1A8105}" dt="2020-11-26T07:30:33.843" v="2195" actId="478"/>
          <ac:picMkLst>
            <pc:docMk/>
            <pc:sldMk cId="751811691" sldId="344"/>
            <ac:picMk id="10" creationId="{4E1B3D20-BA02-4C1E-872A-C338FCAAD382}"/>
          </ac:picMkLst>
        </pc:picChg>
        <pc:picChg chg="add mod">
          <ac:chgData name="Nguyen Long" userId="e4e93a65-ca82-41ec-92c8-0e4fdb0a72ae" providerId="ADAL" clId="{AD3567C4-5CA2-4801-8990-94515F1A8105}" dt="2020-11-26T07:31:44.807" v="2208" actId="1076"/>
          <ac:picMkLst>
            <pc:docMk/>
            <pc:sldMk cId="751811691" sldId="344"/>
            <ac:picMk id="14" creationId="{41CDF7C2-5001-4A2C-A256-22FC85700CB4}"/>
          </ac:picMkLst>
        </pc:picChg>
        <pc:picChg chg="add mod">
          <ac:chgData name="Nguyen Long" userId="e4e93a65-ca82-41ec-92c8-0e4fdb0a72ae" providerId="ADAL" clId="{AD3567C4-5CA2-4801-8990-94515F1A8105}" dt="2020-11-26T07:34:19.322" v="2223" actId="208"/>
          <ac:picMkLst>
            <pc:docMk/>
            <pc:sldMk cId="751811691" sldId="344"/>
            <ac:picMk id="16" creationId="{72ECB614-C265-4396-BBD4-825109254A12}"/>
          </ac:picMkLst>
        </pc:picChg>
        <pc:picChg chg="add mod">
          <ac:chgData name="Nguyen Long" userId="e4e93a65-ca82-41ec-92c8-0e4fdb0a72ae" providerId="ADAL" clId="{AD3567C4-5CA2-4801-8990-94515F1A8105}" dt="2020-11-26T07:36:49.042" v="2240" actId="208"/>
          <ac:picMkLst>
            <pc:docMk/>
            <pc:sldMk cId="751811691" sldId="344"/>
            <ac:picMk id="18" creationId="{F88FD8B1-6997-4873-A7EC-63E04F817CBA}"/>
          </ac:picMkLst>
        </pc:picChg>
      </pc:sldChg>
      <pc:sldChg chg="addSp delSp modSp add mod">
        <pc:chgData name="Nguyen Long" userId="e4e93a65-ca82-41ec-92c8-0e4fdb0a72ae" providerId="ADAL" clId="{AD3567C4-5CA2-4801-8990-94515F1A8105}" dt="2020-11-26T07:45:43.378" v="2291" actId="1076"/>
        <pc:sldMkLst>
          <pc:docMk/>
          <pc:sldMk cId="1771045203" sldId="345"/>
        </pc:sldMkLst>
        <pc:spChg chg="del">
          <ac:chgData name="Nguyen Long" userId="e4e93a65-ca82-41ec-92c8-0e4fdb0a72ae" providerId="ADAL" clId="{AD3567C4-5CA2-4801-8990-94515F1A8105}" dt="2020-11-26T07:39:24.150" v="2243" actId="478"/>
          <ac:spMkLst>
            <pc:docMk/>
            <pc:sldMk cId="1771045203" sldId="345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7:39:30.085" v="2244" actId="478"/>
          <ac:spMkLst>
            <pc:docMk/>
            <pc:sldMk cId="1771045203" sldId="345"/>
            <ac:spMk id="6" creationId="{29C88EEE-97A2-4E17-9AC1-FF78899A897F}"/>
          </ac:spMkLst>
        </pc:spChg>
        <pc:spChg chg="add mod">
          <ac:chgData name="Nguyen Long" userId="e4e93a65-ca82-41ec-92c8-0e4fdb0a72ae" providerId="ADAL" clId="{AD3567C4-5CA2-4801-8990-94515F1A8105}" dt="2020-11-26T07:45:06.129" v="2285" actId="14100"/>
          <ac:spMkLst>
            <pc:docMk/>
            <pc:sldMk cId="1771045203" sldId="345"/>
            <ac:spMk id="9" creationId="{E1B2B8BD-1AE0-4476-A779-05DCF24EFFB1}"/>
          </ac:spMkLst>
        </pc:spChg>
        <pc:spChg chg="add mod">
          <ac:chgData name="Nguyen Long" userId="e4e93a65-ca82-41ec-92c8-0e4fdb0a72ae" providerId="ADAL" clId="{AD3567C4-5CA2-4801-8990-94515F1A8105}" dt="2020-11-26T07:45:39.603" v="2290" actId="14100"/>
          <ac:spMkLst>
            <pc:docMk/>
            <pc:sldMk cId="1771045203" sldId="345"/>
            <ac:spMk id="13" creationId="{D4CA1E92-27E1-4F8A-8EFF-6C7F42EC5371}"/>
          </ac:spMkLst>
        </pc:spChg>
        <pc:spChg chg="mod">
          <ac:chgData name="Nguyen Long" userId="e4e93a65-ca82-41ec-92c8-0e4fdb0a72ae" providerId="ADAL" clId="{AD3567C4-5CA2-4801-8990-94515F1A8105}" dt="2020-11-26T07:39:37.454" v="2276" actId="1035"/>
          <ac:spMkLst>
            <pc:docMk/>
            <pc:sldMk cId="1771045203" sldId="345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7:45:43.378" v="2291" actId="1076"/>
          <ac:picMkLst>
            <pc:docMk/>
            <pc:sldMk cId="1771045203" sldId="345"/>
            <ac:picMk id="10" creationId="{272EA601-9366-4CE2-8667-369D5BFA526D}"/>
          </ac:picMkLst>
        </pc:picChg>
      </pc:sldChg>
      <pc:sldChg chg="addSp delSp modSp add del mod modAnim">
        <pc:chgData name="Nguyen Long" userId="e4e93a65-ca82-41ec-92c8-0e4fdb0a72ae" providerId="ADAL" clId="{AD3567C4-5CA2-4801-8990-94515F1A8105}" dt="2020-11-29T14:49:22.285" v="3603" actId="208"/>
        <pc:sldMkLst>
          <pc:docMk/>
          <pc:sldMk cId="3772961550" sldId="346"/>
        </pc:sldMkLst>
        <pc:spChg chg="del">
          <ac:chgData name="Nguyen Long" userId="e4e93a65-ca82-41ec-92c8-0e4fdb0a72ae" providerId="ADAL" clId="{AD3567C4-5CA2-4801-8990-94515F1A8105}" dt="2020-11-26T07:45:50.843" v="2292" actId="478"/>
          <ac:spMkLst>
            <pc:docMk/>
            <pc:sldMk cId="3772961550" sldId="346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7:45:55.083" v="2293" actId="478"/>
          <ac:spMkLst>
            <pc:docMk/>
            <pc:sldMk cId="3772961550" sldId="346"/>
            <ac:spMk id="6" creationId="{3B2880EB-44F9-4DEF-8EB5-39306530E748}"/>
          </ac:spMkLst>
        </pc:spChg>
        <pc:spChg chg="add mod">
          <ac:chgData name="Nguyen Long" userId="e4e93a65-ca82-41ec-92c8-0e4fdb0a72ae" providerId="ADAL" clId="{AD3567C4-5CA2-4801-8990-94515F1A8105}" dt="2020-11-26T07:54:48.357" v="2352" actId="208"/>
          <ac:spMkLst>
            <pc:docMk/>
            <pc:sldMk cId="3772961550" sldId="346"/>
            <ac:spMk id="9" creationId="{891DBB67-D83D-4581-997A-CF26383E92DF}"/>
          </ac:spMkLst>
        </pc:spChg>
        <pc:spChg chg="mod">
          <ac:chgData name="Nguyen Long" userId="e4e93a65-ca82-41ec-92c8-0e4fdb0a72ae" providerId="ADAL" clId="{AD3567C4-5CA2-4801-8990-94515F1A8105}" dt="2020-11-26T07:46:12.571" v="2302"/>
          <ac:spMkLst>
            <pc:docMk/>
            <pc:sldMk cId="3772961550" sldId="346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7:54:13.937" v="2346" actId="1076"/>
          <ac:picMkLst>
            <pc:docMk/>
            <pc:sldMk cId="3772961550" sldId="346"/>
            <ac:picMk id="10" creationId="{D5B768B2-53E5-492D-9D9B-FDFCB527182A}"/>
          </ac:picMkLst>
        </pc:picChg>
        <pc:picChg chg="add mod">
          <ac:chgData name="Nguyen Long" userId="e4e93a65-ca82-41ec-92c8-0e4fdb0a72ae" providerId="ADAL" clId="{AD3567C4-5CA2-4801-8990-94515F1A8105}" dt="2020-11-29T14:49:22.285" v="3603" actId="208"/>
          <ac:picMkLst>
            <pc:docMk/>
            <pc:sldMk cId="3772961550" sldId="346"/>
            <ac:picMk id="12" creationId="{9DAA4FE6-E6C6-40C3-A6A5-FA59D280C399}"/>
          </ac:picMkLst>
        </pc:picChg>
        <pc:picChg chg="add mod">
          <ac:chgData name="Nguyen Long" userId="e4e93a65-ca82-41ec-92c8-0e4fdb0a72ae" providerId="ADAL" clId="{AD3567C4-5CA2-4801-8990-94515F1A8105}" dt="2020-11-26T07:54:40.032" v="2351" actId="1076"/>
          <ac:picMkLst>
            <pc:docMk/>
            <pc:sldMk cId="3772961550" sldId="346"/>
            <ac:picMk id="14" creationId="{C9F6FC3C-D152-48E6-BAB9-5454909AE9B3}"/>
          </ac:picMkLst>
        </pc:picChg>
      </pc:sldChg>
      <pc:sldChg chg="addSp">
        <pc:chgData name="Nguyen Long" userId="e4e93a65-ca82-41ec-92c8-0e4fdb0a72ae" providerId="ADAL" clId="{AD3567C4-5CA2-4801-8990-94515F1A8105}" dt="2020-11-26T07:49:46.975" v="2303"/>
        <pc:sldMkLst>
          <pc:docMk/>
          <pc:sldMk cId="3821256721" sldId="346"/>
        </pc:sldMkLst>
        <pc:spChg chg="add">
          <ac:chgData name="Nguyen Long" userId="e4e93a65-ca82-41ec-92c8-0e4fdb0a72ae" providerId="ADAL" clId="{AD3567C4-5CA2-4801-8990-94515F1A8105}" dt="2020-11-26T07:49:46.975" v="2303"/>
          <ac:spMkLst>
            <pc:docMk/>
            <pc:sldMk cId="3821256721" sldId="346"/>
            <ac:spMk id="2" creationId="{502DE38E-D708-49A9-B513-8340F028F4DD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9T14:51:08.237" v="3607"/>
        <pc:sldMkLst>
          <pc:docMk/>
          <pc:sldMk cId="2699557155" sldId="347"/>
        </pc:sldMkLst>
        <pc:spChg chg="mod">
          <ac:chgData name="Nguyen Long" userId="e4e93a65-ca82-41ec-92c8-0e4fdb0a72ae" providerId="ADAL" clId="{AD3567C4-5CA2-4801-8990-94515F1A8105}" dt="2020-11-26T08:04:35.534" v="2354"/>
          <ac:spMkLst>
            <pc:docMk/>
            <pc:sldMk cId="2699557155" sldId="347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6T08:06:29.849" v="2363" actId="1076"/>
          <ac:spMkLst>
            <pc:docMk/>
            <pc:sldMk cId="2699557155" sldId="347"/>
            <ac:spMk id="7" creationId="{6B3C727C-763A-4C09-B97F-3B1BEF4BD0FD}"/>
          </ac:spMkLst>
        </pc:spChg>
        <pc:spChg chg="add mod">
          <ac:chgData name="Nguyen Long" userId="e4e93a65-ca82-41ec-92c8-0e4fdb0a72ae" providerId="ADAL" clId="{AD3567C4-5CA2-4801-8990-94515F1A8105}" dt="2020-11-26T08:19:31.389" v="2434" actId="14100"/>
          <ac:spMkLst>
            <pc:docMk/>
            <pc:sldMk cId="2699557155" sldId="347"/>
            <ac:spMk id="19" creationId="{8AC288EF-3342-451C-A08B-48944DC09B75}"/>
          </ac:spMkLst>
        </pc:spChg>
        <pc:spChg chg="mod">
          <ac:chgData name="Nguyen Long" userId="e4e93a65-ca82-41ec-92c8-0e4fdb0a72ae" providerId="ADAL" clId="{AD3567C4-5CA2-4801-8990-94515F1A8105}" dt="2020-11-26T08:10:47.999" v="2387"/>
          <ac:spMkLst>
            <pc:docMk/>
            <pc:sldMk cId="2699557155" sldId="347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8:11:09.656" v="2389" actId="1076"/>
          <ac:picMkLst>
            <pc:docMk/>
            <pc:sldMk cId="2699557155" sldId="347"/>
            <ac:picMk id="8" creationId="{11FF61A5-180D-4816-8052-63BE50AE552D}"/>
          </ac:picMkLst>
        </pc:picChg>
        <pc:picChg chg="add mod">
          <ac:chgData name="Nguyen Long" userId="e4e93a65-ca82-41ec-92c8-0e4fdb0a72ae" providerId="ADAL" clId="{AD3567C4-5CA2-4801-8990-94515F1A8105}" dt="2020-11-26T08:19:07.919" v="2433" actId="1076"/>
          <ac:picMkLst>
            <pc:docMk/>
            <pc:sldMk cId="2699557155" sldId="347"/>
            <ac:picMk id="10" creationId="{3EBC2AA8-3CBE-49DE-8501-8499B3CCD69B}"/>
          </ac:picMkLst>
        </pc:picChg>
        <pc:picChg chg="add mod">
          <ac:chgData name="Nguyen Long" userId="e4e93a65-ca82-41ec-92c8-0e4fdb0a72ae" providerId="ADAL" clId="{AD3567C4-5CA2-4801-8990-94515F1A8105}" dt="2020-11-26T08:14:04.838" v="2414" actId="1076"/>
          <ac:picMkLst>
            <pc:docMk/>
            <pc:sldMk cId="2699557155" sldId="347"/>
            <ac:picMk id="12" creationId="{0353D07C-BF42-4955-B4D2-244C6CFE1D48}"/>
          </ac:picMkLst>
        </pc:picChg>
        <pc:picChg chg="add mod">
          <ac:chgData name="Nguyen Long" userId="e4e93a65-ca82-41ec-92c8-0e4fdb0a72ae" providerId="ADAL" clId="{AD3567C4-5CA2-4801-8990-94515F1A8105}" dt="2020-11-26T08:14:11.007" v="2415" actId="1076"/>
          <ac:picMkLst>
            <pc:docMk/>
            <pc:sldMk cId="2699557155" sldId="347"/>
            <ac:picMk id="14" creationId="{FEE28CB2-CB89-4E17-B334-4B16C8FA1CCF}"/>
          </ac:picMkLst>
        </pc:picChg>
        <pc:picChg chg="add del mod">
          <ac:chgData name="Nguyen Long" userId="e4e93a65-ca82-41ec-92c8-0e4fdb0a72ae" providerId="ADAL" clId="{AD3567C4-5CA2-4801-8990-94515F1A8105}" dt="2020-11-26T08:13:51.886" v="2409" actId="478"/>
          <ac:picMkLst>
            <pc:docMk/>
            <pc:sldMk cId="2699557155" sldId="347"/>
            <ac:picMk id="16" creationId="{9727380B-5606-405E-95B7-632059962A2B}"/>
          </ac:picMkLst>
        </pc:picChg>
      </pc:sldChg>
      <pc:sldChg chg="addSp">
        <pc:chgData name="Nguyen Long" userId="e4e93a65-ca82-41ec-92c8-0e4fdb0a72ae" providerId="ADAL" clId="{AD3567C4-5CA2-4801-8990-94515F1A8105}" dt="2020-11-26T08:06:12.034" v="2356"/>
        <pc:sldMkLst>
          <pc:docMk/>
          <pc:sldMk cId="3475993789" sldId="347"/>
        </pc:sldMkLst>
        <pc:spChg chg="add">
          <ac:chgData name="Nguyen Long" userId="e4e93a65-ca82-41ec-92c8-0e4fdb0a72ae" providerId="ADAL" clId="{AD3567C4-5CA2-4801-8990-94515F1A8105}" dt="2020-11-26T08:06:12.034" v="2356"/>
          <ac:spMkLst>
            <pc:docMk/>
            <pc:sldMk cId="3475993789" sldId="347"/>
            <ac:spMk id="2" creationId="{A63DFF47-20B9-47DD-8183-6C68F2A78665}"/>
          </ac:spMkLst>
        </pc:spChg>
      </pc:sldChg>
      <pc:sldChg chg="addSp delSp modSp add mod modAnim">
        <pc:chgData name="Nguyen Long" userId="e4e93a65-ca82-41ec-92c8-0e4fdb0a72ae" providerId="ADAL" clId="{AD3567C4-5CA2-4801-8990-94515F1A8105}" dt="2020-11-26T08:21:15.622" v="2449"/>
        <pc:sldMkLst>
          <pc:docMk/>
          <pc:sldMk cId="1556497453" sldId="348"/>
        </pc:sldMkLst>
        <pc:spChg chg="del">
          <ac:chgData name="Nguyen Long" userId="e4e93a65-ca82-41ec-92c8-0e4fdb0a72ae" providerId="ADAL" clId="{AD3567C4-5CA2-4801-8990-94515F1A8105}" dt="2020-11-26T08:14:42.424" v="2423" actId="478"/>
          <ac:spMkLst>
            <pc:docMk/>
            <pc:sldMk cId="1556497453" sldId="348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8:14:44.831" v="2424" actId="478"/>
          <ac:spMkLst>
            <pc:docMk/>
            <pc:sldMk cId="1556497453" sldId="348"/>
            <ac:spMk id="6" creationId="{E3926E4E-D6DA-48F7-9F87-2C3371CF4F97}"/>
          </ac:spMkLst>
        </pc:spChg>
        <pc:spChg chg="add mod">
          <ac:chgData name="Nguyen Long" userId="e4e93a65-ca82-41ec-92c8-0e4fdb0a72ae" providerId="ADAL" clId="{AD3567C4-5CA2-4801-8990-94515F1A8105}" dt="2020-11-26T08:20:48.433" v="2442" actId="14100"/>
          <ac:spMkLst>
            <pc:docMk/>
            <pc:sldMk cId="1556497453" sldId="348"/>
            <ac:spMk id="15" creationId="{03AD2052-53DE-4C28-92EE-29C714554043}"/>
          </ac:spMkLst>
        </pc:spChg>
        <pc:spChg chg="del">
          <ac:chgData name="Nguyen Long" userId="e4e93a65-ca82-41ec-92c8-0e4fdb0a72ae" providerId="ADAL" clId="{AD3567C4-5CA2-4801-8990-94515F1A8105}" dt="2020-11-26T08:14:39.462" v="2422" actId="478"/>
          <ac:spMkLst>
            <pc:docMk/>
            <pc:sldMk cId="1556497453" sldId="348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8:20:55.679" v="2444" actId="1076"/>
          <ac:picMkLst>
            <pc:docMk/>
            <pc:sldMk cId="1556497453" sldId="348"/>
            <ac:picMk id="8" creationId="{5DFEBF11-CA48-467C-BCD1-88FDECC2DA7D}"/>
          </ac:picMkLst>
        </pc:picChg>
        <pc:picChg chg="add mod">
          <ac:chgData name="Nguyen Long" userId="e4e93a65-ca82-41ec-92c8-0e4fdb0a72ae" providerId="ADAL" clId="{AD3567C4-5CA2-4801-8990-94515F1A8105}" dt="2020-11-26T08:20:57.451" v="2445" actId="1076"/>
          <ac:picMkLst>
            <pc:docMk/>
            <pc:sldMk cId="1556497453" sldId="348"/>
            <ac:picMk id="10" creationId="{DA1BA55F-E00D-4378-9E58-1F8CD404D622}"/>
          </ac:picMkLst>
        </pc:picChg>
        <pc:picChg chg="add mod">
          <ac:chgData name="Nguyen Long" userId="e4e93a65-ca82-41ec-92c8-0e4fdb0a72ae" providerId="ADAL" clId="{AD3567C4-5CA2-4801-8990-94515F1A8105}" dt="2020-11-26T08:20:50.963" v="2443" actId="1076"/>
          <ac:picMkLst>
            <pc:docMk/>
            <pc:sldMk cId="1556497453" sldId="348"/>
            <ac:picMk id="12" creationId="{DE6966F2-79EE-4BCF-9985-B6429BC560E8}"/>
          </ac:picMkLst>
        </pc:picChg>
      </pc:sldChg>
      <pc:sldChg chg="addSp">
        <pc:chgData name="Nguyen Long" userId="e4e93a65-ca82-41ec-92c8-0e4fdb0a72ae" providerId="ADAL" clId="{AD3567C4-5CA2-4801-8990-94515F1A8105}" dt="2020-11-26T08:23:59.902" v="2480"/>
        <pc:sldMkLst>
          <pc:docMk/>
          <pc:sldMk cId="655887641" sldId="349"/>
        </pc:sldMkLst>
        <pc:spChg chg="add">
          <ac:chgData name="Nguyen Long" userId="e4e93a65-ca82-41ec-92c8-0e4fdb0a72ae" providerId="ADAL" clId="{AD3567C4-5CA2-4801-8990-94515F1A8105}" dt="2020-11-26T08:23:59.902" v="2480"/>
          <ac:spMkLst>
            <pc:docMk/>
            <pc:sldMk cId="655887641" sldId="349"/>
            <ac:spMk id="2" creationId="{4CA5056D-79A3-45FE-8BC7-B624E43F2488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1-29T14:54:14.724" v="3611"/>
        <pc:sldMkLst>
          <pc:docMk/>
          <pc:sldMk cId="972531690" sldId="349"/>
        </pc:sldMkLst>
        <pc:spChg chg="del">
          <ac:chgData name="Nguyen Long" userId="e4e93a65-ca82-41ec-92c8-0e4fdb0a72ae" providerId="ADAL" clId="{AD3567C4-5CA2-4801-8990-94515F1A8105}" dt="2020-11-26T08:22:16.842" v="2451" actId="478"/>
          <ac:spMkLst>
            <pc:docMk/>
            <pc:sldMk cId="972531690" sldId="349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8:22:21.076" v="2452" actId="478"/>
          <ac:spMkLst>
            <pc:docMk/>
            <pc:sldMk cId="972531690" sldId="349"/>
            <ac:spMk id="6" creationId="{5762DD52-FE48-4425-AC5D-6FD6DDAE8E5F}"/>
          </ac:spMkLst>
        </pc:spChg>
        <pc:spChg chg="add mod">
          <ac:chgData name="Nguyen Long" userId="e4e93a65-ca82-41ec-92c8-0e4fdb0a72ae" providerId="ADAL" clId="{AD3567C4-5CA2-4801-8990-94515F1A8105}" dt="2020-11-26T08:23:52.452" v="2478" actId="14100"/>
          <ac:spMkLst>
            <pc:docMk/>
            <pc:sldMk cId="972531690" sldId="349"/>
            <ac:spMk id="9" creationId="{BDAAD11F-24E1-4253-BC03-CE3FDA588FE1}"/>
          </ac:spMkLst>
        </pc:spChg>
        <pc:spChg chg="add mod">
          <ac:chgData name="Nguyen Long" userId="e4e93a65-ca82-41ec-92c8-0e4fdb0a72ae" providerId="ADAL" clId="{AD3567C4-5CA2-4801-8990-94515F1A8105}" dt="2020-11-26T08:24:15.933" v="2487" actId="1076"/>
          <ac:spMkLst>
            <pc:docMk/>
            <pc:sldMk cId="972531690" sldId="349"/>
            <ac:spMk id="13" creationId="{1519BD21-91E4-46EE-9E49-508D0EB0EB00}"/>
          </ac:spMkLst>
        </pc:spChg>
        <pc:spChg chg="mod">
          <ac:chgData name="Nguyen Long" userId="e4e93a65-ca82-41ec-92c8-0e4fdb0a72ae" providerId="ADAL" clId="{AD3567C4-5CA2-4801-8990-94515F1A8105}" dt="2020-11-26T08:22:25.256" v="2471" actId="1035"/>
          <ac:spMkLst>
            <pc:docMk/>
            <pc:sldMk cId="972531690" sldId="349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8:24:17.121" v="2488" actId="1076"/>
          <ac:picMkLst>
            <pc:docMk/>
            <pc:sldMk cId="972531690" sldId="349"/>
            <ac:picMk id="10" creationId="{BC3E24A2-9A66-49A1-8B4E-167B5DD47AFC}"/>
          </ac:picMkLst>
        </pc:picChg>
        <pc:picChg chg="add mod">
          <ac:chgData name="Nguyen Long" userId="e4e93a65-ca82-41ec-92c8-0e4fdb0a72ae" providerId="ADAL" clId="{AD3567C4-5CA2-4801-8990-94515F1A8105}" dt="2020-11-26T08:25:11.014" v="2490" actId="1076"/>
          <ac:picMkLst>
            <pc:docMk/>
            <pc:sldMk cId="972531690" sldId="349"/>
            <ac:picMk id="14" creationId="{8985BFF1-B4A3-4ABA-8016-72690E72B67A}"/>
          </ac:picMkLst>
        </pc:picChg>
      </pc:sldChg>
      <pc:sldChg chg="addSp delSp modSp add mod modAnim">
        <pc:chgData name="Nguyen Long" userId="e4e93a65-ca82-41ec-92c8-0e4fdb0a72ae" providerId="ADAL" clId="{AD3567C4-5CA2-4801-8990-94515F1A8105}" dt="2020-11-26T08:52:05.738" v="2529"/>
        <pc:sldMkLst>
          <pc:docMk/>
          <pc:sldMk cId="1118796187" sldId="350"/>
        </pc:sldMkLst>
        <pc:spChg chg="del">
          <ac:chgData name="Nguyen Long" userId="e4e93a65-ca82-41ec-92c8-0e4fdb0a72ae" providerId="ADAL" clId="{AD3567C4-5CA2-4801-8990-94515F1A8105}" dt="2020-11-26T08:26:25.562" v="2492" actId="478"/>
          <ac:spMkLst>
            <pc:docMk/>
            <pc:sldMk cId="1118796187" sldId="35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08:26:28.853" v="2493" actId="478"/>
          <ac:spMkLst>
            <pc:docMk/>
            <pc:sldMk cId="1118796187" sldId="350"/>
            <ac:spMk id="6" creationId="{A8920954-A4A2-4FE0-9038-FF5C26D4685C}"/>
          </ac:spMkLst>
        </pc:spChg>
        <pc:spChg chg="add mod">
          <ac:chgData name="Nguyen Long" userId="e4e93a65-ca82-41ec-92c8-0e4fdb0a72ae" providerId="ADAL" clId="{AD3567C4-5CA2-4801-8990-94515F1A8105}" dt="2020-11-26T08:51:27.607" v="2521" actId="14100"/>
          <ac:spMkLst>
            <pc:docMk/>
            <pc:sldMk cId="1118796187" sldId="350"/>
            <ac:spMk id="13" creationId="{099B6DA7-C2E6-4549-97D4-1E6683DEEA3A}"/>
          </ac:spMkLst>
        </pc:spChg>
        <pc:spChg chg="add mod">
          <ac:chgData name="Nguyen Long" userId="e4e93a65-ca82-41ec-92c8-0e4fdb0a72ae" providerId="ADAL" clId="{AD3567C4-5CA2-4801-8990-94515F1A8105}" dt="2020-11-26T08:51:04.347" v="2516" actId="14100"/>
          <ac:spMkLst>
            <pc:docMk/>
            <pc:sldMk cId="1118796187" sldId="350"/>
            <ac:spMk id="17" creationId="{57C68D81-B8B0-4D9D-996F-263655660967}"/>
          </ac:spMkLst>
        </pc:spChg>
        <pc:spChg chg="del">
          <ac:chgData name="Nguyen Long" userId="e4e93a65-ca82-41ec-92c8-0e4fdb0a72ae" providerId="ADAL" clId="{AD3567C4-5CA2-4801-8990-94515F1A8105}" dt="2020-11-26T08:26:22.516" v="2491" actId="478"/>
          <ac:spMkLst>
            <pc:docMk/>
            <pc:sldMk cId="1118796187" sldId="350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08:49:03.513" v="2509" actId="1076"/>
          <ac:picMkLst>
            <pc:docMk/>
            <pc:sldMk cId="1118796187" sldId="350"/>
            <ac:picMk id="8" creationId="{F2F70B31-634B-4C7F-B0D9-CB9D25798980}"/>
          </ac:picMkLst>
        </pc:picChg>
        <pc:picChg chg="add mod">
          <ac:chgData name="Nguyen Long" userId="e4e93a65-ca82-41ec-92c8-0e4fdb0a72ae" providerId="ADAL" clId="{AD3567C4-5CA2-4801-8990-94515F1A8105}" dt="2020-11-26T08:51:13.443" v="2517" actId="1076"/>
          <ac:picMkLst>
            <pc:docMk/>
            <pc:sldMk cId="1118796187" sldId="350"/>
            <ac:picMk id="10" creationId="{EEA40710-DC0B-4F6D-8391-9CDA2A3436AB}"/>
          </ac:picMkLst>
        </pc:picChg>
        <pc:picChg chg="add mod">
          <ac:chgData name="Nguyen Long" userId="e4e93a65-ca82-41ec-92c8-0e4fdb0a72ae" providerId="ADAL" clId="{AD3567C4-5CA2-4801-8990-94515F1A8105}" dt="2020-11-26T08:51:27.158" v="2520" actId="1076"/>
          <ac:picMkLst>
            <pc:docMk/>
            <pc:sldMk cId="1118796187" sldId="350"/>
            <ac:picMk id="14" creationId="{112CBE18-5240-4312-B2DB-5EC3D69212AF}"/>
          </ac:picMkLst>
        </pc:picChg>
        <pc:picChg chg="add mod">
          <ac:chgData name="Nguyen Long" userId="e4e93a65-ca82-41ec-92c8-0e4fdb0a72ae" providerId="ADAL" clId="{AD3567C4-5CA2-4801-8990-94515F1A8105}" dt="2020-11-26T08:51:45.529" v="2523" actId="1076"/>
          <ac:picMkLst>
            <pc:docMk/>
            <pc:sldMk cId="1118796187" sldId="350"/>
            <ac:picMk id="18" creationId="{411A280D-D040-4359-BB45-871D5E97BDA9}"/>
          </ac:picMkLst>
        </pc:picChg>
      </pc:sldChg>
      <pc:sldChg chg="addSp delSp modSp add mod delAnim modAnim">
        <pc:chgData name="Nguyen Long" userId="e4e93a65-ca82-41ec-92c8-0e4fdb0a72ae" providerId="ADAL" clId="{AD3567C4-5CA2-4801-8990-94515F1A8105}" dt="2020-11-26T12:44:17.320" v="2623"/>
        <pc:sldMkLst>
          <pc:docMk/>
          <pc:sldMk cId="3218720348" sldId="351"/>
        </pc:sldMkLst>
        <pc:spChg chg="mod">
          <ac:chgData name="Nguyen Long" userId="e4e93a65-ca82-41ec-92c8-0e4fdb0a72ae" providerId="ADAL" clId="{AD3567C4-5CA2-4801-8990-94515F1A8105}" dt="2020-11-26T08:52:27.051" v="2530"/>
          <ac:spMkLst>
            <pc:docMk/>
            <pc:sldMk cId="3218720348" sldId="351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12:40:03.449" v="2589" actId="478"/>
          <ac:spMkLst>
            <pc:docMk/>
            <pc:sldMk cId="3218720348" sldId="351"/>
            <ac:spMk id="7" creationId="{B4B214B8-B381-450A-84DD-519B1522EF16}"/>
          </ac:spMkLst>
        </pc:spChg>
        <pc:spChg chg="add del mod">
          <ac:chgData name="Nguyen Long" userId="e4e93a65-ca82-41ec-92c8-0e4fdb0a72ae" providerId="ADAL" clId="{AD3567C4-5CA2-4801-8990-94515F1A8105}" dt="2020-11-26T12:40:05.254" v="2590" actId="478"/>
          <ac:spMkLst>
            <pc:docMk/>
            <pc:sldMk cId="3218720348" sldId="351"/>
            <ac:spMk id="13" creationId="{666514BD-E7A6-4248-AA0C-82293D51787F}"/>
          </ac:spMkLst>
        </pc:spChg>
        <pc:spChg chg="add mod">
          <ac:chgData name="Nguyen Long" userId="e4e93a65-ca82-41ec-92c8-0e4fdb0a72ae" providerId="ADAL" clId="{AD3567C4-5CA2-4801-8990-94515F1A8105}" dt="2020-11-26T12:41:51.712" v="2604" actId="1076"/>
          <ac:spMkLst>
            <pc:docMk/>
            <pc:sldMk cId="3218720348" sldId="351"/>
            <ac:spMk id="19" creationId="{727A2FAD-4227-4A00-8B86-2A38A5FBFC15}"/>
          </ac:spMkLst>
        </pc:spChg>
        <pc:spChg chg="add del mod">
          <ac:chgData name="Nguyen Long" userId="e4e93a65-ca82-41ec-92c8-0e4fdb0a72ae" providerId="ADAL" clId="{AD3567C4-5CA2-4801-8990-94515F1A8105}" dt="2020-11-26T12:43:44.350" v="2611" actId="478"/>
          <ac:spMkLst>
            <pc:docMk/>
            <pc:sldMk cId="3218720348" sldId="351"/>
            <ac:spMk id="21" creationId="{40EBD796-5D36-4BD1-B309-611A90F9F3C8}"/>
          </ac:spMkLst>
        </pc:spChg>
        <pc:spChg chg="add del">
          <ac:chgData name="Nguyen Long" userId="e4e93a65-ca82-41ec-92c8-0e4fdb0a72ae" providerId="ADAL" clId="{AD3567C4-5CA2-4801-8990-94515F1A8105}" dt="2020-11-26T12:43:46.373" v="2613" actId="22"/>
          <ac:spMkLst>
            <pc:docMk/>
            <pc:sldMk cId="3218720348" sldId="351"/>
            <ac:spMk id="23" creationId="{7BC4532E-D7B3-42B2-A08B-D01308E4B496}"/>
          </ac:spMkLst>
        </pc:spChg>
        <pc:spChg chg="add mod">
          <ac:chgData name="Nguyen Long" userId="e4e93a65-ca82-41ec-92c8-0e4fdb0a72ae" providerId="ADAL" clId="{AD3567C4-5CA2-4801-8990-94515F1A8105}" dt="2020-11-26T12:44:01.403" v="2619" actId="14100"/>
          <ac:spMkLst>
            <pc:docMk/>
            <pc:sldMk cId="3218720348" sldId="351"/>
            <ac:spMk id="25" creationId="{F041FDBE-D5D7-41FC-A189-D5E0F037FE93}"/>
          </ac:spMkLst>
        </pc:spChg>
        <pc:spChg chg="mod">
          <ac:chgData name="Nguyen Long" userId="e4e93a65-ca82-41ec-92c8-0e4fdb0a72ae" providerId="ADAL" clId="{AD3567C4-5CA2-4801-8990-94515F1A8105}" dt="2020-11-26T12:34:35.645" v="2566" actId="1035"/>
          <ac:spMkLst>
            <pc:docMk/>
            <pc:sldMk cId="3218720348" sldId="351"/>
            <ac:spMk id="29" creationId="{3B44278A-8FC8-4EFB-A5FC-1EB70F6E7976}"/>
          </ac:spMkLst>
        </pc:spChg>
        <pc:picChg chg="add del mod modCrop">
          <ac:chgData name="Nguyen Long" userId="e4e93a65-ca82-41ec-92c8-0e4fdb0a72ae" providerId="ADAL" clId="{AD3567C4-5CA2-4801-8990-94515F1A8105}" dt="2020-11-26T12:40:07.029" v="2591" actId="478"/>
          <ac:picMkLst>
            <pc:docMk/>
            <pc:sldMk cId="3218720348" sldId="351"/>
            <ac:picMk id="8" creationId="{BD602FBD-B37E-40CD-AFD8-BA9FCA5957C4}"/>
          </ac:picMkLst>
        </pc:picChg>
        <pc:picChg chg="add del mod">
          <ac:chgData name="Nguyen Long" userId="e4e93a65-ca82-41ec-92c8-0e4fdb0a72ae" providerId="ADAL" clId="{AD3567C4-5CA2-4801-8990-94515F1A8105}" dt="2020-11-26T12:40:07.866" v="2592" actId="478"/>
          <ac:picMkLst>
            <pc:docMk/>
            <pc:sldMk cId="3218720348" sldId="351"/>
            <ac:picMk id="10" creationId="{77C7E5FD-3187-45B2-9FCA-00096EC9BD19}"/>
          </ac:picMkLst>
        </pc:picChg>
        <pc:picChg chg="add mod">
          <ac:chgData name="Nguyen Long" userId="e4e93a65-ca82-41ec-92c8-0e4fdb0a72ae" providerId="ADAL" clId="{AD3567C4-5CA2-4801-8990-94515F1A8105}" dt="2020-11-26T12:40:21.010" v="2596" actId="1076"/>
          <ac:picMkLst>
            <pc:docMk/>
            <pc:sldMk cId="3218720348" sldId="351"/>
            <ac:picMk id="14" creationId="{2AB50B2E-A2C6-45C7-9ED3-C25BCEF46D19}"/>
          </ac:picMkLst>
        </pc:picChg>
        <pc:picChg chg="add mod">
          <ac:chgData name="Nguyen Long" userId="e4e93a65-ca82-41ec-92c8-0e4fdb0a72ae" providerId="ADAL" clId="{AD3567C4-5CA2-4801-8990-94515F1A8105}" dt="2020-11-26T12:43:22.359" v="2606" actId="1076"/>
          <ac:picMkLst>
            <pc:docMk/>
            <pc:sldMk cId="3218720348" sldId="351"/>
            <ac:picMk id="16" creationId="{AFB42A7A-617A-4D5E-A706-EB0F8CB5076C}"/>
          </ac:picMkLst>
        </pc:picChg>
      </pc:sldChg>
      <pc:sldChg chg="addSp delSp modSp add mod ord">
        <pc:chgData name="Nguyen Long" userId="e4e93a65-ca82-41ec-92c8-0e4fdb0a72ae" providerId="ADAL" clId="{AD3567C4-5CA2-4801-8990-94515F1A8105}" dt="2020-11-26T12:46:51.937" v="2644" actId="1076"/>
        <pc:sldMkLst>
          <pc:docMk/>
          <pc:sldMk cId="2523908307" sldId="352"/>
        </pc:sldMkLst>
        <pc:spChg chg="del mod">
          <ac:chgData name="Nguyen Long" userId="e4e93a65-ca82-41ec-92c8-0e4fdb0a72ae" providerId="ADAL" clId="{AD3567C4-5CA2-4801-8990-94515F1A8105}" dt="2020-11-26T12:44:31.336" v="2627" actId="478"/>
          <ac:spMkLst>
            <pc:docMk/>
            <pc:sldMk cId="2523908307" sldId="352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12:44:33.004" v="2628" actId="478"/>
          <ac:spMkLst>
            <pc:docMk/>
            <pc:sldMk cId="2523908307" sldId="352"/>
            <ac:spMk id="6" creationId="{D1D29241-4D22-425F-BD3A-4B3E3B66EE34}"/>
          </ac:spMkLst>
        </pc:spChg>
        <pc:spChg chg="add mod">
          <ac:chgData name="Nguyen Long" userId="e4e93a65-ca82-41ec-92c8-0e4fdb0a72ae" providerId="ADAL" clId="{AD3567C4-5CA2-4801-8990-94515F1A8105}" dt="2020-11-26T12:45:15.814" v="2632" actId="14100"/>
          <ac:spMkLst>
            <pc:docMk/>
            <pc:sldMk cId="2523908307" sldId="352"/>
            <ac:spMk id="9" creationId="{FE018537-D1C2-40E6-8743-347B23D03C3A}"/>
          </ac:spMkLst>
        </pc:spChg>
        <pc:spChg chg="add del">
          <ac:chgData name="Nguyen Long" userId="e4e93a65-ca82-41ec-92c8-0e4fdb0a72ae" providerId="ADAL" clId="{AD3567C4-5CA2-4801-8990-94515F1A8105}" dt="2020-11-26T12:46:05.858" v="2636" actId="22"/>
          <ac:spMkLst>
            <pc:docMk/>
            <pc:sldMk cId="2523908307" sldId="352"/>
            <ac:spMk id="13" creationId="{F790B443-8276-4CA0-90F1-AA86ABB40E5D}"/>
          </ac:spMkLst>
        </pc:spChg>
        <pc:spChg chg="add mod">
          <ac:chgData name="Nguyen Long" userId="e4e93a65-ca82-41ec-92c8-0e4fdb0a72ae" providerId="ADAL" clId="{AD3567C4-5CA2-4801-8990-94515F1A8105}" dt="2020-11-26T12:46:25.386" v="2642" actId="14100"/>
          <ac:spMkLst>
            <pc:docMk/>
            <pc:sldMk cId="2523908307" sldId="352"/>
            <ac:spMk id="15" creationId="{BE23BB0D-4265-48CD-B007-8BA557DC3243}"/>
          </ac:spMkLst>
        </pc:spChg>
        <pc:spChg chg="del">
          <ac:chgData name="Nguyen Long" userId="e4e93a65-ca82-41ec-92c8-0e4fdb0a72ae" providerId="ADAL" clId="{AD3567C4-5CA2-4801-8990-94515F1A8105}" dt="2020-11-26T12:44:30.217" v="2626" actId="478"/>
          <ac:spMkLst>
            <pc:docMk/>
            <pc:sldMk cId="2523908307" sldId="352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12:45:44.867" v="2634" actId="1076"/>
          <ac:picMkLst>
            <pc:docMk/>
            <pc:sldMk cId="2523908307" sldId="352"/>
            <ac:picMk id="10" creationId="{9F3A9BDC-E7E9-47FF-A819-F13DB9B2E8BF}"/>
          </ac:picMkLst>
        </pc:picChg>
        <pc:picChg chg="add mod">
          <ac:chgData name="Nguyen Long" userId="e4e93a65-ca82-41ec-92c8-0e4fdb0a72ae" providerId="ADAL" clId="{AD3567C4-5CA2-4801-8990-94515F1A8105}" dt="2020-11-26T12:46:51.937" v="2644" actId="1076"/>
          <ac:picMkLst>
            <pc:docMk/>
            <pc:sldMk cId="2523908307" sldId="352"/>
            <ac:picMk id="16" creationId="{880A3DE8-35E0-43E6-B826-10935D77F324}"/>
          </ac:picMkLst>
        </pc:picChg>
      </pc:sldChg>
      <pc:sldChg chg="addSp delSp modSp add mod ord modAnim">
        <pc:chgData name="Nguyen Long" userId="e4e93a65-ca82-41ec-92c8-0e4fdb0a72ae" providerId="ADAL" clId="{AD3567C4-5CA2-4801-8990-94515F1A8105}" dt="2020-11-26T12:51:53.799" v="2690"/>
        <pc:sldMkLst>
          <pc:docMk/>
          <pc:sldMk cId="3428076026" sldId="353"/>
        </pc:sldMkLst>
        <pc:spChg chg="del">
          <ac:chgData name="Nguyen Long" userId="e4e93a65-ca82-41ec-92c8-0e4fdb0a72ae" providerId="ADAL" clId="{AD3567C4-5CA2-4801-8990-94515F1A8105}" dt="2020-11-26T12:47:21.642" v="2650" actId="478"/>
          <ac:spMkLst>
            <pc:docMk/>
            <pc:sldMk cId="3428076026" sldId="353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12:47:23.284" v="2651" actId="478"/>
          <ac:spMkLst>
            <pc:docMk/>
            <pc:sldMk cId="3428076026" sldId="353"/>
            <ac:spMk id="6" creationId="{0556CA21-C40D-4F51-8F5E-07C07259A437}"/>
          </ac:spMkLst>
        </pc:spChg>
        <pc:spChg chg="add mod">
          <ac:chgData name="Nguyen Long" userId="e4e93a65-ca82-41ec-92c8-0e4fdb0a72ae" providerId="ADAL" clId="{AD3567C4-5CA2-4801-8990-94515F1A8105}" dt="2020-11-26T12:49:44.780" v="2667" actId="123"/>
          <ac:spMkLst>
            <pc:docMk/>
            <pc:sldMk cId="3428076026" sldId="353"/>
            <ac:spMk id="9" creationId="{BF462905-8D47-4036-B896-E8E96A0B3511}"/>
          </ac:spMkLst>
        </pc:spChg>
        <pc:spChg chg="add mod">
          <ac:chgData name="Nguyen Long" userId="e4e93a65-ca82-41ec-92c8-0e4fdb0a72ae" providerId="ADAL" clId="{AD3567C4-5CA2-4801-8990-94515F1A8105}" dt="2020-11-26T12:51:31.388" v="2684" actId="208"/>
          <ac:spMkLst>
            <pc:docMk/>
            <pc:sldMk cId="3428076026" sldId="353"/>
            <ac:spMk id="15" creationId="{E448C861-76F3-4DE7-9A82-9D321276571D}"/>
          </ac:spMkLst>
        </pc:spChg>
        <pc:spChg chg="mod">
          <ac:chgData name="Nguyen Long" userId="e4e93a65-ca82-41ec-92c8-0e4fdb0a72ae" providerId="ADAL" clId="{AD3567C4-5CA2-4801-8990-94515F1A8105}" dt="2020-11-26T12:47:33.376" v="2655" actId="1076"/>
          <ac:spMkLst>
            <pc:docMk/>
            <pc:sldMk cId="3428076026" sldId="353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12:49:58.501" v="2670" actId="1076"/>
          <ac:picMkLst>
            <pc:docMk/>
            <pc:sldMk cId="3428076026" sldId="353"/>
            <ac:picMk id="10" creationId="{EF6A40A1-4519-4ACC-AFB0-7A28BE5F69D4}"/>
          </ac:picMkLst>
        </pc:picChg>
        <pc:picChg chg="add mod">
          <ac:chgData name="Nguyen Long" userId="e4e93a65-ca82-41ec-92c8-0e4fdb0a72ae" providerId="ADAL" clId="{AD3567C4-5CA2-4801-8990-94515F1A8105}" dt="2020-11-26T12:50:01.880" v="2671" actId="1076"/>
          <ac:picMkLst>
            <pc:docMk/>
            <pc:sldMk cId="3428076026" sldId="353"/>
            <ac:picMk id="12" creationId="{1226B18C-6C26-4F17-930B-6F7F7EE51AE6}"/>
          </ac:picMkLst>
        </pc:picChg>
        <pc:picChg chg="add mod">
          <ac:chgData name="Nguyen Long" userId="e4e93a65-ca82-41ec-92c8-0e4fdb0a72ae" providerId="ADAL" clId="{AD3567C4-5CA2-4801-8990-94515F1A8105}" dt="2020-11-26T12:51:34.602" v="2685" actId="1076"/>
          <ac:picMkLst>
            <pc:docMk/>
            <pc:sldMk cId="3428076026" sldId="353"/>
            <ac:picMk id="16" creationId="{F1706659-653C-45FA-812E-3AB9F58C6046}"/>
          </ac:picMkLst>
        </pc:picChg>
      </pc:sldChg>
      <pc:sldChg chg="addSp delSp modSp add mod">
        <pc:chgData name="Nguyen Long" userId="e4e93a65-ca82-41ec-92c8-0e4fdb0a72ae" providerId="ADAL" clId="{AD3567C4-5CA2-4801-8990-94515F1A8105}" dt="2020-11-26T12:52:37.517" v="2695" actId="1076"/>
        <pc:sldMkLst>
          <pc:docMk/>
          <pc:sldMk cId="397617757" sldId="354"/>
        </pc:sldMkLst>
        <pc:spChg chg="del">
          <ac:chgData name="Nguyen Long" userId="e4e93a65-ca82-41ec-92c8-0e4fdb0a72ae" providerId="ADAL" clId="{AD3567C4-5CA2-4801-8990-94515F1A8105}" dt="2020-11-26T12:52:21.190" v="2691" actId="478"/>
          <ac:spMkLst>
            <pc:docMk/>
            <pc:sldMk cId="397617757" sldId="354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6T12:52:23.396" v="2692" actId="478"/>
          <ac:spMkLst>
            <pc:docMk/>
            <pc:sldMk cId="397617757" sldId="354"/>
            <ac:spMk id="6" creationId="{37206E77-8E0C-4677-918C-80A28D8ADDDD}"/>
          </ac:spMkLst>
        </pc:spChg>
        <pc:spChg chg="mod">
          <ac:chgData name="Nguyen Long" userId="e4e93a65-ca82-41ec-92c8-0e4fdb0a72ae" providerId="ADAL" clId="{AD3567C4-5CA2-4801-8990-94515F1A8105}" dt="2020-11-26T12:52:37.517" v="2695" actId="1076"/>
          <ac:spMkLst>
            <pc:docMk/>
            <pc:sldMk cId="397617757" sldId="354"/>
            <ac:spMk id="7" creationId="{B4B214B8-B381-450A-84DD-519B1522EF16}"/>
          </ac:spMkLst>
        </pc:spChg>
        <pc:spChg chg="mod">
          <ac:chgData name="Nguyen Long" userId="e4e93a65-ca82-41ec-92c8-0e4fdb0a72ae" providerId="ADAL" clId="{AD3567C4-5CA2-4801-8990-94515F1A8105}" dt="2020-11-26T12:52:34.707" v="2694" actId="1076"/>
          <ac:spMkLst>
            <pc:docMk/>
            <pc:sldMk cId="397617757" sldId="354"/>
            <ac:spMk id="29" creationId="{3B44278A-8FC8-4EFB-A5FC-1EB70F6E7976}"/>
          </ac:spMkLst>
        </pc:spChg>
      </pc:sldChg>
      <pc:sldChg chg="addSp delSp modSp add mod modAnim">
        <pc:chgData name="Nguyen Long" userId="e4e93a65-ca82-41ec-92c8-0e4fdb0a72ae" providerId="ADAL" clId="{AD3567C4-5CA2-4801-8990-94515F1A8105}" dt="2020-11-29T15:11:46.333" v="3612" actId="14100"/>
        <pc:sldMkLst>
          <pc:docMk/>
          <pc:sldMk cId="395124176" sldId="355"/>
        </pc:sldMkLst>
        <pc:spChg chg="mod">
          <ac:chgData name="Nguyen Long" userId="e4e93a65-ca82-41ec-92c8-0e4fdb0a72ae" providerId="ADAL" clId="{AD3567C4-5CA2-4801-8990-94515F1A8105}" dt="2020-11-26T12:53:06.657" v="2696"/>
          <ac:spMkLst>
            <pc:docMk/>
            <pc:sldMk cId="395124176" sldId="355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9T15:11:46.333" v="3612" actId="14100"/>
          <ac:spMkLst>
            <pc:docMk/>
            <pc:sldMk cId="395124176" sldId="355"/>
            <ac:spMk id="7" creationId="{9AF38EAA-C161-423A-A2B9-32B3D9950BF9}"/>
          </ac:spMkLst>
        </pc:spChg>
        <pc:spChg chg="add mod">
          <ac:chgData name="Nguyen Long" userId="e4e93a65-ca82-41ec-92c8-0e4fdb0a72ae" providerId="ADAL" clId="{AD3567C4-5CA2-4801-8990-94515F1A8105}" dt="2020-11-26T12:55:23.025" v="2714" actId="123"/>
          <ac:spMkLst>
            <pc:docMk/>
            <pc:sldMk cId="395124176" sldId="355"/>
            <ac:spMk id="11" creationId="{6D69C359-6BE5-452F-9F98-3EBD6A6DE4BE}"/>
          </ac:spMkLst>
        </pc:spChg>
        <pc:spChg chg="add mod">
          <ac:chgData name="Nguyen Long" userId="e4e93a65-ca82-41ec-92c8-0e4fdb0a72ae" providerId="ADAL" clId="{AD3567C4-5CA2-4801-8990-94515F1A8105}" dt="2020-11-26T12:57:43.167" v="2727" actId="1076"/>
          <ac:spMkLst>
            <pc:docMk/>
            <pc:sldMk cId="395124176" sldId="355"/>
            <ac:spMk id="15" creationId="{1B16DFDC-5527-4163-A604-9654AF105163}"/>
          </ac:spMkLst>
        </pc:spChg>
        <pc:spChg chg="del">
          <ac:chgData name="Nguyen Long" userId="e4e93a65-ca82-41ec-92c8-0e4fdb0a72ae" providerId="ADAL" clId="{AD3567C4-5CA2-4801-8990-94515F1A8105}" dt="2020-11-26T12:53:46.373" v="2697" actId="478"/>
          <ac:spMkLst>
            <pc:docMk/>
            <pc:sldMk cId="395124176" sldId="355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6T12:55:07.868" v="2710" actId="1076"/>
          <ac:picMkLst>
            <pc:docMk/>
            <pc:sldMk cId="395124176" sldId="355"/>
            <ac:picMk id="8" creationId="{9C49E16D-3F50-4EEF-B1AE-C63BE5B32CFD}"/>
          </ac:picMkLst>
        </pc:picChg>
        <pc:picChg chg="add mod">
          <ac:chgData name="Nguyen Long" userId="e4e93a65-ca82-41ec-92c8-0e4fdb0a72ae" providerId="ADAL" clId="{AD3567C4-5CA2-4801-8990-94515F1A8105}" dt="2020-11-26T12:55:41.335" v="2716" actId="1076"/>
          <ac:picMkLst>
            <pc:docMk/>
            <pc:sldMk cId="395124176" sldId="355"/>
            <ac:picMk id="12" creationId="{70ECE3D7-A1E4-4F96-A8C2-B9354BCC5089}"/>
          </ac:picMkLst>
        </pc:picChg>
      </pc:sldChg>
      <pc:sldChg chg="add del">
        <pc:chgData name="Nguyen Long" userId="e4e93a65-ca82-41ec-92c8-0e4fdb0a72ae" providerId="ADAL" clId="{AD3567C4-5CA2-4801-8990-94515F1A8105}" dt="2020-11-26T12:40:10.964" v="2594"/>
        <pc:sldMkLst>
          <pc:docMk/>
          <pc:sldMk cId="453653407" sldId="355"/>
        </pc:sldMkLst>
      </pc:sldChg>
      <pc:sldChg chg="addSp">
        <pc:chgData name="Nguyen Long" userId="e4e93a65-ca82-41ec-92c8-0e4fdb0a72ae" providerId="ADAL" clId="{AD3567C4-5CA2-4801-8990-94515F1A8105}" dt="2020-11-29T09:45:40.525" v="2762"/>
        <pc:sldMkLst>
          <pc:docMk/>
          <pc:sldMk cId="1089652637" sldId="356"/>
        </pc:sldMkLst>
        <pc:spChg chg="add">
          <ac:chgData name="Nguyen Long" userId="e4e93a65-ca82-41ec-92c8-0e4fdb0a72ae" providerId="ADAL" clId="{AD3567C4-5CA2-4801-8990-94515F1A8105}" dt="2020-11-29T09:45:40.525" v="2762"/>
          <ac:spMkLst>
            <pc:docMk/>
            <pc:sldMk cId="1089652637" sldId="356"/>
            <ac:spMk id="2" creationId="{1C19C20D-60FB-48E6-B0B5-8A17759A639F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2-01T09:11:10.307" v="3618" actId="47"/>
        <pc:sldMkLst>
          <pc:docMk/>
          <pc:sldMk cId="1140074812" sldId="356"/>
        </pc:sldMkLst>
        <pc:spChg chg="mod">
          <ac:chgData name="Nguyen Long" userId="e4e93a65-ca82-41ec-92c8-0e4fdb0a72ae" providerId="ADAL" clId="{AD3567C4-5CA2-4801-8990-94515F1A8105}" dt="2020-11-29T09:07:12.560" v="2743"/>
          <ac:spMkLst>
            <pc:docMk/>
            <pc:sldMk cId="1140074812" sldId="356"/>
            <ac:spMk id="3" creationId="{62A79EAC-0BC8-4DF7-B963-899AA7EF67BA}"/>
          </ac:spMkLst>
        </pc:spChg>
        <pc:spChg chg="del mod">
          <ac:chgData name="Nguyen Long" userId="e4e93a65-ca82-41ec-92c8-0e4fdb0a72ae" providerId="ADAL" clId="{AD3567C4-5CA2-4801-8990-94515F1A8105}" dt="2020-11-29T09:08:51.913" v="2753" actId="478"/>
          <ac:spMkLst>
            <pc:docMk/>
            <pc:sldMk cId="1140074812" sldId="356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9T09:45:51.399" v="2767" actId="12"/>
          <ac:spMkLst>
            <pc:docMk/>
            <pc:sldMk cId="1140074812" sldId="356"/>
            <ac:spMk id="7" creationId="{2A3DEDA3-119E-4990-87BA-9AB9569129EC}"/>
          </ac:spMkLst>
        </pc:spChg>
        <pc:spChg chg="add del mod">
          <ac:chgData name="Nguyen Long" userId="e4e93a65-ca82-41ec-92c8-0e4fdb0a72ae" providerId="ADAL" clId="{AD3567C4-5CA2-4801-8990-94515F1A8105}" dt="2020-11-29T09:08:55.255" v="2754" actId="478"/>
          <ac:spMkLst>
            <pc:docMk/>
            <pc:sldMk cId="1140074812" sldId="356"/>
            <ac:spMk id="8" creationId="{D28E0C90-C1BA-4596-B69B-08A5EEFA8566}"/>
          </ac:spMkLst>
        </pc:spChg>
        <pc:spChg chg="del mod">
          <ac:chgData name="Nguyen Long" userId="e4e93a65-ca82-41ec-92c8-0e4fdb0a72ae" providerId="ADAL" clId="{AD3567C4-5CA2-4801-8990-94515F1A8105}" dt="2020-11-29T09:08:58.963" v="2755" actId="478"/>
          <ac:spMkLst>
            <pc:docMk/>
            <pc:sldMk cId="1140074812" sldId="356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09:46:39.624" v="2769" actId="1076"/>
          <ac:picMkLst>
            <pc:docMk/>
            <pc:sldMk cId="1140074812" sldId="356"/>
            <ac:picMk id="10" creationId="{2291F644-6CF5-49E5-9EAB-7283FADAC7CE}"/>
          </ac:picMkLst>
        </pc:picChg>
        <pc:picChg chg="add mod">
          <ac:chgData name="Nguyen Long" userId="e4e93a65-ca82-41ec-92c8-0e4fdb0a72ae" providerId="ADAL" clId="{AD3567C4-5CA2-4801-8990-94515F1A8105}" dt="2020-11-29T09:47:04.764" v="2771" actId="1076"/>
          <ac:picMkLst>
            <pc:docMk/>
            <pc:sldMk cId="1140074812" sldId="356"/>
            <ac:picMk id="12" creationId="{B140C428-F1D4-425F-B9AD-18D6A7ACFDC1}"/>
          </ac:picMkLst>
        </pc:picChg>
        <pc:picChg chg="add mod">
          <ac:chgData name="Nguyen Long" userId="e4e93a65-ca82-41ec-92c8-0e4fdb0a72ae" providerId="ADAL" clId="{AD3567C4-5CA2-4801-8990-94515F1A8105}" dt="2020-11-29T09:47:19.965" v="2773" actId="1076"/>
          <ac:picMkLst>
            <pc:docMk/>
            <pc:sldMk cId="1140074812" sldId="356"/>
            <ac:picMk id="14" creationId="{679E490C-F013-4D56-AAEC-E2DA5FA4D4B2}"/>
          </ac:picMkLst>
        </pc:picChg>
      </pc:sldChg>
      <pc:sldChg chg="addSp delSp modSp add del mod">
        <pc:chgData name="Nguyen Long" userId="e4e93a65-ca82-41ec-92c8-0e4fdb0a72ae" providerId="ADAL" clId="{AD3567C4-5CA2-4801-8990-94515F1A8105}" dt="2020-12-01T09:11:10.307" v="3618" actId="47"/>
        <pc:sldMkLst>
          <pc:docMk/>
          <pc:sldMk cId="3688182774" sldId="357"/>
        </pc:sldMkLst>
        <pc:spChg chg="mod">
          <ac:chgData name="Nguyen Long" userId="e4e93a65-ca82-41ec-92c8-0e4fdb0a72ae" providerId="ADAL" clId="{AD3567C4-5CA2-4801-8990-94515F1A8105}" dt="2020-11-29T09:48:15.209" v="2778"/>
          <ac:spMkLst>
            <pc:docMk/>
            <pc:sldMk cId="3688182774" sldId="357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09:48:23.226" v="2779"/>
          <ac:spMkLst>
            <pc:docMk/>
            <pc:sldMk cId="3688182774" sldId="357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9T09:50:07.735" v="2797" actId="1076"/>
          <ac:spMkLst>
            <pc:docMk/>
            <pc:sldMk cId="3688182774" sldId="357"/>
            <ac:spMk id="7" creationId="{06AC333D-ECAC-465A-AB5C-0AD47ACF83FF}"/>
          </ac:spMkLst>
        </pc:spChg>
        <pc:spChg chg="del">
          <ac:chgData name="Nguyen Long" userId="e4e93a65-ca82-41ec-92c8-0e4fdb0a72ae" providerId="ADAL" clId="{AD3567C4-5CA2-4801-8990-94515F1A8105}" dt="2020-11-29T09:49:10.753" v="2790" actId="478"/>
          <ac:spMkLst>
            <pc:docMk/>
            <pc:sldMk cId="3688182774" sldId="357"/>
            <ac:spMk id="29" creationId="{3B44278A-8FC8-4EFB-A5FC-1EB70F6E7976}"/>
          </ac:spMkLst>
        </pc:spChg>
        <pc:picChg chg="add del mod">
          <ac:chgData name="Nguyen Long" userId="e4e93a65-ca82-41ec-92c8-0e4fdb0a72ae" providerId="ADAL" clId="{AD3567C4-5CA2-4801-8990-94515F1A8105}" dt="2020-11-29T09:50:55.196" v="2800" actId="478"/>
          <ac:picMkLst>
            <pc:docMk/>
            <pc:sldMk cId="3688182774" sldId="357"/>
            <ac:picMk id="8" creationId="{FC0C7948-327A-43CA-AE79-D86E027D8FDF}"/>
          </ac:picMkLst>
        </pc:picChg>
        <pc:picChg chg="add mod">
          <ac:chgData name="Nguyen Long" userId="e4e93a65-ca82-41ec-92c8-0e4fdb0a72ae" providerId="ADAL" clId="{AD3567C4-5CA2-4801-8990-94515F1A8105}" dt="2020-11-29T09:51:28.506" v="2805" actId="1076"/>
          <ac:picMkLst>
            <pc:docMk/>
            <pc:sldMk cId="3688182774" sldId="357"/>
            <ac:picMk id="10" creationId="{04B6C538-C318-4447-878A-C6B519CFA6BD}"/>
          </ac:picMkLst>
        </pc:picChg>
        <pc:picChg chg="add mod">
          <ac:chgData name="Nguyen Long" userId="e4e93a65-ca82-41ec-92c8-0e4fdb0a72ae" providerId="ADAL" clId="{AD3567C4-5CA2-4801-8990-94515F1A8105}" dt="2020-11-29T09:51:31.058" v="2806" actId="1076"/>
          <ac:picMkLst>
            <pc:docMk/>
            <pc:sldMk cId="3688182774" sldId="357"/>
            <ac:picMk id="12" creationId="{BE62F2EA-DF7B-4B81-AFFD-D522E9618B9D}"/>
          </ac:picMkLst>
        </pc:picChg>
      </pc:sldChg>
      <pc:sldChg chg="addSp">
        <pc:chgData name="Nguyen Long" userId="e4e93a65-ca82-41ec-92c8-0e4fdb0a72ae" providerId="ADAL" clId="{AD3567C4-5CA2-4801-8990-94515F1A8105}" dt="2020-11-29T10:01:44.207" v="2811"/>
        <pc:sldMkLst>
          <pc:docMk/>
          <pc:sldMk cId="334377477" sldId="358"/>
        </pc:sldMkLst>
        <pc:spChg chg="add">
          <ac:chgData name="Nguyen Long" userId="e4e93a65-ca82-41ec-92c8-0e4fdb0a72ae" providerId="ADAL" clId="{AD3567C4-5CA2-4801-8990-94515F1A8105}" dt="2020-11-29T10:01:44.207" v="2811"/>
          <ac:spMkLst>
            <pc:docMk/>
            <pc:sldMk cId="334377477" sldId="358"/>
            <ac:spMk id="2" creationId="{4C44C5F7-8A43-46B3-B035-75F164DBCD94}"/>
          </ac:spMkLst>
        </pc:spChg>
      </pc:sldChg>
      <pc:sldChg chg="addSp delSp modSp add del mod modAnim">
        <pc:chgData name="Nguyen Long" userId="e4e93a65-ca82-41ec-92c8-0e4fdb0a72ae" providerId="ADAL" clId="{AD3567C4-5CA2-4801-8990-94515F1A8105}" dt="2020-12-01T09:11:10.307" v="3618" actId="47"/>
        <pc:sldMkLst>
          <pc:docMk/>
          <pc:sldMk cId="2141440796" sldId="358"/>
        </pc:sldMkLst>
        <pc:spChg chg="mod">
          <ac:chgData name="Nguyen Long" userId="e4e93a65-ca82-41ec-92c8-0e4fdb0a72ae" providerId="ADAL" clId="{AD3567C4-5CA2-4801-8990-94515F1A8105}" dt="2020-11-29T10:05:38.661" v="2860" actId="1076"/>
          <ac:spMkLst>
            <pc:docMk/>
            <pc:sldMk cId="2141440796" sldId="358"/>
            <ac:spMk id="2" creationId="{4C44C5F7-8A43-46B3-B035-75F164DBCD94}"/>
          </ac:spMkLst>
        </pc:spChg>
        <pc:spChg chg="mod">
          <ac:chgData name="Nguyen Long" userId="e4e93a65-ca82-41ec-92c8-0e4fdb0a72ae" providerId="ADAL" clId="{AD3567C4-5CA2-4801-8990-94515F1A8105}" dt="2020-11-29T09:51:43.603" v="2807"/>
          <ac:spMkLst>
            <pc:docMk/>
            <pc:sldMk cId="2141440796" sldId="358"/>
            <ac:spMk id="4" creationId="{EFE970DA-31B3-48D7-84D8-E9CFD5B197FD}"/>
          </ac:spMkLst>
        </pc:spChg>
        <pc:spChg chg="add del">
          <ac:chgData name="Nguyen Long" userId="e4e93a65-ca82-41ec-92c8-0e4fdb0a72ae" providerId="ADAL" clId="{AD3567C4-5CA2-4801-8990-94515F1A8105}" dt="2020-11-29T10:01:41.814" v="2810" actId="22"/>
          <ac:spMkLst>
            <pc:docMk/>
            <pc:sldMk cId="2141440796" sldId="358"/>
            <ac:spMk id="7" creationId="{50257C59-902F-49DC-A5D2-C38F98F5D1FA}"/>
          </ac:spMkLst>
        </pc:spChg>
        <pc:spChg chg="add mod">
          <ac:chgData name="Nguyen Long" userId="e4e93a65-ca82-41ec-92c8-0e4fdb0a72ae" providerId="ADAL" clId="{AD3567C4-5CA2-4801-8990-94515F1A8105}" dt="2020-11-29T10:05:47.721" v="2863" actId="208"/>
          <ac:spMkLst>
            <pc:docMk/>
            <pc:sldMk cId="2141440796" sldId="358"/>
            <ac:spMk id="7" creationId="{AFFBF1BE-2B24-42CC-BE00-EA55FE9B1819}"/>
          </ac:spMkLst>
        </pc:spChg>
        <pc:spChg chg="del">
          <ac:chgData name="Nguyen Long" userId="e4e93a65-ca82-41ec-92c8-0e4fdb0a72ae" providerId="ADAL" clId="{AD3567C4-5CA2-4801-8990-94515F1A8105}" dt="2020-11-29T09:51:47.250" v="2808" actId="478"/>
          <ac:spMkLst>
            <pc:docMk/>
            <pc:sldMk cId="2141440796" sldId="358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05:40.600" v="2861" actId="1076"/>
          <ac:picMkLst>
            <pc:docMk/>
            <pc:sldMk cId="2141440796" sldId="358"/>
            <ac:picMk id="9" creationId="{6CF74711-DF7C-41E0-828C-D466DB5AE26C}"/>
          </ac:picMkLst>
        </pc:picChg>
      </pc:sldChg>
      <pc:sldChg chg="addSp delSp modSp add del mod modAnim">
        <pc:chgData name="Nguyen Long" userId="e4e93a65-ca82-41ec-92c8-0e4fdb0a72ae" providerId="ADAL" clId="{AD3567C4-5CA2-4801-8990-94515F1A8105}" dt="2020-12-01T09:11:10.307" v="3618" actId="47"/>
        <pc:sldMkLst>
          <pc:docMk/>
          <pc:sldMk cId="3948475026" sldId="359"/>
        </pc:sldMkLst>
        <pc:spChg chg="del">
          <ac:chgData name="Nguyen Long" userId="e4e93a65-ca82-41ec-92c8-0e4fdb0a72ae" providerId="ADAL" clId="{AD3567C4-5CA2-4801-8990-94515F1A8105}" dt="2020-11-29T10:07:03.328" v="2867" actId="478"/>
          <ac:spMkLst>
            <pc:docMk/>
            <pc:sldMk cId="3948475026" sldId="359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9T10:07:04.878" v="2868" actId="478"/>
          <ac:spMkLst>
            <pc:docMk/>
            <pc:sldMk cId="3948475026" sldId="359"/>
            <ac:spMk id="6" creationId="{9A49F703-CB60-409A-8910-C0B17E2E6F5A}"/>
          </ac:spMkLst>
        </pc:spChg>
        <pc:spChg chg="add mod">
          <ac:chgData name="Nguyen Long" userId="e4e93a65-ca82-41ec-92c8-0e4fdb0a72ae" providerId="ADAL" clId="{AD3567C4-5CA2-4801-8990-94515F1A8105}" dt="2020-11-29T10:11:43.926" v="2896" actId="208"/>
          <ac:spMkLst>
            <pc:docMk/>
            <pc:sldMk cId="3948475026" sldId="359"/>
            <ac:spMk id="9" creationId="{D047B142-715C-471D-B77F-D32129AA295C}"/>
          </ac:spMkLst>
        </pc:spChg>
        <pc:spChg chg="add mod">
          <ac:chgData name="Nguyen Long" userId="e4e93a65-ca82-41ec-92c8-0e4fdb0a72ae" providerId="ADAL" clId="{AD3567C4-5CA2-4801-8990-94515F1A8105}" dt="2020-11-29T10:11:46.138" v="2897" actId="208"/>
          <ac:spMkLst>
            <pc:docMk/>
            <pc:sldMk cId="3948475026" sldId="359"/>
            <ac:spMk id="19" creationId="{15C8433C-AC7D-4CB6-9AF0-BA7E073D09B2}"/>
          </ac:spMkLst>
        </pc:spChg>
        <pc:spChg chg="add mod">
          <ac:chgData name="Nguyen Long" userId="e4e93a65-ca82-41ec-92c8-0e4fdb0a72ae" providerId="ADAL" clId="{AD3567C4-5CA2-4801-8990-94515F1A8105}" dt="2020-11-29T10:13:54.202" v="2922" actId="1076"/>
          <ac:spMkLst>
            <pc:docMk/>
            <pc:sldMk cId="3948475026" sldId="359"/>
            <ac:spMk id="21" creationId="{D79405EE-B43B-4923-AD97-56BE77345C97}"/>
          </ac:spMkLst>
        </pc:spChg>
        <pc:spChg chg="del">
          <ac:chgData name="Nguyen Long" userId="e4e93a65-ca82-41ec-92c8-0e4fdb0a72ae" providerId="ADAL" clId="{AD3567C4-5CA2-4801-8990-94515F1A8105}" dt="2020-11-29T10:07:02.042" v="2866" actId="478"/>
          <ac:spMkLst>
            <pc:docMk/>
            <pc:sldMk cId="3948475026" sldId="359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09:22.369" v="2885" actId="1076"/>
          <ac:picMkLst>
            <pc:docMk/>
            <pc:sldMk cId="3948475026" sldId="359"/>
            <ac:picMk id="10" creationId="{696B5FAF-7B62-4AAD-9F01-BEBD47E82176}"/>
          </ac:picMkLst>
        </pc:picChg>
        <pc:picChg chg="add mod">
          <ac:chgData name="Nguyen Long" userId="e4e93a65-ca82-41ec-92c8-0e4fdb0a72ae" providerId="ADAL" clId="{AD3567C4-5CA2-4801-8990-94515F1A8105}" dt="2020-11-29T10:13:48.186" v="2919" actId="1076"/>
          <ac:picMkLst>
            <pc:docMk/>
            <pc:sldMk cId="3948475026" sldId="359"/>
            <ac:picMk id="12" creationId="{0E43BD71-086C-4A3A-B5B0-759DB1A1B425}"/>
          </ac:picMkLst>
        </pc:picChg>
        <pc:picChg chg="add mod">
          <ac:chgData name="Nguyen Long" userId="e4e93a65-ca82-41ec-92c8-0e4fdb0a72ae" providerId="ADAL" clId="{AD3567C4-5CA2-4801-8990-94515F1A8105}" dt="2020-11-29T10:13:57.262" v="2923" actId="1076"/>
          <ac:picMkLst>
            <pc:docMk/>
            <pc:sldMk cId="3948475026" sldId="359"/>
            <ac:picMk id="14" creationId="{B68FE8B3-20DA-447F-9CCF-3393FB8C76ED}"/>
          </ac:picMkLst>
        </pc:picChg>
        <pc:picChg chg="add mod">
          <ac:chgData name="Nguyen Long" userId="e4e93a65-ca82-41ec-92c8-0e4fdb0a72ae" providerId="ADAL" clId="{AD3567C4-5CA2-4801-8990-94515F1A8105}" dt="2020-11-29T10:13:50.140" v="2920" actId="1076"/>
          <ac:picMkLst>
            <pc:docMk/>
            <pc:sldMk cId="3948475026" sldId="359"/>
            <ac:picMk id="16" creationId="{C8C6DDE8-EE58-401F-8AB2-68ADAB3687D9}"/>
          </ac:picMkLst>
        </pc:picChg>
        <pc:picChg chg="add mod">
          <ac:chgData name="Nguyen Long" userId="e4e93a65-ca82-41ec-92c8-0e4fdb0a72ae" providerId="ADAL" clId="{AD3567C4-5CA2-4801-8990-94515F1A8105}" dt="2020-11-29T10:14:18.434" v="2925" actId="1076"/>
          <ac:picMkLst>
            <pc:docMk/>
            <pc:sldMk cId="3948475026" sldId="359"/>
            <ac:picMk id="22" creationId="{260DB045-D2E8-4A9F-95CA-691E008CA07A}"/>
          </ac:picMkLst>
        </pc:picChg>
      </pc:sldChg>
      <pc:sldChg chg="addSp delSp modSp add del mod modAnim">
        <pc:chgData name="Nguyen Long" userId="e4e93a65-ca82-41ec-92c8-0e4fdb0a72ae" providerId="ADAL" clId="{AD3567C4-5CA2-4801-8990-94515F1A8105}" dt="2020-12-01T09:11:10.307" v="3618" actId="47"/>
        <pc:sldMkLst>
          <pc:docMk/>
          <pc:sldMk cId="746980286" sldId="360"/>
        </pc:sldMkLst>
        <pc:spChg chg="del">
          <ac:chgData name="Nguyen Long" userId="e4e93a65-ca82-41ec-92c8-0e4fdb0a72ae" providerId="ADAL" clId="{AD3567C4-5CA2-4801-8990-94515F1A8105}" dt="2020-11-29T10:17:22.624" v="2928" actId="478"/>
          <ac:spMkLst>
            <pc:docMk/>
            <pc:sldMk cId="746980286" sldId="36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9T10:17:23.461" v="2929" actId="478"/>
          <ac:spMkLst>
            <pc:docMk/>
            <pc:sldMk cId="746980286" sldId="360"/>
            <ac:spMk id="6" creationId="{9263BCDA-2AD4-4E93-BF97-E933316C9207}"/>
          </ac:spMkLst>
        </pc:spChg>
        <pc:spChg chg="add mod">
          <ac:chgData name="Nguyen Long" userId="e4e93a65-ca82-41ec-92c8-0e4fdb0a72ae" providerId="ADAL" clId="{AD3567C4-5CA2-4801-8990-94515F1A8105}" dt="2020-11-29T10:28:40.975" v="3004" actId="14100"/>
          <ac:spMkLst>
            <pc:docMk/>
            <pc:sldMk cId="746980286" sldId="360"/>
            <ac:spMk id="9" creationId="{23C9EC59-3A73-4284-B6DD-AC097D69C847}"/>
          </ac:spMkLst>
        </pc:spChg>
        <pc:spChg chg="add mod">
          <ac:chgData name="Nguyen Long" userId="e4e93a65-ca82-41ec-92c8-0e4fdb0a72ae" providerId="ADAL" clId="{AD3567C4-5CA2-4801-8990-94515F1A8105}" dt="2020-11-29T10:28:11.493" v="3000" actId="1076"/>
          <ac:spMkLst>
            <pc:docMk/>
            <pc:sldMk cId="746980286" sldId="360"/>
            <ac:spMk id="15" creationId="{699B45D9-4C93-412F-A2D0-AEBCE42C33FF}"/>
          </ac:spMkLst>
        </pc:spChg>
        <pc:spChg chg="add mod">
          <ac:chgData name="Nguyen Long" userId="e4e93a65-ca82-41ec-92c8-0e4fdb0a72ae" providerId="ADAL" clId="{AD3567C4-5CA2-4801-8990-94515F1A8105}" dt="2020-11-29T10:29:43.632" v="3010" actId="1076"/>
          <ac:spMkLst>
            <pc:docMk/>
            <pc:sldMk cId="746980286" sldId="360"/>
            <ac:spMk id="17" creationId="{3BF1DADA-022E-4C6F-BEBC-94A15ED62867}"/>
          </ac:spMkLst>
        </pc:spChg>
        <pc:spChg chg="add mod">
          <ac:chgData name="Nguyen Long" userId="e4e93a65-ca82-41ec-92c8-0e4fdb0a72ae" providerId="ADAL" clId="{AD3567C4-5CA2-4801-8990-94515F1A8105}" dt="2020-11-29T10:27:48.727" v="2996" actId="1076"/>
          <ac:spMkLst>
            <pc:docMk/>
            <pc:sldMk cId="746980286" sldId="360"/>
            <ac:spMk id="18" creationId="{8563AA4F-C71A-4744-AD33-8A88A68B9622}"/>
          </ac:spMkLst>
        </pc:spChg>
        <pc:spChg chg="mod">
          <ac:chgData name="Nguyen Long" userId="e4e93a65-ca82-41ec-92c8-0e4fdb0a72ae" providerId="ADAL" clId="{AD3567C4-5CA2-4801-8990-94515F1A8105}" dt="2020-11-29T10:29:36.647" v="3007" actId="1076"/>
          <ac:spMkLst>
            <pc:docMk/>
            <pc:sldMk cId="746980286" sldId="360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29:40.571" v="3009" actId="1076"/>
          <ac:picMkLst>
            <pc:docMk/>
            <pc:sldMk cId="746980286" sldId="360"/>
            <ac:picMk id="10" creationId="{F1007DD6-9CCB-4012-A8EA-B53E956F8D62}"/>
          </ac:picMkLst>
        </pc:picChg>
        <pc:picChg chg="add mod">
          <ac:chgData name="Nguyen Long" userId="e4e93a65-ca82-41ec-92c8-0e4fdb0a72ae" providerId="ADAL" clId="{AD3567C4-5CA2-4801-8990-94515F1A8105}" dt="2020-11-29T10:24:28.221" v="2963" actId="1076"/>
          <ac:picMkLst>
            <pc:docMk/>
            <pc:sldMk cId="746980286" sldId="360"/>
            <ac:picMk id="12" creationId="{57343341-57E3-4EF8-ABFF-24297F65238B}"/>
          </ac:picMkLst>
        </pc:picChg>
        <pc:picChg chg="add mod">
          <ac:chgData name="Nguyen Long" userId="e4e93a65-ca82-41ec-92c8-0e4fdb0a72ae" providerId="ADAL" clId="{AD3567C4-5CA2-4801-8990-94515F1A8105}" dt="2020-11-29T10:27:35.250" v="2993" actId="1076"/>
          <ac:picMkLst>
            <pc:docMk/>
            <pc:sldMk cId="746980286" sldId="360"/>
            <ac:picMk id="19" creationId="{ED2AE516-0F22-4346-B0C2-E24F242B7167}"/>
          </ac:picMkLst>
        </pc:picChg>
      </pc:sldChg>
      <pc:sldChg chg="addSp delSp modSp add del mod modAnim">
        <pc:chgData name="Nguyen Long" userId="e4e93a65-ca82-41ec-92c8-0e4fdb0a72ae" providerId="ADAL" clId="{AD3567C4-5CA2-4801-8990-94515F1A8105}" dt="2020-12-01T09:11:10.307" v="3618" actId="47"/>
        <pc:sldMkLst>
          <pc:docMk/>
          <pc:sldMk cId="2222069165" sldId="361"/>
        </pc:sldMkLst>
        <pc:spChg chg="del">
          <ac:chgData name="Nguyen Long" userId="e4e93a65-ca82-41ec-92c8-0e4fdb0a72ae" providerId="ADAL" clId="{AD3567C4-5CA2-4801-8990-94515F1A8105}" dt="2020-11-29T10:30:58.699" v="3018" actId="478"/>
          <ac:spMkLst>
            <pc:docMk/>
            <pc:sldMk cId="2222069165" sldId="361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9T10:31:00.895" v="3019" actId="478"/>
          <ac:spMkLst>
            <pc:docMk/>
            <pc:sldMk cId="2222069165" sldId="361"/>
            <ac:spMk id="6" creationId="{A29CDB61-4297-4CA3-AABF-0BF40ECE5708}"/>
          </ac:spMkLst>
        </pc:spChg>
        <pc:spChg chg="add mod">
          <ac:chgData name="Nguyen Long" userId="e4e93a65-ca82-41ec-92c8-0e4fdb0a72ae" providerId="ADAL" clId="{AD3567C4-5CA2-4801-8990-94515F1A8105}" dt="2020-11-29T10:33:22.187" v="3038" actId="1076"/>
          <ac:spMkLst>
            <pc:docMk/>
            <pc:sldMk cId="2222069165" sldId="361"/>
            <ac:spMk id="9" creationId="{C28923A0-0281-49F5-B6D6-86E4F037BE03}"/>
          </ac:spMkLst>
        </pc:spChg>
        <pc:spChg chg="add mod">
          <ac:chgData name="Nguyen Long" userId="e4e93a65-ca82-41ec-92c8-0e4fdb0a72ae" providerId="ADAL" clId="{AD3567C4-5CA2-4801-8990-94515F1A8105}" dt="2020-11-29T10:33:59.998" v="3041" actId="1076"/>
          <ac:spMkLst>
            <pc:docMk/>
            <pc:sldMk cId="2222069165" sldId="361"/>
            <ac:spMk id="12" creationId="{C394FA46-1E75-455D-A18D-F13B3DBCD8C0}"/>
          </ac:spMkLst>
        </pc:spChg>
        <pc:spChg chg="add mod">
          <ac:chgData name="Nguyen Long" userId="e4e93a65-ca82-41ec-92c8-0e4fdb0a72ae" providerId="ADAL" clId="{AD3567C4-5CA2-4801-8990-94515F1A8105}" dt="2020-11-29T10:34:58.016" v="3053" actId="123"/>
          <ac:spMkLst>
            <pc:docMk/>
            <pc:sldMk cId="2222069165" sldId="361"/>
            <ac:spMk id="14" creationId="{7D87260A-9813-4139-B3BB-8E6786A9A669}"/>
          </ac:spMkLst>
        </pc:spChg>
        <pc:spChg chg="mod">
          <ac:chgData name="Nguyen Long" userId="e4e93a65-ca82-41ec-92c8-0e4fdb0a72ae" providerId="ADAL" clId="{AD3567C4-5CA2-4801-8990-94515F1A8105}" dt="2020-11-29T10:31:17.198" v="3023"/>
          <ac:spMkLst>
            <pc:docMk/>
            <pc:sldMk cId="2222069165" sldId="361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34:15.394" v="3044" actId="1076"/>
          <ac:picMkLst>
            <pc:docMk/>
            <pc:sldMk cId="2222069165" sldId="361"/>
            <ac:picMk id="10" creationId="{F30C70E3-3E94-4553-BD3F-91217190417C}"/>
          </ac:picMkLst>
        </pc:picChg>
        <pc:picChg chg="add mod">
          <ac:chgData name="Nguyen Long" userId="e4e93a65-ca82-41ec-92c8-0e4fdb0a72ae" providerId="ADAL" clId="{AD3567C4-5CA2-4801-8990-94515F1A8105}" dt="2020-11-29T10:35:03.809" v="3054" actId="1076"/>
          <ac:picMkLst>
            <pc:docMk/>
            <pc:sldMk cId="2222069165" sldId="361"/>
            <ac:picMk id="15" creationId="{594BFD3B-437A-48A6-B717-8715C52F4183}"/>
          </ac:picMkLst>
        </pc:picChg>
      </pc:sldChg>
      <pc:sldChg chg="addSp delSp modSp add del mod">
        <pc:chgData name="Nguyen Long" userId="e4e93a65-ca82-41ec-92c8-0e4fdb0a72ae" providerId="ADAL" clId="{AD3567C4-5CA2-4801-8990-94515F1A8105}" dt="2020-12-01T09:11:10.307" v="3618" actId="47"/>
        <pc:sldMkLst>
          <pc:docMk/>
          <pc:sldMk cId="287204616" sldId="362"/>
        </pc:sldMkLst>
        <pc:spChg chg="del">
          <ac:chgData name="Nguyen Long" userId="e4e93a65-ca82-41ec-92c8-0e4fdb0a72ae" providerId="ADAL" clId="{AD3567C4-5CA2-4801-8990-94515F1A8105}" dt="2020-11-29T10:38:24.889" v="3060" actId="478"/>
          <ac:spMkLst>
            <pc:docMk/>
            <pc:sldMk cId="287204616" sldId="362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9T10:38:30.721" v="3061" actId="478"/>
          <ac:spMkLst>
            <pc:docMk/>
            <pc:sldMk cId="287204616" sldId="362"/>
            <ac:spMk id="6" creationId="{4E04E4FB-221B-4995-ABDA-1C6E86C0CC68}"/>
          </ac:spMkLst>
        </pc:spChg>
        <pc:spChg chg="add mod">
          <ac:chgData name="Nguyen Long" userId="e4e93a65-ca82-41ec-92c8-0e4fdb0a72ae" providerId="ADAL" clId="{AD3567C4-5CA2-4801-8990-94515F1A8105}" dt="2020-11-29T10:47:32.909" v="3089" actId="123"/>
          <ac:spMkLst>
            <pc:docMk/>
            <pc:sldMk cId="287204616" sldId="362"/>
            <ac:spMk id="15" creationId="{B1D09148-72A6-49C4-9E31-6934E216082B}"/>
          </ac:spMkLst>
        </pc:spChg>
        <pc:spChg chg="mod">
          <ac:chgData name="Nguyen Long" userId="e4e93a65-ca82-41ec-92c8-0e4fdb0a72ae" providerId="ADAL" clId="{AD3567C4-5CA2-4801-8990-94515F1A8105}" dt="2020-11-29T10:43:57.859" v="3067"/>
          <ac:spMkLst>
            <pc:docMk/>
            <pc:sldMk cId="287204616" sldId="362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44:52.801" v="3078" actId="1076"/>
          <ac:picMkLst>
            <pc:docMk/>
            <pc:sldMk cId="287204616" sldId="362"/>
            <ac:picMk id="8" creationId="{661F2EAF-E99E-4167-8EB3-D5C919046E3C}"/>
          </ac:picMkLst>
        </pc:picChg>
        <pc:picChg chg="add mod">
          <ac:chgData name="Nguyen Long" userId="e4e93a65-ca82-41ec-92c8-0e4fdb0a72ae" providerId="ADAL" clId="{AD3567C4-5CA2-4801-8990-94515F1A8105}" dt="2020-11-29T10:44:51.310" v="3077" actId="1076"/>
          <ac:picMkLst>
            <pc:docMk/>
            <pc:sldMk cId="287204616" sldId="362"/>
            <ac:picMk id="10" creationId="{2F7A9949-A2E3-4EF8-8A64-D2C5512A1F54}"/>
          </ac:picMkLst>
        </pc:picChg>
        <pc:picChg chg="add mod">
          <ac:chgData name="Nguyen Long" userId="e4e93a65-ca82-41ec-92c8-0e4fdb0a72ae" providerId="ADAL" clId="{AD3567C4-5CA2-4801-8990-94515F1A8105}" dt="2020-11-29T10:46:58.713" v="3086" actId="1076"/>
          <ac:picMkLst>
            <pc:docMk/>
            <pc:sldMk cId="287204616" sldId="362"/>
            <ac:picMk id="12" creationId="{A0FAC8AB-AFB5-479C-B152-6F54F6A654FF}"/>
          </ac:picMkLst>
        </pc:picChg>
      </pc:sldChg>
      <pc:sldChg chg="addSp delSp modSp add del mod">
        <pc:chgData name="Nguyen Long" userId="e4e93a65-ca82-41ec-92c8-0e4fdb0a72ae" providerId="ADAL" clId="{AD3567C4-5CA2-4801-8990-94515F1A8105}" dt="2020-12-01T09:11:10.307" v="3618" actId="47"/>
        <pc:sldMkLst>
          <pc:docMk/>
          <pc:sldMk cId="3107857850" sldId="363"/>
        </pc:sldMkLst>
        <pc:spChg chg="del">
          <ac:chgData name="Nguyen Long" userId="e4e93a65-ca82-41ec-92c8-0e4fdb0a72ae" providerId="ADAL" clId="{AD3567C4-5CA2-4801-8990-94515F1A8105}" dt="2020-11-29T10:48:27.682" v="3091" actId="478"/>
          <ac:spMkLst>
            <pc:docMk/>
            <pc:sldMk cId="3107857850" sldId="363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9T10:48:28.486" v="3092" actId="478"/>
          <ac:spMkLst>
            <pc:docMk/>
            <pc:sldMk cId="3107857850" sldId="363"/>
            <ac:spMk id="6" creationId="{6D942446-7BA7-47CB-8E8D-0C5E6F6BC14E}"/>
          </ac:spMkLst>
        </pc:spChg>
        <pc:spChg chg="add mod">
          <ac:chgData name="Nguyen Long" userId="e4e93a65-ca82-41ec-92c8-0e4fdb0a72ae" providerId="ADAL" clId="{AD3567C4-5CA2-4801-8990-94515F1A8105}" dt="2020-11-29T10:48:40.688" v="3097" actId="1076"/>
          <ac:spMkLst>
            <pc:docMk/>
            <pc:sldMk cId="3107857850" sldId="363"/>
            <ac:spMk id="9" creationId="{F92E471A-84D2-4DDC-85CF-D26CD75F9E85}"/>
          </ac:spMkLst>
        </pc:spChg>
        <pc:spChg chg="del">
          <ac:chgData name="Nguyen Long" userId="e4e93a65-ca82-41ec-92c8-0e4fdb0a72ae" providerId="ADAL" clId="{AD3567C4-5CA2-4801-8990-94515F1A8105}" dt="2020-11-29T10:48:26.278" v="3090" actId="478"/>
          <ac:spMkLst>
            <pc:docMk/>
            <pc:sldMk cId="3107857850" sldId="363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49:13.012" v="3099" actId="1076"/>
          <ac:picMkLst>
            <pc:docMk/>
            <pc:sldMk cId="3107857850" sldId="363"/>
            <ac:picMk id="10" creationId="{2EB3EC20-BA8B-4E55-933A-0ED36A7A37EF}"/>
          </ac:picMkLst>
        </pc:picChg>
      </pc:sldChg>
      <pc:sldChg chg="addSp delSp modSp add del mod modAnim">
        <pc:chgData name="Nguyen Long" userId="e4e93a65-ca82-41ec-92c8-0e4fdb0a72ae" providerId="ADAL" clId="{AD3567C4-5CA2-4801-8990-94515F1A8105}" dt="2020-12-01T09:11:10.307" v="3618" actId="47"/>
        <pc:sldMkLst>
          <pc:docMk/>
          <pc:sldMk cId="3220147778" sldId="364"/>
        </pc:sldMkLst>
        <pc:spChg chg="mod">
          <ac:chgData name="Nguyen Long" userId="e4e93a65-ca82-41ec-92c8-0e4fdb0a72ae" providerId="ADAL" clId="{AD3567C4-5CA2-4801-8990-94515F1A8105}" dt="2020-11-29T10:50:04.786" v="3101"/>
          <ac:spMkLst>
            <pc:docMk/>
            <pc:sldMk cId="3220147778" sldId="364"/>
            <ac:spMk id="4" creationId="{EFE970DA-31B3-48D7-84D8-E9CFD5B197FD}"/>
          </ac:spMkLst>
        </pc:spChg>
        <pc:spChg chg="add mod">
          <ac:chgData name="Nguyen Long" userId="e4e93a65-ca82-41ec-92c8-0e4fdb0a72ae" providerId="ADAL" clId="{AD3567C4-5CA2-4801-8990-94515F1A8105}" dt="2020-11-29T10:52:58.257" v="3123" actId="14100"/>
          <ac:spMkLst>
            <pc:docMk/>
            <pc:sldMk cId="3220147778" sldId="364"/>
            <ac:spMk id="9" creationId="{0E40ED99-22D4-4C30-8D54-0B6C19DB3ED0}"/>
          </ac:spMkLst>
        </pc:spChg>
        <pc:spChg chg="add mod">
          <ac:chgData name="Nguyen Long" userId="e4e93a65-ca82-41ec-92c8-0e4fdb0a72ae" providerId="ADAL" clId="{AD3567C4-5CA2-4801-8990-94515F1A8105}" dt="2020-11-29T10:53:40.995" v="3131" actId="12"/>
          <ac:spMkLst>
            <pc:docMk/>
            <pc:sldMk cId="3220147778" sldId="364"/>
            <ac:spMk id="11" creationId="{4A1A5B0B-6834-4971-899E-436415678B8A}"/>
          </ac:spMkLst>
        </pc:spChg>
        <pc:spChg chg="del">
          <ac:chgData name="Nguyen Long" userId="e4e93a65-ca82-41ec-92c8-0e4fdb0a72ae" providerId="ADAL" clId="{AD3567C4-5CA2-4801-8990-94515F1A8105}" dt="2020-11-29T10:50:00.979" v="3100" actId="478"/>
          <ac:spMkLst>
            <pc:docMk/>
            <pc:sldMk cId="3220147778" sldId="364"/>
            <ac:spMk id="29" creationId="{3B44278A-8FC8-4EFB-A5FC-1EB70F6E7976}"/>
          </ac:spMkLst>
        </pc:spChg>
        <pc:picChg chg="add mod">
          <ac:chgData name="Nguyen Long" userId="e4e93a65-ca82-41ec-92c8-0e4fdb0a72ae" providerId="ADAL" clId="{AD3567C4-5CA2-4801-8990-94515F1A8105}" dt="2020-11-29T10:53:01.892" v="3124" actId="1076"/>
          <ac:picMkLst>
            <pc:docMk/>
            <pc:sldMk cId="3220147778" sldId="364"/>
            <ac:picMk id="6" creationId="{A16A5377-55E7-49F4-A51E-063385C27359}"/>
          </ac:picMkLst>
        </pc:picChg>
      </pc:sldChg>
      <pc:sldChg chg="addSp delSp modSp add del mod">
        <pc:chgData name="Nguyen Long" userId="e4e93a65-ca82-41ec-92c8-0e4fdb0a72ae" providerId="ADAL" clId="{AD3567C4-5CA2-4801-8990-94515F1A8105}" dt="2020-12-01T09:10:50.812" v="3617" actId="47"/>
        <pc:sldMkLst>
          <pc:docMk/>
          <pc:sldMk cId="2470963380" sldId="365"/>
        </pc:sldMkLst>
        <pc:spChg chg="mod">
          <ac:chgData name="Nguyen Long" userId="e4e93a65-ca82-41ec-92c8-0e4fdb0a72ae" providerId="ADAL" clId="{AD3567C4-5CA2-4801-8990-94515F1A8105}" dt="2020-11-29T10:55:45.639" v="3135"/>
          <ac:spMkLst>
            <pc:docMk/>
            <pc:sldMk cId="2470963380" sldId="365"/>
            <ac:spMk id="3" creationId="{62A79EAC-0BC8-4DF7-B963-899AA7EF67BA}"/>
          </ac:spMkLst>
        </pc:spChg>
        <pc:spChg chg="mod">
          <ac:chgData name="Nguyen Long" userId="e4e93a65-ca82-41ec-92c8-0e4fdb0a72ae" providerId="ADAL" clId="{AD3567C4-5CA2-4801-8990-94515F1A8105}" dt="2020-11-29T11:43:35.009" v="3140"/>
          <ac:spMkLst>
            <pc:docMk/>
            <pc:sldMk cId="2470963380" sldId="365"/>
            <ac:spMk id="4" creationId="{EFE970DA-31B3-48D7-84D8-E9CFD5B197FD}"/>
          </ac:spMkLst>
        </pc:spChg>
        <pc:spChg chg="add del mod">
          <ac:chgData name="Nguyen Long" userId="e4e93a65-ca82-41ec-92c8-0e4fdb0a72ae" providerId="ADAL" clId="{AD3567C4-5CA2-4801-8990-94515F1A8105}" dt="2020-11-29T11:43:31.109" v="3139" actId="20577"/>
          <ac:spMkLst>
            <pc:docMk/>
            <pc:sldMk cId="2470963380" sldId="365"/>
            <ac:spMk id="29" creationId="{3B44278A-8FC8-4EFB-A5FC-1EB70F6E7976}"/>
          </ac:spMkLst>
        </pc:spChg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716073742" sldId="366"/>
        </pc:sldMkLst>
      </pc:sldChg>
      <pc:sldChg chg="add del">
        <pc:chgData name="Nguyen Long" userId="e4e93a65-ca82-41ec-92c8-0e4fdb0a72ae" providerId="ADAL" clId="{AD3567C4-5CA2-4801-8990-94515F1A8105}" dt="2020-11-29T11:43:39.991" v="3141" actId="47"/>
        <pc:sldMkLst>
          <pc:docMk/>
          <pc:sldMk cId="4255408565" sldId="366"/>
        </pc:sldMkLst>
      </pc:sldChg>
      <pc:sldChg chg="add del">
        <pc:chgData name="Nguyen Long" userId="e4e93a65-ca82-41ec-92c8-0e4fdb0a72ae" providerId="ADAL" clId="{AD3567C4-5CA2-4801-8990-94515F1A8105}" dt="2020-11-29T11:43:39.991" v="3141" actId="47"/>
        <pc:sldMkLst>
          <pc:docMk/>
          <pc:sldMk cId="2521910992" sldId="367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3256943401" sldId="367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3352658174" sldId="368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294805405" sldId="369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685690406" sldId="370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1782379782" sldId="371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322099978" sldId="372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50182081" sldId="373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1736033365" sldId="374"/>
        </pc:sldMkLst>
      </pc:sldChg>
      <pc:sldChg chg="add del">
        <pc:chgData name="Nguyen Long" userId="e4e93a65-ca82-41ec-92c8-0e4fdb0a72ae" providerId="ADAL" clId="{AD3567C4-5CA2-4801-8990-94515F1A8105}" dt="2020-12-01T09:10:50.812" v="3617" actId="47"/>
        <pc:sldMkLst>
          <pc:docMk/>
          <pc:sldMk cId="961111470" sldId="375"/>
        </pc:sldMkLst>
      </pc:sldChg>
      <pc:sldChg chg="new del">
        <pc:chgData name="Nguyen Long" userId="e4e93a65-ca82-41ec-92c8-0e4fdb0a72ae" providerId="ADAL" clId="{AD3567C4-5CA2-4801-8990-94515F1A8105}" dt="2020-11-29T12:44:23.459" v="3233" actId="680"/>
        <pc:sldMkLst>
          <pc:docMk/>
          <pc:sldMk cId="3438029464" sldId="376"/>
        </pc:sldMkLst>
      </pc:sldChg>
    </pc:docChg>
  </pc:docChgLst>
  <pc:docChgLst>
    <pc:chgData name="Nguyen Tuan. Long" userId="e4e93a65-ca82-41ec-92c8-0e4fdb0a72ae" providerId="ADAL" clId="{FD9A6A64-4271-451F-BA17-B8886355BC8E}"/>
    <pc:docChg chg="undo custSel addSld delSld modSld sldOrd">
      <pc:chgData name="Nguyen Tuan. Long" userId="e4e93a65-ca82-41ec-92c8-0e4fdb0a72ae" providerId="ADAL" clId="{FD9A6A64-4271-451F-BA17-B8886355BC8E}" dt="2020-10-15T13:51:01.693" v="1682"/>
      <pc:docMkLst>
        <pc:docMk/>
      </pc:docMkLst>
      <pc:sldChg chg="modSp new del">
        <pc:chgData name="Nguyen Tuan. Long" userId="e4e93a65-ca82-41ec-92c8-0e4fdb0a72ae" providerId="ADAL" clId="{FD9A6A64-4271-451F-BA17-B8886355BC8E}" dt="2020-10-14T14:00:12.399" v="8" actId="47"/>
        <pc:sldMkLst>
          <pc:docMk/>
          <pc:sldMk cId="3472538802" sldId="256"/>
        </pc:sldMkLst>
        <pc:spChg chg="mod">
          <ac:chgData name="Nguyen Tuan. Long" userId="e4e93a65-ca82-41ec-92c8-0e4fdb0a72ae" providerId="ADAL" clId="{FD9A6A64-4271-451F-BA17-B8886355BC8E}" dt="2020-10-14T13:59:34.468" v="1"/>
          <ac:spMkLst>
            <pc:docMk/>
            <pc:sldMk cId="3472538802" sldId="256"/>
            <ac:spMk id="2" creationId="{E377244D-3383-40F6-9AB0-4996758E3490}"/>
          </ac:spMkLst>
        </pc:spChg>
        <pc:spChg chg="mod">
          <ac:chgData name="Nguyen Tuan. Long" userId="e4e93a65-ca82-41ec-92c8-0e4fdb0a72ae" providerId="ADAL" clId="{FD9A6A64-4271-451F-BA17-B8886355BC8E}" dt="2020-10-14T13:59:34.468" v="1"/>
          <ac:spMkLst>
            <pc:docMk/>
            <pc:sldMk cId="3472538802" sldId="256"/>
            <ac:spMk id="3" creationId="{AD6DCA01-2C23-4374-84B5-717FAB9D5C8A}"/>
          </ac:spMkLst>
        </pc:spChg>
      </pc:sldChg>
      <pc:sldChg chg="modSp new del mod">
        <pc:chgData name="Nguyen Tuan. Long" userId="e4e93a65-ca82-41ec-92c8-0e4fdb0a72ae" providerId="ADAL" clId="{FD9A6A64-4271-451F-BA17-B8886355BC8E}" dt="2020-10-14T14:00:12.399" v="8" actId="47"/>
        <pc:sldMkLst>
          <pc:docMk/>
          <pc:sldMk cId="2972266970" sldId="257"/>
        </pc:sldMkLst>
        <pc:spChg chg="mod">
          <ac:chgData name="Nguyen Tuan. Long" userId="e4e93a65-ca82-41ec-92c8-0e4fdb0a72ae" providerId="ADAL" clId="{FD9A6A64-4271-451F-BA17-B8886355BC8E}" dt="2020-10-14T13:59:47.486" v="6" actId="20577"/>
          <ac:spMkLst>
            <pc:docMk/>
            <pc:sldMk cId="2972266970" sldId="257"/>
            <ac:spMk id="2" creationId="{E3B07D3D-858F-46D3-8CAC-B0EA764AE671}"/>
          </ac:spMkLst>
        </pc:spChg>
      </pc:sldChg>
      <pc:sldChg chg="add">
        <pc:chgData name="Nguyen Tuan. Long" userId="e4e93a65-ca82-41ec-92c8-0e4fdb0a72ae" providerId="ADAL" clId="{FD9A6A64-4271-451F-BA17-B8886355BC8E}" dt="2020-10-14T14:00:08.128" v="7"/>
        <pc:sldMkLst>
          <pc:docMk/>
          <pc:sldMk cId="1829236185" sldId="258"/>
        </pc:sldMkLst>
      </pc:sldChg>
      <pc:sldChg chg="modSp add modAnim">
        <pc:chgData name="Nguyen Tuan. Long" userId="e4e93a65-ca82-41ec-92c8-0e4fdb0a72ae" providerId="ADAL" clId="{FD9A6A64-4271-451F-BA17-B8886355BC8E}" dt="2020-10-14T14:04:31.078" v="103" actId="20577"/>
        <pc:sldMkLst>
          <pc:docMk/>
          <pc:sldMk cId="2848987940" sldId="263"/>
        </pc:sldMkLst>
        <pc:spChg chg="mod">
          <ac:chgData name="Nguyen Tuan. Long" userId="e4e93a65-ca82-41ec-92c8-0e4fdb0a72ae" providerId="ADAL" clId="{FD9A6A64-4271-451F-BA17-B8886355BC8E}" dt="2020-10-14T14:04:31.078" v="103" actId="20577"/>
          <ac:spMkLst>
            <pc:docMk/>
            <pc:sldMk cId="2848987940" sldId="263"/>
            <ac:spMk id="10" creationId="{5DC21B99-FD41-43AC-B189-6669F46B487A}"/>
          </ac:spMkLst>
        </pc:spChg>
        <pc:spChg chg="mod">
          <ac:chgData name="Nguyen Tuan. Long" userId="e4e93a65-ca82-41ec-92c8-0e4fdb0a72ae" providerId="ADAL" clId="{FD9A6A64-4271-451F-BA17-B8886355BC8E}" dt="2020-10-14T14:00:38.559" v="29" actId="20577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new mod modAnim">
        <pc:chgData name="Nguyen Tuan. Long" userId="e4e93a65-ca82-41ec-92c8-0e4fdb0a72ae" providerId="ADAL" clId="{FD9A6A64-4271-451F-BA17-B8886355BC8E}" dt="2020-10-15T07:20:30.960" v="571"/>
        <pc:sldMkLst>
          <pc:docMk/>
          <pc:sldMk cId="2093628872" sldId="264"/>
        </pc:sldMkLst>
        <pc:spChg chg="del">
          <ac:chgData name="Nguyen Tuan. Long" userId="e4e93a65-ca82-41ec-92c8-0e4fdb0a72ae" providerId="ADAL" clId="{FD9A6A64-4271-451F-BA17-B8886355BC8E}" dt="2020-10-14T14:03:29.785" v="31" actId="478"/>
          <ac:spMkLst>
            <pc:docMk/>
            <pc:sldMk cId="2093628872" sldId="264"/>
            <ac:spMk id="2" creationId="{2B20E095-FFD8-4C87-AB49-E38557FF20FD}"/>
          </ac:spMkLst>
        </pc:spChg>
        <pc:spChg chg="mod">
          <ac:chgData name="Nguyen Tuan. Long" userId="e4e93a65-ca82-41ec-92c8-0e4fdb0a72ae" providerId="ADAL" clId="{FD9A6A64-4271-451F-BA17-B8886355BC8E}" dt="2020-10-14T14:06:18.750" v="107" actId="113"/>
          <ac:spMkLst>
            <pc:docMk/>
            <pc:sldMk cId="2093628872" sldId="264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4T14:06:28.436" v="108"/>
          <ac:spMkLst>
            <pc:docMk/>
            <pc:sldMk cId="2093628872" sldId="264"/>
            <ac:spMk id="4" creationId="{F19861AE-5C9F-471D-AAA9-5DB1F0ADDB56}"/>
          </ac:spMkLst>
        </pc:spChg>
        <pc:spChg chg="mod">
          <ac:chgData name="Nguyen Tuan. Long" userId="e4e93a65-ca82-41ec-92c8-0e4fdb0a72ae" providerId="ADAL" clId="{FD9A6A64-4271-451F-BA17-B8886355BC8E}" dt="2020-10-15T06:45:38.976" v="205" actId="1038"/>
          <ac:spMkLst>
            <pc:docMk/>
            <pc:sldMk cId="2093628872" sldId="264"/>
            <ac:spMk id="13" creationId="{DBF792EF-C831-4DF3-8977-D1D69705E976}"/>
          </ac:spMkLst>
        </pc:spChg>
        <pc:spChg chg="mod">
          <ac:chgData name="Nguyen Tuan. Long" userId="e4e93a65-ca82-41ec-92c8-0e4fdb0a72ae" providerId="ADAL" clId="{FD9A6A64-4271-451F-BA17-B8886355BC8E}" dt="2020-10-15T06:45:54.980" v="206" actId="1076"/>
          <ac:spMkLst>
            <pc:docMk/>
            <pc:sldMk cId="2093628872" sldId="264"/>
            <ac:spMk id="15" creationId="{F0E37BAA-EA8E-4D50-B900-BB38544E9CBF}"/>
          </ac:spMkLst>
        </pc:spChg>
        <pc:spChg chg="mod">
          <ac:chgData name="Nguyen Tuan. Long" userId="e4e93a65-ca82-41ec-92c8-0e4fdb0a72ae" providerId="ADAL" clId="{FD9A6A64-4271-451F-BA17-B8886355BC8E}" dt="2020-10-15T06:44:58.297" v="133"/>
          <ac:spMkLst>
            <pc:docMk/>
            <pc:sldMk cId="2093628872" sldId="264"/>
            <ac:spMk id="17" creationId="{0D90E6EB-2973-4C23-8473-177A8774AF8C}"/>
          </ac:spMkLst>
        </pc:spChg>
        <pc:spChg chg="mod">
          <ac:chgData name="Nguyen Tuan. Long" userId="e4e93a65-ca82-41ec-92c8-0e4fdb0a72ae" providerId="ADAL" clId="{FD9A6A64-4271-451F-BA17-B8886355BC8E}" dt="2020-10-15T06:44:58.297" v="133"/>
          <ac:spMkLst>
            <pc:docMk/>
            <pc:sldMk cId="2093628872" sldId="264"/>
            <ac:spMk id="19" creationId="{9E229E6E-E7C5-4F22-9C09-98A0F331D86F}"/>
          </ac:spMkLst>
        </pc:spChg>
        <pc:spChg chg="add del mod">
          <ac:chgData name="Nguyen Tuan. Long" userId="e4e93a65-ca82-41ec-92c8-0e4fdb0a72ae" providerId="ADAL" clId="{FD9A6A64-4271-451F-BA17-B8886355BC8E}" dt="2020-10-15T06:46:38.611" v="210" actId="22"/>
          <ac:spMkLst>
            <pc:docMk/>
            <pc:sldMk cId="2093628872" sldId="264"/>
            <ac:spMk id="23" creationId="{5EDB9DD5-0A6E-4FE7-B8B2-89D3CA52559F}"/>
          </ac:spMkLst>
        </pc:spChg>
        <pc:spChg chg="mod">
          <ac:chgData name="Nguyen Tuan. Long" userId="e4e93a65-ca82-41ec-92c8-0e4fdb0a72ae" providerId="ADAL" clId="{FD9A6A64-4271-451F-BA17-B8886355BC8E}" dt="2020-10-15T06:47:22.899" v="273" actId="1037"/>
          <ac:spMkLst>
            <pc:docMk/>
            <pc:sldMk cId="2093628872" sldId="264"/>
            <ac:spMk id="25" creationId="{D5B23E04-203A-43FA-84BE-887E81F9DC38}"/>
          </ac:spMkLst>
        </pc:spChg>
        <pc:spChg chg="mod">
          <ac:chgData name="Nguyen Tuan. Long" userId="e4e93a65-ca82-41ec-92c8-0e4fdb0a72ae" providerId="ADAL" clId="{FD9A6A64-4271-451F-BA17-B8886355BC8E}" dt="2020-10-15T06:49:49.257" v="291" actId="1076"/>
          <ac:spMkLst>
            <pc:docMk/>
            <pc:sldMk cId="2093628872" sldId="264"/>
            <ac:spMk id="27" creationId="{68614602-3200-4BB7-9801-989C18E5B000}"/>
          </ac:spMkLst>
        </pc:spChg>
        <pc:spChg chg="mod">
          <ac:chgData name="Nguyen Tuan. Long" userId="e4e93a65-ca82-41ec-92c8-0e4fdb0a72ae" providerId="ADAL" clId="{FD9A6A64-4271-451F-BA17-B8886355BC8E}" dt="2020-10-15T07:14:57.091" v="488" actId="1038"/>
          <ac:spMkLst>
            <pc:docMk/>
            <pc:sldMk cId="2093628872" sldId="264"/>
            <ac:spMk id="40" creationId="{D592E472-2890-4C1C-8E47-203AD78FF30E}"/>
          </ac:spMkLst>
        </pc:spChg>
        <pc:spChg chg="mod">
          <ac:chgData name="Nguyen Tuan. Long" userId="e4e93a65-ca82-41ec-92c8-0e4fdb0a72ae" providerId="ADAL" clId="{FD9A6A64-4271-451F-BA17-B8886355BC8E}" dt="2020-10-15T07:17:14.438" v="511" actId="20577"/>
          <ac:spMkLst>
            <pc:docMk/>
            <pc:sldMk cId="2093628872" sldId="264"/>
            <ac:spMk id="42" creationId="{727E80E6-BB58-424C-9072-ABC9A4643CCB}"/>
          </ac:spMkLst>
        </pc:spChg>
        <pc:spChg chg="add mod">
          <ac:chgData name="Nguyen Tuan. Long" userId="e4e93a65-ca82-41ec-92c8-0e4fdb0a72ae" providerId="ADAL" clId="{FD9A6A64-4271-451F-BA17-B8886355BC8E}" dt="2020-10-15T07:20:14.981" v="565" actId="164"/>
          <ac:spMkLst>
            <pc:docMk/>
            <pc:sldMk cId="2093628872" sldId="264"/>
            <ac:spMk id="54" creationId="{5AF26D76-A2CF-4B0C-84E1-4642FF581CAD}"/>
          </ac:spMkLst>
        </pc:spChg>
        <pc:grpChg chg="add mod">
          <ac:chgData name="Nguyen Tuan. Long" userId="e4e93a65-ca82-41ec-92c8-0e4fdb0a72ae" providerId="ADAL" clId="{FD9A6A64-4271-451F-BA17-B8886355BC8E}" dt="2020-10-15T06:43:31.976" v="132" actId="1076"/>
          <ac:grpSpMkLst>
            <pc:docMk/>
            <pc:sldMk cId="2093628872" sldId="264"/>
            <ac:grpSpMk id="12" creationId="{9735967D-4A24-431B-8E7B-24312483E5BE}"/>
          </ac:grpSpMkLst>
        </pc:grpChg>
        <pc:grpChg chg="add del mod">
          <ac:chgData name="Nguyen Tuan. Long" userId="e4e93a65-ca82-41ec-92c8-0e4fdb0a72ae" providerId="ADAL" clId="{FD9A6A64-4271-451F-BA17-B8886355BC8E}" dt="2020-10-15T06:44:59.473" v="134"/>
          <ac:grpSpMkLst>
            <pc:docMk/>
            <pc:sldMk cId="2093628872" sldId="264"/>
            <ac:grpSpMk id="16" creationId="{E31ADABA-0CB1-4AF3-A304-6125A4E7B02C}"/>
          </ac:grpSpMkLst>
        </pc:grpChg>
        <pc:grpChg chg="add mod">
          <ac:chgData name="Nguyen Tuan. Long" userId="e4e93a65-ca82-41ec-92c8-0e4fdb0a72ae" providerId="ADAL" clId="{FD9A6A64-4271-451F-BA17-B8886355BC8E}" dt="2020-10-15T06:46:58.586" v="215" actId="1076"/>
          <ac:grpSpMkLst>
            <pc:docMk/>
            <pc:sldMk cId="2093628872" sldId="264"/>
            <ac:grpSpMk id="24" creationId="{EF30068C-B1FB-4B96-B416-2C7D625EE462}"/>
          </ac:grpSpMkLst>
        </pc:grpChg>
        <pc:grpChg chg="add mod">
          <ac:chgData name="Nguyen Tuan. Long" userId="e4e93a65-ca82-41ec-92c8-0e4fdb0a72ae" providerId="ADAL" clId="{FD9A6A64-4271-451F-BA17-B8886355BC8E}" dt="2020-10-15T07:15:25.275" v="498" actId="1037"/>
          <ac:grpSpMkLst>
            <pc:docMk/>
            <pc:sldMk cId="2093628872" sldId="264"/>
            <ac:grpSpMk id="39" creationId="{4F0BDB6D-F2A1-420E-9D8D-DFCB55FE3CE8}"/>
          </ac:grpSpMkLst>
        </pc:grpChg>
        <pc:grpChg chg="add mod">
          <ac:chgData name="Nguyen Tuan. Long" userId="e4e93a65-ca82-41ec-92c8-0e4fdb0a72ae" providerId="ADAL" clId="{FD9A6A64-4271-451F-BA17-B8886355BC8E}" dt="2020-10-15T07:20:14.981" v="565" actId="164"/>
          <ac:grpSpMkLst>
            <pc:docMk/>
            <pc:sldMk cId="2093628872" sldId="264"/>
            <ac:grpSpMk id="59" creationId="{12F668D5-A30D-4BC3-8500-95DD4403DC63}"/>
          </ac:grpSpMkLst>
        </pc:grpChg>
        <pc:picChg chg="add del mod">
          <ac:chgData name="Nguyen Tuan. Long" userId="e4e93a65-ca82-41ec-92c8-0e4fdb0a72ae" providerId="ADAL" clId="{FD9A6A64-4271-451F-BA17-B8886355BC8E}" dt="2020-10-15T06:40:08.051" v="119" actId="478"/>
          <ac:picMkLst>
            <pc:docMk/>
            <pc:sldMk cId="2093628872" sldId="264"/>
            <ac:picMk id="5" creationId="{A36EA261-3EE2-4070-BC16-847AC3904B97}"/>
          </ac:picMkLst>
        </pc:picChg>
        <pc:picChg chg="add mod">
          <ac:chgData name="Nguyen Tuan. Long" userId="e4e93a65-ca82-41ec-92c8-0e4fdb0a72ae" providerId="ADAL" clId="{FD9A6A64-4271-451F-BA17-B8886355BC8E}" dt="2020-10-15T06:41:13.297" v="124" actId="1076"/>
          <ac:picMkLst>
            <pc:docMk/>
            <pc:sldMk cId="2093628872" sldId="264"/>
            <ac:picMk id="7" creationId="{2328F1E7-10ED-44E1-9297-4B39AC841B89}"/>
          </ac:picMkLst>
        </pc:picChg>
        <pc:picChg chg="add mod">
          <ac:chgData name="Nguyen Tuan. Long" userId="e4e93a65-ca82-41ec-92c8-0e4fdb0a72ae" providerId="ADAL" clId="{FD9A6A64-4271-451F-BA17-B8886355BC8E}" dt="2020-10-15T06:46:54.713" v="214" actId="1076"/>
          <ac:picMkLst>
            <pc:docMk/>
            <pc:sldMk cId="2093628872" sldId="264"/>
            <ac:picMk id="9" creationId="{33DCD389-4300-4C14-8519-1495D3D2B24C}"/>
          </ac:picMkLst>
        </pc:picChg>
        <pc:picChg chg="add mod">
          <ac:chgData name="Nguyen Tuan. Long" userId="e4e93a65-ca82-41ec-92c8-0e4fdb0a72ae" providerId="ADAL" clId="{FD9A6A64-4271-451F-BA17-B8886355BC8E}" dt="2020-10-15T06:41:35.836" v="127" actId="1076"/>
          <ac:picMkLst>
            <pc:docMk/>
            <pc:sldMk cId="2093628872" sldId="264"/>
            <ac:picMk id="11" creationId="{E38FBE56-E790-49C9-A488-4B42F792C696}"/>
          </ac:picMkLst>
        </pc:picChg>
        <pc:cxnChg chg="mod">
          <ac:chgData name="Nguyen Tuan. Long" userId="e4e93a65-ca82-41ec-92c8-0e4fdb0a72ae" providerId="ADAL" clId="{FD9A6A64-4271-451F-BA17-B8886355BC8E}" dt="2020-10-15T06:45:54.980" v="206" actId="1076"/>
          <ac:cxnSpMkLst>
            <pc:docMk/>
            <pc:sldMk cId="2093628872" sldId="264"/>
            <ac:cxnSpMk id="14" creationId="{19000759-1862-4984-BDD4-1804555480F1}"/>
          </ac:cxnSpMkLst>
        </pc:cxnChg>
        <pc:cxnChg chg="mod">
          <ac:chgData name="Nguyen Tuan. Long" userId="e4e93a65-ca82-41ec-92c8-0e4fdb0a72ae" providerId="ADAL" clId="{FD9A6A64-4271-451F-BA17-B8886355BC8E}" dt="2020-10-15T06:44:58.297" v="133"/>
          <ac:cxnSpMkLst>
            <pc:docMk/>
            <pc:sldMk cId="2093628872" sldId="264"/>
            <ac:cxnSpMk id="18" creationId="{1166A4DB-7F3C-4739-9DDE-B82829D0A738}"/>
          </ac:cxnSpMkLst>
        </pc:cxnChg>
        <pc:cxnChg chg="mod">
          <ac:chgData name="Nguyen Tuan. Long" userId="e4e93a65-ca82-41ec-92c8-0e4fdb0a72ae" providerId="ADAL" clId="{FD9A6A64-4271-451F-BA17-B8886355BC8E}" dt="2020-10-15T06:49:49.257" v="291" actId="1076"/>
          <ac:cxnSpMkLst>
            <pc:docMk/>
            <pc:sldMk cId="2093628872" sldId="264"/>
            <ac:cxnSpMk id="26" creationId="{168361D2-400F-441C-A081-BA2D01B76B21}"/>
          </ac:cxnSpMkLst>
        </pc:cxnChg>
        <pc:cxnChg chg="mod">
          <ac:chgData name="Nguyen Tuan. Long" userId="e4e93a65-ca82-41ec-92c8-0e4fdb0a72ae" providerId="ADAL" clId="{FD9A6A64-4271-451F-BA17-B8886355BC8E}" dt="2020-10-15T07:17:14.438" v="511" actId="20577"/>
          <ac:cxnSpMkLst>
            <pc:docMk/>
            <pc:sldMk cId="2093628872" sldId="264"/>
            <ac:cxnSpMk id="41" creationId="{3FA475DA-F7E6-43E3-BDDC-AC664B83A279}"/>
          </ac:cxnSpMkLst>
        </pc:cxnChg>
        <pc:cxnChg chg="add mod">
          <ac:chgData name="Nguyen Tuan. Long" userId="e4e93a65-ca82-41ec-92c8-0e4fdb0a72ae" providerId="ADAL" clId="{FD9A6A64-4271-451F-BA17-B8886355BC8E}" dt="2020-10-15T07:20:14.981" v="565" actId="164"/>
          <ac:cxnSpMkLst>
            <pc:docMk/>
            <pc:sldMk cId="2093628872" sldId="264"/>
            <ac:cxnSpMk id="53" creationId="{5C0DCABD-031E-41C3-B4E9-987CD5BCE391}"/>
          </ac:cxnSpMkLst>
        </pc:cxnChg>
      </pc:sldChg>
      <pc:sldChg chg="addSp delSp modSp add del mod modAnim">
        <pc:chgData name="Nguyen Tuan. Long" userId="e4e93a65-ca82-41ec-92c8-0e4fdb0a72ae" providerId="ADAL" clId="{FD9A6A64-4271-451F-BA17-B8886355BC8E}" dt="2020-10-15T07:33:53.500" v="583" actId="403"/>
        <pc:sldMkLst>
          <pc:docMk/>
          <pc:sldMk cId="2084599407" sldId="265"/>
        </pc:sldMkLst>
        <pc:spChg chg="del mod">
          <ac:chgData name="Nguyen Tuan. Long" userId="e4e93a65-ca82-41ec-92c8-0e4fdb0a72ae" providerId="ADAL" clId="{FD9A6A64-4271-451F-BA17-B8886355BC8E}" dt="2020-10-15T07:05:13.557" v="368" actId="478"/>
          <ac:spMkLst>
            <pc:docMk/>
            <pc:sldMk cId="2084599407" sldId="265"/>
            <ac:spMk id="2" creationId="{8DA0BB29-E128-41AC-A6D3-BCE5690FC7B6}"/>
          </ac:spMkLst>
        </pc:spChg>
        <pc:spChg chg="mod">
          <ac:chgData name="Nguyen Tuan. Long" userId="e4e93a65-ca82-41ec-92c8-0e4fdb0a72ae" providerId="ADAL" clId="{FD9A6A64-4271-451F-BA17-B8886355BC8E}" dt="2020-10-15T06:53:37.224" v="294"/>
          <ac:spMkLst>
            <pc:docMk/>
            <pc:sldMk cId="2084599407" sldId="265"/>
            <ac:spMk id="4" creationId="{F19861AE-5C9F-471D-AAA9-5DB1F0ADDB56}"/>
          </ac:spMkLst>
        </pc:spChg>
        <pc:spChg chg="mod">
          <ac:chgData name="Nguyen Tuan. Long" userId="e4e93a65-ca82-41ec-92c8-0e4fdb0a72ae" providerId="ADAL" clId="{FD9A6A64-4271-451F-BA17-B8886355BC8E}" dt="2020-10-15T07:06:02.502" v="436" actId="1035"/>
          <ac:spMkLst>
            <pc:docMk/>
            <pc:sldMk cId="2084599407" sldId="265"/>
            <ac:spMk id="12" creationId="{47A7163F-8ACC-4456-846A-86F434CCB9C0}"/>
          </ac:spMkLst>
        </pc:spChg>
        <pc:spChg chg="del mod">
          <ac:chgData name="Nguyen Tuan. Long" userId="e4e93a65-ca82-41ec-92c8-0e4fdb0a72ae" providerId="ADAL" clId="{FD9A6A64-4271-451F-BA17-B8886355BC8E}" dt="2020-10-15T07:06:48.936" v="442" actId="478"/>
          <ac:spMkLst>
            <pc:docMk/>
            <pc:sldMk cId="2084599407" sldId="265"/>
            <ac:spMk id="14" creationId="{A6D81873-00B9-4764-972A-AA826E6D512F}"/>
          </ac:spMkLst>
        </pc:spChg>
        <pc:grpChg chg="add mod">
          <ac:chgData name="Nguyen Tuan. Long" userId="e4e93a65-ca82-41ec-92c8-0e4fdb0a72ae" providerId="ADAL" clId="{FD9A6A64-4271-451F-BA17-B8886355BC8E}" dt="2020-10-15T07:08:30.694" v="463" actId="164"/>
          <ac:grpSpMkLst>
            <pc:docMk/>
            <pc:sldMk cId="2084599407" sldId="265"/>
            <ac:grpSpMk id="11" creationId="{5165F1A7-A065-4ADF-9E79-818A0C8F4A53}"/>
          </ac:grpSpMkLst>
        </pc:grpChg>
        <pc:grpChg chg="add mod">
          <ac:chgData name="Nguyen Tuan. Long" userId="e4e93a65-ca82-41ec-92c8-0e4fdb0a72ae" providerId="ADAL" clId="{FD9A6A64-4271-451F-BA17-B8886355BC8E}" dt="2020-10-15T07:08:30.694" v="463" actId="164"/>
          <ac:grpSpMkLst>
            <pc:docMk/>
            <pc:sldMk cId="2084599407" sldId="265"/>
            <ac:grpSpMk id="24" creationId="{50D1C546-92AA-4ECA-977B-1400026A99A6}"/>
          </ac:grpSpMkLst>
        </pc:grpChg>
        <pc:graphicFrameChg chg="mod modGraphic">
          <ac:chgData name="Nguyen Tuan. Long" userId="e4e93a65-ca82-41ec-92c8-0e4fdb0a72ae" providerId="ADAL" clId="{FD9A6A64-4271-451F-BA17-B8886355BC8E}" dt="2020-10-15T07:33:53.500" v="583" actId="403"/>
          <ac:graphicFrameMkLst>
            <pc:docMk/>
            <pc:sldMk cId="2084599407" sldId="265"/>
            <ac:graphicFrameMk id="8" creationId="{1BB03246-ACF3-4B27-B275-5FA9706CF443}"/>
          </ac:graphicFrameMkLst>
        </pc:graphicFrameChg>
        <pc:picChg chg="add del mod">
          <ac:chgData name="Nguyen Tuan. Long" userId="e4e93a65-ca82-41ec-92c8-0e4fdb0a72ae" providerId="ADAL" clId="{FD9A6A64-4271-451F-BA17-B8886355BC8E}" dt="2020-10-15T07:04:14.995" v="333" actId="478"/>
          <ac:picMkLst>
            <pc:docMk/>
            <pc:sldMk cId="2084599407" sldId="265"/>
            <ac:picMk id="5" creationId="{2F7591F9-E169-4FD3-A756-4CD0D2CF5C96}"/>
          </ac:picMkLst>
        </pc:picChg>
        <pc:picChg chg="add mod">
          <ac:chgData name="Nguyen Tuan. Long" userId="e4e93a65-ca82-41ec-92c8-0e4fdb0a72ae" providerId="ADAL" clId="{FD9A6A64-4271-451F-BA17-B8886355BC8E}" dt="2020-10-15T07:05:22.746" v="371" actId="1076"/>
          <ac:picMkLst>
            <pc:docMk/>
            <pc:sldMk cId="2084599407" sldId="265"/>
            <ac:picMk id="7" creationId="{FCEA9F38-ABE9-4173-9172-A2CB2CB91D8D}"/>
          </ac:picMkLst>
        </pc:picChg>
        <pc:picChg chg="add mod modCrop">
          <ac:chgData name="Nguyen Tuan. Long" userId="e4e93a65-ca82-41ec-92c8-0e4fdb0a72ae" providerId="ADAL" clId="{FD9A6A64-4271-451F-BA17-B8886355BC8E}" dt="2020-10-15T07:05:29.422" v="374" actId="1076"/>
          <ac:picMkLst>
            <pc:docMk/>
            <pc:sldMk cId="2084599407" sldId="265"/>
            <ac:picMk id="9" creationId="{26FD2A1C-3866-437E-8995-6BB118A44B21}"/>
          </ac:picMkLst>
        </pc:picChg>
        <pc:picChg chg="add mod">
          <ac:chgData name="Nguyen Tuan. Long" userId="e4e93a65-ca82-41ec-92c8-0e4fdb0a72ae" providerId="ADAL" clId="{FD9A6A64-4271-451F-BA17-B8886355BC8E}" dt="2020-10-15T07:04:55.352" v="366" actId="1036"/>
          <ac:picMkLst>
            <pc:docMk/>
            <pc:sldMk cId="2084599407" sldId="265"/>
            <ac:picMk id="10" creationId="{53EB4B56-9211-403A-AB80-4E517BE91E23}"/>
          </ac:picMkLst>
        </pc:picChg>
        <pc:picChg chg="add del mod">
          <ac:chgData name="Nguyen Tuan. Long" userId="e4e93a65-ca82-41ec-92c8-0e4fdb0a72ae" providerId="ADAL" clId="{FD9A6A64-4271-451F-BA17-B8886355BC8E}" dt="2020-10-15T07:07:54.814" v="457" actId="478"/>
          <ac:picMkLst>
            <pc:docMk/>
            <pc:sldMk cId="2084599407" sldId="265"/>
            <ac:picMk id="18" creationId="{FC7EAEFA-3A69-476C-A004-BF1CCE312D85}"/>
          </ac:picMkLst>
        </pc:picChg>
        <pc:picChg chg="add mod">
          <ac:chgData name="Nguyen Tuan. Long" userId="e4e93a65-ca82-41ec-92c8-0e4fdb0a72ae" providerId="ADAL" clId="{FD9A6A64-4271-451F-BA17-B8886355BC8E}" dt="2020-10-15T07:08:30.694" v="463" actId="164"/>
          <ac:picMkLst>
            <pc:docMk/>
            <pc:sldMk cId="2084599407" sldId="265"/>
            <ac:picMk id="21" creationId="{9F49DB2B-9EF5-47D1-9522-FECE604FAEB6}"/>
          </ac:picMkLst>
        </pc:picChg>
        <pc:cxnChg chg="mod">
          <ac:chgData name="Nguyen Tuan. Long" userId="e4e93a65-ca82-41ec-92c8-0e4fdb0a72ae" providerId="ADAL" clId="{FD9A6A64-4271-451F-BA17-B8886355BC8E}" dt="2020-10-15T07:08:05.667" v="461" actId="14100"/>
          <ac:cxnSpMkLst>
            <pc:docMk/>
            <pc:sldMk cId="2084599407" sldId="265"/>
            <ac:cxnSpMk id="13" creationId="{19A456C6-1CB8-4728-BEE7-70F0EE6FA2D8}"/>
          </ac:cxnSpMkLst>
        </pc:cxnChg>
      </pc:sldChg>
      <pc:sldChg chg="addSp">
        <pc:chgData name="Nguyen Tuan. Long" userId="e4e93a65-ca82-41ec-92c8-0e4fdb0a72ae" providerId="ADAL" clId="{FD9A6A64-4271-451F-BA17-B8886355BC8E}" dt="2020-10-15T07:01:44.487" v="312"/>
        <pc:sldMkLst>
          <pc:docMk/>
          <pc:sldMk cId="3885375783" sldId="265"/>
        </pc:sldMkLst>
        <pc:spChg chg="add">
          <ac:chgData name="Nguyen Tuan. Long" userId="e4e93a65-ca82-41ec-92c8-0e4fdb0a72ae" providerId="ADAL" clId="{FD9A6A64-4271-451F-BA17-B8886355BC8E}" dt="2020-10-15T07:01:44.487" v="312"/>
          <ac:spMkLst>
            <pc:docMk/>
            <pc:sldMk cId="3885375783" sldId="265"/>
            <ac:spMk id="2" creationId="{8DA0BB29-E128-41AC-A6D3-BCE5690FC7B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7:48:34.303" v="681"/>
        <pc:sldMkLst>
          <pc:docMk/>
          <pc:sldMk cId="2435727989" sldId="266"/>
        </pc:sldMkLst>
        <pc:spChg chg="mod">
          <ac:chgData name="Nguyen Tuan. Long" userId="e4e93a65-ca82-41ec-92c8-0e4fdb0a72ae" providerId="ADAL" clId="{FD9A6A64-4271-451F-BA17-B8886355BC8E}" dt="2020-10-15T07:34:29.840" v="584"/>
          <ac:spMkLst>
            <pc:docMk/>
            <pc:sldMk cId="2435727989" sldId="266"/>
            <ac:spMk id="4" creationId="{F19861AE-5C9F-471D-AAA9-5DB1F0ADDB56}"/>
          </ac:spMkLst>
        </pc:spChg>
        <pc:picChg chg="add mod">
          <ac:chgData name="Nguyen Tuan. Long" userId="e4e93a65-ca82-41ec-92c8-0e4fdb0a72ae" providerId="ADAL" clId="{FD9A6A64-4271-451F-BA17-B8886355BC8E}" dt="2020-10-15T07:38:59.502" v="587" actId="1076"/>
          <ac:picMkLst>
            <pc:docMk/>
            <pc:sldMk cId="2435727989" sldId="266"/>
            <ac:picMk id="5" creationId="{D94BC314-74A4-4537-9094-D12E7D48B2D6}"/>
          </ac:picMkLst>
        </pc:picChg>
        <pc:picChg chg="add mod">
          <ac:chgData name="Nguyen Tuan. Long" userId="e4e93a65-ca82-41ec-92c8-0e4fdb0a72ae" providerId="ADAL" clId="{FD9A6A64-4271-451F-BA17-B8886355BC8E}" dt="2020-10-15T07:39:15.409" v="589" actId="1076"/>
          <ac:picMkLst>
            <pc:docMk/>
            <pc:sldMk cId="2435727989" sldId="266"/>
            <ac:picMk id="7" creationId="{346D1F2B-9EAA-4C4F-91F5-1049D5C291FF}"/>
          </ac:picMkLst>
        </pc:picChg>
        <pc:picChg chg="add mod">
          <ac:chgData name="Nguyen Tuan. Long" userId="e4e93a65-ca82-41ec-92c8-0e4fdb0a72ae" providerId="ADAL" clId="{FD9A6A64-4271-451F-BA17-B8886355BC8E}" dt="2020-10-15T07:41:14.366" v="604" actId="1036"/>
          <ac:picMkLst>
            <pc:docMk/>
            <pc:sldMk cId="2435727989" sldId="266"/>
            <ac:picMk id="9" creationId="{92A93EA3-93AE-4D82-BE80-11D8AA325CF0}"/>
          </ac:picMkLst>
        </pc:picChg>
        <pc:picChg chg="add mod">
          <ac:chgData name="Nguyen Tuan. Long" userId="e4e93a65-ca82-41ec-92c8-0e4fdb0a72ae" providerId="ADAL" clId="{FD9A6A64-4271-451F-BA17-B8886355BC8E}" dt="2020-10-15T07:41:10.459" v="593" actId="1076"/>
          <ac:picMkLst>
            <pc:docMk/>
            <pc:sldMk cId="2435727989" sldId="266"/>
            <ac:picMk id="11" creationId="{108F86B5-A124-4F50-BE79-549D9162AECC}"/>
          </ac:picMkLst>
        </pc:picChg>
      </pc:sldChg>
      <pc:sldChg chg="addSp modSp add mod modAnim">
        <pc:chgData name="Nguyen Tuan. Long" userId="e4e93a65-ca82-41ec-92c8-0e4fdb0a72ae" providerId="ADAL" clId="{FD9A6A64-4271-451F-BA17-B8886355BC8E}" dt="2020-10-15T07:48:50.521" v="686"/>
        <pc:sldMkLst>
          <pc:docMk/>
          <pc:sldMk cId="4223157378" sldId="267"/>
        </pc:sldMkLst>
        <pc:spChg chg="mod">
          <ac:chgData name="Nguyen Tuan. Long" userId="e4e93a65-ca82-41ec-92c8-0e4fdb0a72ae" providerId="ADAL" clId="{FD9A6A64-4271-451F-BA17-B8886355BC8E}" dt="2020-10-15T07:44:40.343" v="612"/>
          <ac:spMkLst>
            <pc:docMk/>
            <pc:sldMk cId="4223157378" sldId="267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7:47:49.101" v="652" actId="1036"/>
          <ac:spMkLst>
            <pc:docMk/>
            <pc:sldMk cId="4223157378" sldId="267"/>
            <ac:spMk id="8" creationId="{44C71CC6-5953-4310-9F4C-78431FA61DFE}"/>
          </ac:spMkLst>
        </pc:spChg>
        <pc:picChg chg="add mod">
          <ac:chgData name="Nguyen Tuan. Long" userId="e4e93a65-ca82-41ec-92c8-0e4fdb0a72ae" providerId="ADAL" clId="{FD9A6A64-4271-451F-BA17-B8886355BC8E}" dt="2020-10-15T07:47:45.049" v="634" actId="1035"/>
          <ac:picMkLst>
            <pc:docMk/>
            <pc:sldMk cId="4223157378" sldId="267"/>
            <ac:picMk id="5" creationId="{104A8D6E-CBD5-42F4-A919-BAC23ADE4459}"/>
          </ac:picMkLst>
        </pc:picChg>
        <pc:picChg chg="add mod">
          <ac:chgData name="Nguyen Tuan. Long" userId="e4e93a65-ca82-41ec-92c8-0e4fdb0a72ae" providerId="ADAL" clId="{FD9A6A64-4271-451F-BA17-B8886355BC8E}" dt="2020-10-15T07:47:45.049" v="634" actId="1035"/>
          <ac:picMkLst>
            <pc:docMk/>
            <pc:sldMk cId="4223157378" sldId="267"/>
            <ac:picMk id="7" creationId="{F1A8EEFF-4CBA-4C72-84F1-4C9B93745AFA}"/>
          </ac:picMkLst>
        </pc:picChg>
        <pc:picChg chg="add mod">
          <ac:chgData name="Nguyen Tuan. Long" userId="e4e93a65-ca82-41ec-92c8-0e4fdb0a72ae" providerId="ADAL" clId="{FD9A6A64-4271-451F-BA17-B8886355BC8E}" dt="2020-10-15T07:47:57.973" v="677" actId="1035"/>
          <ac:picMkLst>
            <pc:docMk/>
            <pc:sldMk cId="4223157378" sldId="267"/>
            <ac:picMk id="10" creationId="{F7EFD6C7-417B-4074-A014-359B86549B17}"/>
          </ac:picMkLst>
        </pc:picChg>
        <pc:picChg chg="add mod">
          <ac:chgData name="Nguyen Tuan. Long" userId="e4e93a65-ca82-41ec-92c8-0e4fdb0a72ae" providerId="ADAL" clId="{FD9A6A64-4271-451F-BA17-B8886355BC8E}" dt="2020-10-15T07:47:53.011" v="666" actId="1035"/>
          <ac:picMkLst>
            <pc:docMk/>
            <pc:sldMk cId="4223157378" sldId="267"/>
            <ac:picMk id="12" creationId="{0F108359-44D2-400B-991C-0B78EDAE79F7}"/>
          </ac:picMkLst>
        </pc:picChg>
      </pc:sldChg>
      <pc:sldChg chg="addSp delSp modSp add mod">
        <pc:chgData name="Nguyen Tuan. Long" userId="e4e93a65-ca82-41ec-92c8-0e4fdb0a72ae" providerId="ADAL" clId="{FD9A6A64-4271-451F-BA17-B8886355BC8E}" dt="2020-10-15T08:00:38.251" v="746" actId="1076"/>
        <pc:sldMkLst>
          <pc:docMk/>
          <pc:sldMk cId="2309778063" sldId="268"/>
        </pc:sldMkLst>
        <pc:spChg chg="mod">
          <ac:chgData name="Nguyen Tuan. Long" userId="e4e93a65-ca82-41ec-92c8-0e4fdb0a72ae" providerId="ADAL" clId="{FD9A6A64-4271-451F-BA17-B8886355BC8E}" dt="2020-10-15T07:49:24.975" v="690"/>
          <ac:spMkLst>
            <pc:docMk/>
            <pc:sldMk cId="2309778063" sldId="268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7:53:54.103" v="729" actId="14100"/>
          <ac:spMkLst>
            <pc:docMk/>
            <pc:sldMk cId="2309778063" sldId="268"/>
            <ac:spMk id="6" creationId="{E75093DD-27A8-47A6-9F54-BA5182FBC393}"/>
          </ac:spMkLst>
        </pc:spChg>
        <pc:spChg chg="add mod">
          <ac:chgData name="Nguyen Tuan. Long" userId="e4e93a65-ca82-41ec-92c8-0e4fdb0a72ae" providerId="ADAL" clId="{FD9A6A64-4271-451F-BA17-B8886355BC8E}" dt="2020-10-15T07:58:19.103" v="739" actId="1076"/>
          <ac:spMkLst>
            <pc:docMk/>
            <pc:sldMk cId="2309778063" sldId="268"/>
            <ac:spMk id="10" creationId="{D955699E-B4EB-44EA-A454-272C5A885997}"/>
          </ac:spMkLst>
        </pc:spChg>
        <pc:grpChg chg="add mod">
          <ac:chgData name="Nguyen Tuan. Long" userId="e4e93a65-ca82-41ec-92c8-0e4fdb0a72ae" providerId="ADAL" clId="{FD9A6A64-4271-451F-BA17-B8886355BC8E}" dt="2020-10-15T07:58:10.320" v="737" actId="1076"/>
          <ac:grpSpMkLst>
            <pc:docMk/>
            <pc:sldMk cId="2309778063" sldId="268"/>
            <ac:grpSpMk id="7" creationId="{391DF231-580B-457E-A92F-967ECB667E68}"/>
          </ac:grpSpMkLst>
        </pc:grpChg>
        <pc:picChg chg="add mod">
          <ac:chgData name="Nguyen Tuan. Long" userId="e4e93a65-ca82-41ec-92c8-0e4fdb0a72ae" providerId="ADAL" clId="{FD9A6A64-4271-451F-BA17-B8886355BC8E}" dt="2020-10-15T07:53:35.115" v="728" actId="164"/>
          <ac:picMkLst>
            <pc:docMk/>
            <pc:sldMk cId="2309778063" sldId="268"/>
            <ac:picMk id="5" creationId="{9A7CFD75-9181-49EE-9B5A-A47161D78C0E}"/>
          </ac:picMkLst>
        </pc:picChg>
        <pc:picChg chg="add del mod">
          <ac:chgData name="Nguyen Tuan. Long" userId="e4e93a65-ca82-41ec-92c8-0e4fdb0a72ae" providerId="ADAL" clId="{FD9A6A64-4271-451F-BA17-B8886355BC8E}" dt="2020-10-15T07:58:31.146" v="741" actId="478"/>
          <ac:picMkLst>
            <pc:docMk/>
            <pc:sldMk cId="2309778063" sldId="268"/>
            <ac:picMk id="9" creationId="{593C8A2A-4D57-49C1-950C-8E9184075205}"/>
          </ac:picMkLst>
        </pc:picChg>
        <pc:picChg chg="add del mod">
          <ac:chgData name="Nguyen Tuan. Long" userId="e4e93a65-ca82-41ec-92c8-0e4fdb0a72ae" providerId="ADAL" clId="{FD9A6A64-4271-451F-BA17-B8886355BC8E}" dt="2020-10-15T08:00:34.037" v="744" actId="478"/>
          <ac:picMkLst>
            <pc:docMk/>
            <pc:sldMk cId="2309778063" sldId="268"/>
            <ac:picMk id="12" creationId="{17492CE6-1FDF-4918-BC34-227551439ADC}"/>
          </ac:picMkLst>
        </pc:picChg>
        <pc:picChg chg="add mod">
          <ac:chgData name="Nguyen Tuan. Long" userId="e4e93a65-ca82-41ec-92c8-0e4fdb0a72ae" providerId="ADAL" clId="{FD9A6A64-4271-451F-BA17-B8886355BC8E}" dt="2020-10-15T07:59:03.190" v="743" actId="1076"/>
          <ac:picMkLst>
            <pc:docMk/>
            <pc:sldMk cId="2309778063" sldId="268"/>
            <ac:picMk id="14" creationId="{AB357109-A434-4496-A9B5-217E438AB6CA}"/>
          </ac:picMkLst>
        </pc:picChg>
        <pc:picChg chg="add mod">
          <ac:chgData name="Nguyen Tuan. Long" userId="e4e93a65-ca82-41ec-92c8-0e4fdb0a72ae" providerId="ADAL" clId="{FD9A6A64-4271-451F-BA17-B8886355BC8E}" dt="2020-10-15T08:00:38.251" v="746" actId="1076"/>
          <ac:picMkLst>
            <pc:docMk/>
            <pc:sldMk cId="2309778063" sldId="268"/>
            <ac:picMk id="16" creationId="{02A75CA1-6853-40DC-B718-2EF524E8EF67}"/>
          </ac:picMkLst>
        </pc:picChg>
      </pc:sldChg>
      <pc:sldChg chg="modSp add mod">
        <pc:chgData name="Nguyen Tuan. Long" userId="e4e93a65-ca82-41ec-92c8-0e4fdb0a72ae" providerId="ADAL" clId="{FD9A6A64-4271-451F-BA17-B8886355BC8E}" dt="2020-10-15T08:01:25.726" v="763" actId="20577"/>
        <pc:sldMkLst>
          <pc:docMk/>
          <pc:sldMk cId="184234009" sldId="269"/>
        </pc:sldMkLst>
        <pc:spChg chg="mod">
          <ac:chgData name="Nguyen Tuan. Long" userId="e4e93a65-ca82-41ec-92c8-0e4fdb0a72ae" providerId="ADAL" clId="{FD9A6A64-4271-451F-BA17-B8886355BC8E}" dt="2020-10-15T08:01:04.906" v="754" actId="20577"/>
          <ac:spMkLst>
            <pc:docMk/>
            <pc:sldMk cId="184234009" sldId="269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01:25.726" v="763" actId="20577"/>
          <ac:spMkLst>
            <pc:docMk/>
            <pc:sldMk cId="184234009" sldId="269"/>
            <ac:spMk id="4" creationId="{F19861AE-5C9F-471D-AAA9-5DB1F0ADDB5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8:39:50.503" v="1089"/>
        <pc:sldMkLst>
          <pc:docMk/>
          <pc:sldMk cId="1091770401" sldId="270"/>
        </pc:sldMkLst>
        <pc:spChg chg="mod">
          <ac:chgData name="Nguyen Tuan. Long" userId="e4e93a65-ca82-41ec-92c8-0e4fdb0a72ae" providerId="ADAL" clId="{FD9A6A64-4271-451F-BA17-B8886355BC8E}" dt="2020-10-15T08:09:10.595" v="764"/>
          <ac:spMkLst>
            <pc:docMk/>
            <pc:sldMk cId="1091770401" sldId="270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39:27.090" v="1087"/>
          <ac:spMkLst>
            <pc:docMk/>
            <pc:sldMk cId="1091770401" sldId="270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39:04.064" v="1086" actId="164"/>
          <ac:spMkLst>
            <pc:docMk/>
            <pc:sldMk cId="1091770401" sldId="270"/>
            <ac:spMk id="8" creationId="{4759B33D-2B8C-400C-B995-AD064CDAFDE7}"/>
          </ac:spMkLst>
        </pc:spChg>
        <pc:grpChg chg="add mod">
          <ac:chgData name="Nguyen Tuan. Long" userId="e4e93a65-ca82-41ec-92c8-0e4fdb0a72ae" providerId="ADAL" clId="{FD9A6A64-4271-451F-BA17-B8886355BC8E}" dt="2020-10-15T08:39:04.064" v="1086" actId="164"/>
          <ac:grpSpMkLst>
            <pc:docMk/>
            <pc:sldMk cId="1091770401" sldId="270"/>
            <ac:grpSpMk id="9" creationId="{6A2217FA-7AFF-47D3-9CC6-20C9CA50FEFD}"/>
          </ac:grpSpMkLst>
        </pc:grpChg>
        <pc:picChg chg="add mod">
          <ac:chgData name="Nguyen Tuan. Long" userId="e4e93a65-ca82-41ec-92c8-0e4fdb0a72ae" providerId="ADAL" clId="{FD9A6A64-4271-451F-BA17-B8886355BC8E}" dt="2020-10-15T08:37:49.315" v="1051" actId="1076"/>
          <ac:picMkLst>
            <pc:docMk/>
            <pc:sldMk cId="1091770401" sldId="270"/>
            <ac:picMk id="5" creationId="{CF3FAA51-BCC0-43C8-BB69-90C40466E624}"/>
          </ac:picMkLst>
        </pc:picChg>
        <pc:picChg chg="add mod">
          <ac:chgData name="Nguyen Tuan. Long" userId="e4e93a65-ca82-41ec-92c8-0e4fdb0a72ae" providerId="ADAL" clId="{FD9A6A64-4271-451F-BA17-B8886355BC8E}" dt="2020-10-15T08:39:04.064" v="1086" actId="164"/>
          <ac:picMkLst>
            <pc:docMk/>
            <pc:sldMk cId="1091770401" sldId="270"/>
            <ac:picMk id="7" creationId="{EC1F7877-584F-4E88-9765-9F0BE1B9155A}"/>
          </ac:picMkLst>
        </pc:picChg>
      </pc:sldChg>
      <pc:sldChg chg="modSp add">
        <pc:chgData name="Nguyen Tuan. Long" userId="e4e93a65-ca82-41ec-92c8-0e4fdb0a72ae" providerId="ADAL" clId="{FD9A6A64-4271-451F-BA17-B8886355BC8E}" dt="2020-10-15T08:40:35.094" v="1113" actId="20577"/>
        <pc:sldMkLst>
          <pc:docMk/>
          <pc:sldMk cId="856112368" sldId="271"/>
        </pc:sldMkLst>
        <pc:spChg chg="mod">
          <ac:chgData name="Nguyen Tuan. Long" userId="e4e93a65-ca82-41ec-92c8-0e4fdb0a72ae" providerId="ADAL" clId="{FD9A6A64-4271-451F-BA17-B8886355BC8E}" dt="2020-10-15T08:40:11.181" v="1099" actId="20577"/>
          <ac:spMkLst>
            <pc:docMk/>
            <pc:sldMk cId="856112368" sldId="271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40:35.094" v="1113" actId="20577"/>
          <ac:spMkLst>
            <pc:docMk/>
            <pc:sldMk cId="856112368" sldId="271"/>
            <ac:spMk id="4" creationId="{F19861AE-5C9F-471D-AAA9-5DB1F0ADDB56}"/>
          </ac:spMkLst>
        </pc:spChg>
      </pc:sldChg>
      <pc:sldChg chg="addSp delSp modSp add del mod ord delAnim modAnim">
        <pc:chgData name="Nguyen Tuan. Long" userId="e4e93a65-ca82-41ec-92c8-0e4fdb0a72ae" providerId="ADAL" clId="{FD9A6A64-4271-451F-BA17-B8886355BC8E}" dt="2020-10-15T08:35:05.728" v="1049" actId="1037"/>
        <pc:sldMkLst>
          <pc:docMk/>
          <pc:sldMk cId="2643710165" sldId="272"/>
        </pc:sldMkLst>
        <pc:spChg chg="mod">
          <ac:chgData name="Nguyen Tuan. Long" userId="e4e93a65-ca82-41ec-92c8-0e4fdb0a72ae" providerId="ADAL" clId="{FD9A6A64-4271-451F-BA17-B8886355BC8E}" dt="2020-10-15T08:22:30.687" v="871"/>
          <ac:spMkLst>
            <pc:docMk/>
            <pc:sldMk cId="2643710165" sldId="272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35:05.728" v="1049" actId="1037"/>
          <ac:spMkLst>
            <pc:docMk/>
            <pc:sldMk cId="2643710165" sldId="272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35:01.483" v="1044" actId="1037"/>
          <ac:spMkLst>
            <pc:docMk/>
            <pc:sldMk cId="2643710165" sldId="272"/>
            <ac:spMk id="8" creationId="{F54C756C-1CC3-49BA-B617-14BFE8D58C6D}"/>
          </ac:spMkLst>
        </pc:spChg>
        <pc:spChg chg="mod">
          <ac:chgData name="Nguyen Tuan. Long" userId="e4e93a65-ca82-41ec-92c8-0e4fdb0a72ae" providerId="ADAL" clId="{FD9A6A64-4271-451F-BA17-B8886355BC8E}" dt="2020-10-15T08:30:35.763" v="1036" actId="1035"/>
          <ac:spMkLst>
            <pc:docMk/>
            <pc:sldMk cId="2643710165" sldId="272"/>
            <ac:spMk id="18" creationId="{9E463FC7-E5B3-41E3-B9D9-9DD2DF73CEFA}"/>
          </ac:spMkLst>
        </pc:spChg>
        <pc:spChg chg="mod">
          <ac:chgData name="Nguyen Tuan. Long" userId="e4e93a65-ca82-41ec-92c8-0e4fdb0a72ae" providerId="ADAL" clId="{FD9A6A64-4271-451F-BA17-B8886355BC8E}" dt="2020-10-15T08:28:21.144" v="978" actId="14100"/>
          <ac:spMkLst>
            <pc:docMk/>
            <pc:sldMk cId="2643710165" sldId="272"/>
            <ac:spMk id="20" creationId="{177D35E7-DBB3-4633-AB8E-8C672DAC850B}"/>
          </ac:spMkLst>
        </pc:spChg>
        <pc:spChg chg="mod">
          <ac:chgData name="Nguyen Tuan. Long" userId="e4e93a65-ca82-41ec-92c8-0e4fdb0a72ae" providerId="ADAL" clId="{FD9A6A64-4271-451F-BA17-B8886355BC8E}" dt="2020-10-15T08:30:41.542" v="1038" actId="1036"/>
          <ac:spMkLst>
            <pc:docMk/>
            <pc:sldMk cId="2643710165" sldId="272"/>
            <ac:spMk id="32" creationId="{DD577AAF-53A3-4B08-872C-DC60901E48C7}"/>
          </ac:spMkLst>
        </pc:spChg>
        <pc:spChg chg="mod">
          <ac:chgData name="Nguyen Tuan. Long" userId="e4e93a65-ca82-41ec-92c8-0e4fdb0a72ae" providerId="ADAL" clId="{FD9A6A64-4271-451F-BA17-B8886355BC8E}" dt="2020-10-15T08:30:22.906" v="1031" actId="14100"/>
          <ac:spMkLst>
            <pc:docMk/>
            <pc:sldMk cId="2643710165" sldId="272"/>
            <ac:spMk id="34" creationId="{F121D29F-4BCE-4AA6-A8C9-1BE23834C3EF}"/>
          </ac:spMkLst>
        </pc:spChg>
        <pc:grpChg chg="add mod">
          <ac:chgData name="Nguyen Tuan. Long" userId="e4e93a65-ca82-41ec-92c8-0e4fdb0a72ae" providerId="ADAL" clId="{FD9A6A64-4271-451F-BA17-B8886355BC8E}" dt="2020-10-15T08:25:56.858" v="949" actId="1076"/>
          <ac:grpSpMkLst>
            <pc:docMk/>
            <pc:sldMk cId="2643710165" sldId="272"/>
            <ac:grpSpMk id="17" creationId="{73E77A82-C45A-4829-A496-8C5607D5C932}"/>
          </ac:grpSpMkLst>
        </pc:grpChg>
        <pc:grpChg chg="add mod">
          <ac:chgData name="Nguyen Tuan. Long" userId="e4e93a65-ca82-41ec-92c8-0e4fdb0a72ae" providerId="ADAL" clId="{FD9A6A64-4271-451F-BA17-B8886355BC8E}" dt="2020-10-15T08:29:03.248" v="980" actId="1076"/>
          <ac:grpSpMkLst>
            <pc:docMk/>
            <pc:sldMk cId="2643710165" sldId="272"/>
            <ac:grpSpMk id="31" creationId="{0A9BB9C9-20F2-4EDE-B34D-F6E71733A7E9}"/>
          </ac:grpSpMkLst>
        </pc:grpChg>
        <pc:graphicFrameChg chg="mod modGraphic">
          <ac:chgData name="Nguyen Tuan. Long" userId="e4e93a65-ca82-41ec-92c8-0e4fdb0a72ae" providerId="ADAL" clId="{FD9A6A64-4271-451F-BA17-B8886355BC8E}" dt="2020-10-15T08:25:50.847" v="947" actId="1076"/>
          <ac:graphicFrameMkLst>
            <pc:docMk/>
            <pc:sldMk cId="2643710165" sldId="272"/>
            <ac:graphicFrameMk id="9" creationId="{ABAB513D-8DF0-49EB-AFB1-C9BB4B68ED33}"/>
          </ac:graphicFrameMkLst>
        </pc:graphicFrameChg>
        <pc:picChg chg="add mod">
          <ac:chgData name="Nguyen Tuan. Long" userId="e4e93a65-ca82-41ec-92c8-0e4fdb0a72ae" providerId="ADAL" clId="{FD9A6A64-4271-451F-BA17-B8886355BC8E}" dt="2020-10-15T08:24:53.222" v="936" actId="1076"/>
          <ac:picMkLst>
            <pc:docMk/>
            <pc:sldMk cId="2643710165" sldId="272"/>
            <ac:picMk id="5" creationId="{4C4E773D-B55D-48DE-8310-60BFBC9B93F5}"/>
          </ac:picMkLst>
        </pc:picChg>
        <pc:picChg chg="add del mod">
          <ac:chgData name="Nguyen Tuan. Long" userId="e4e93a65-ca82-41ec-92c8-0e4fdb0a72ae" providerId="ADAL" clId="{FD9A6A64-4271-451F-BA17-B8886355BC8E}" dt="2020-10-15T08:25:43.743" v="946" actId="478"/>
          <ac:picMkLst>
            <pc:docMk/>
            <pc:sldMk cId="2643710165" sldId="272"/>
            <ac:picMk id="7" creationId="{E67D7047-9EDA-4DBE-9A61-92EB7E49AC76}"/>
          </ac:picMkLst>
        </pc:picChg>
        <pc:picChg chg="add del mod">
          <ac:chgData name="Nguyen Tuan. Long" userId="e4e93a65-ca82-41ec-92c8-0e4fdb0a72ae" providerId="ADAL" clId="{FD9A6A64-4271-451F-BA17-B8886355BC8E}" dt="2020-10-15T08:20:06.857" v="861" actId="478"/>
          <ac:picMkLst>
            <pc:docMk/>
            <pc:sldMk cId="2643710165" sldId="272"/>
            <ac:picMk id="10" creationId="{69B83F45-7D96-4441-B480-9789A37CFAE0}"/>
          </ac:picMkLst>
        </pc:picChg>
        <pc:picChg chg="add del mod modCrop">
          <ac:chgData name="Nguyen Tuan. Long" userId="e4e93a65-ca82-41ec-92c8-0e4fdb0a72ae" providerId="ADAL" clId="{FD9A6A64-4271-451F-BA17-B8886355BC8E}" dt="2020-10-15T08:19:09.250" v="839" actId="478"/>
          <ac:picMkLst>
            <pc:docMk/>
            <pc:sldMk cId="2643710165" sldId="272"/>
            <ac:picMk id="12" creationId="{D591BB0D-D3FD-45D6-AA78-42706FAD933D}"/>
          </ac:picMkLst>
        </pc:picChg>
        <pc:picChg chg="add mod">
          <ac:chgData name="Nguyen Tuan. Long" userId="e4e93a65-ca82-41ec-92c8-0e4fdb0a72ae" providerId="ADAL" clId="{FD9A6A64-4271-451F-BA17-B8886355BC8E}" dt="2020-10-15T08:19:20.944" v="857" actId="1037"/>
          <ac:picMkLst>
            <pc:docMk/>
            <pc:sldMk cId="2643710165" sldId="272"/>
            <ac:picMk id="14" creationId="{D3BC9A29-EA17-426B-AA34-72965EA154B2}"/>
          </ac:picMkLst>
        </pc:picChg>
        <pc:picChg chg="add mod">
          <ac:chgData name="Nguyen Tuan. Long" userId="e4e93a65-ca82-41ec-92c8-0e4fdb0a72ae" providerId="ADAL" clId="{FD9A6A64-4271-451F-BA17-B8886355BC8E}" dt="2020-10-15T08:20:39.003" v="867" actId="1076"/>
          <ac:picMkLst>
            <pc:docMk/>
            <pc:sldMk cId="2643710165" sldId="272"/>
            <ac:picMk id="16" creationId="{7B18C92C-9314-441F-B843-BC37FE493921}"/>
          </ac:picMkLst>
        </pc:picChg>
        <pc:cxnChg chg="mod">
          <ac:chgData name="Nguyen Tuan. Long" userId="e4e93a65-ca82-41ec-92c8-0e4fdb0a72ae" providerId="ADAL" clId="{FD9A6A64-4271-451F-BA17-B8886355BC8E}" dt="2020-10-15T08:30:35.763" v="1036" actId="1035"/>
          <ac:cxnSpMkLst>
            <pc:docMk/>
            <pc:sldMk cId="2643710165" sldId="272"/>
            <ac:cxnSpMk id="19" creationId="{F96CDF3C-93CD-4005-BF8D-7C4E75AA9D18}"/>
          </ac:cxnSpMkLst>
        </pc:cxnChg>
        <pc:cxnChg chg="mod">
          <ac:chgData name="Nguyen Tuan. Long" userId="e4e93a65-ca82-41ec-92c8-0e4fdb0a72ae" providerId="ADAL" clId="{FD9A6A64-4271-451F-BA17-B8886355BC8E}" dt="2020-10-15T08:30:41.542" v="1038" actId="1036"/>
          <ac:cxnSpMkLst>
            <pc:docMk/>
            <pc:sldMk cId="2643710165" sldId="272"/>
            <ac:cxnSpMk id="33" creationId="{06ABDAFB-3E58-4F04-8E8F-742CD3A9C466}"/>
          </ac:cxnSpMkLst>
        </pc:cxnChg>
      </pc:sldChg>
      <pc:sldChg chg="addSp">
        <pc:chgData name="Nguyen Tuan. Long" userId="e4e93a65-ca82-41ec-92c8-0e4fdb0a72ae" providerId="ADAL" clId="{FD9A6A64-4271-451F-BA17-B8886355BC8E}" dt="2020-10-15T08:13:14.168" v="773"/>
        <pc:sldMkLst>
          <pc:docMk/>
          <pc:sldMk cId="3111708380" sldId="272"/>
        </pc:sldMkLst>
        <pc:spChg chg="add">
          <ac:chgData name="Nguyen Tuan. Long" userId="e4e93a65-ca82-41ec-92c8-0e4fdb0a72ae" providerId="ADAL" clId="{FD9A6A64-4271-451F-BA17-B8886355BC8E}" dt="2020-10-15T08:13:14.168" v="773"/>
          <ac:spMkLst>
            <pc:docMk/>
            <pc:sldMk cId="3111708380" sldId="272"/>
            <ac:spMk id="2" creationId="{DCEC87B0-8DFD-4DE4-AC91-20AD7D256752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09:07:47.109" v="1254" actId="14100"/>
        <pc:sldMkLst>
          <pc:docMk/>
          <pc:sldMk cId="2636289666" sldId="273"/>
        </pc:sldMkLst>
        <pc:spChg chg="mod">
          <ac:chgData name="Nguyen Tuan. Long" userId="e4e93a65-ca82-41ec-92c8-0e4fdb0a72ae" providerId="ADAL" clId="{FD9A6A64-4271-451F-BA17-B8886355BC8E}" dt="2020-10-15T08:44:31.012" v="1117"/>
          <ac:spMkLst>
            <pc:docMk/>
            <pc:sldMk cId="2636289666" sldId="273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08:52:51.855" v="1121" actId="14100"/>
          <ac:spMkLst>
            <pc:docMk/>
            <pc:sldMk cId="2636289666" sldId="273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08:54:37.336" v="1143" actId="1035"/>
          <ac:spMkLst>
            <pc:docMk/>
            <pc:sldMk cId="2636289666" sldId="273"/>
            <ac:spMk id="6" creationId="{D35A55BD-FB9A-40E7-A024-AF271C89EEA9}"/>
          </ac:spMkLst>
        </pc:spChg>
        <pc:spChg chg="add mod">
          <ac:chgData name="Nguyen Tuan. Long" userId="e4e93a65-ca82-41ec-92c8-0e4fdb0a72ae" providerId="ADAL" clId="{FD9A6A64-4271-451F-BA17-B8886355BC8E}" dt="2020-10-15T08:57:20.487" v="1248" actId="1582"/>
          <ac:spMkLst>
            <pc:docMk/>
            <pc:sldMk cId="2636289666" sldId="273"/>
            <ac:spMk id="11" creationId="{04D76A5D-E57C-469A-B37D-44EEE71D41B8}"/>
          </ac:spMkLst>
        </pc:spChg>
        <pc:spChg chg="add mod">
          <ac:chgData name="Nguyen Tuan. Long" userId="e4e93a65-ca82-41ec-92c8-0e4fdb0a72ae" providerId="ADAL" clId="{FD9A6A64-4271-451F-BA17-B8886355BC8E}" dt="2020-10-15T09:07:47.109" v="1254" actId="14100"/>
          <ac:spMkLst>
            <pc:docMk/>
            <pc:sldMk cId="2636289666" sldId="273"/>
            <ac:spMk id="13" creationId="{08494AA5-4CD2-485E-932A-94297F393058}"/>
          </ac:spMkLst>
        </pc:spChg>
        <pc:grpChg chg="add mod">
          <ac:chgData name="Nguyen Tuan. Long" userId="e4e93a65-ca82-41ec-92c8-0e4fdb0a72ae" providerId="ADAL" clId="{FD9A6A64-4271-451F-BA17-B8886355BC8E}" dt="2020-10-15T08:57:06.784" v="1247" actId="164"/>
          <ac:grpSpMkLst>
            <pc:docMk/>
            <pc:sldMk cId="2636289666" sldId="273"/>
            <ac:grpSpMk id="16" creationId="{3630BA0B-F31B-4D72-A9A4-B9E10A9CB16D}"/>
          </ac:grpSpMkLst>
        </pc:grp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5" creationId="{62FB8D6A-2CF5-4553-ABDF-B0B782764259}"/>
          </ac:picMkLst>
        </pc:pic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8" creationId="{C6962B92-53B3-4B90-9B3E-E9B3B2332D97}"/>
          </ac:picMkLst>
        </pc:picChg>
        <pc:picChg chg="add mod">
          <ac:chgData name="Nguyen Tuan. Long" userId="e4e93a65-ca82-41ec-92c8-0e4fdb0a72ae" providerId="ADAL" clId="{FD9A6A64-4271-451F-BA17-B8886355BC8E}" dt="2020-10-15T08:55:07.230" v="1234" actId="1037"/>
          <ac:picMkLst>
            <pc:docMk/>
            <pc:sldMk cId="2636289666" sldId="273"/>
            <ac:picMk id="10" creationId="{DC031723-0888-470C-9419-C622FCA6B053}"/>
          </ac:picMkLst>
        </pc:picChg>
        <pc:cxnChg chg="add mod">
          <ac:chgData name="Nguyen Tuan. Long" userId="e4e93a65-ca82-41ec-92c8-0e4fdb0a72ae" providerId="ADAL" clId="{FD9A6A64-4271-451F-BA17-B8886355BC8E}" dt="2020-10-15T08:57:26.209" v="1249" actId="14100"/>
          <ac:cxnSpMkLst>
            <pc:docMk/>
            <pc:sldMk cId="2636289666" sldId="273"/>
            <ac:cxnSpMk id="15" creationId="{AA4CC453-828D-4234-BE89-9FF36B2B4614}"/>
          </ac:cxnSpMkLst>
        </pc:cxnChg>
      </pc:sldChg>
      <pc:sldChg chg="addSp delSp modSp add mod modAnim">
        <pc:chgData name="Nguyen Tuan. Long" userId="e4e93a65-ca82-41ec-92c8-0e4fdb0a72ae" providerId="ADAL" clId="{FD9A6A64-4271-451F-BA17-B8886355BC8E}" dt="2020-10-15T09:26:09.403" v="1458"/>
        <pc:sldMkLst>
          <pc:docMk/>
          <pc:sldMk cId="1860084407" sldId="274"/>
        </pc:sldMkLst>
        <pc:spChg chg="mod">
          <ac:chgData name="Nguyen Tuan. Long" userId="e4e93a65-ca82-41ec-92c8-0e4fdb0a72ae" providerId="ADAL" clId="{FD9A6A64-4271-451F-BA17-B8886355BC8E}" dt="2020-10-15T09:22:09.479" v="1398"/>
          <ac:spMkLst>
            <pc:docMk/>
            <pc:sldMk cId="1860084407" sldId="274"/>
            <ac:spMk id="4" creationId="{F19861AE-5C9F-471D-AAA9-5DB1F0ADDB56}"/>
          </ac:spMkLst>
        </pc:spChg>
        <pc:picChg chg="add del mod">
          <ac:chgData name="Nguyen Tuan. Long" userId="e4e93a65-ca82-41ec-92c8-0e4fdb0a72ae" providerId="ADAL" clId="{FD9A6A64-4271-451F-BA17-B8886355BC8E}" dt="2020-10-15T09:12:28.874" v="1259" actId="478"/>
          <ac:picMkLst>
            <pc:docMk/>
            <pc:sldMk cId="1860084407" sldId="274"/>
            <ac:picMk id="5" creationId="{A9E37F9D-F469-445D-838C-36552629BFDD}"/>
          </ac:picMkLst>
        </pc:picChg>
        <pc:picChg chg="add del mod">
          <ac:chgData name="Nguyen Tuan. Long" userId="e4e93a65-ca82-41ec-92c8-0e4fdb0a72ae" providerId="ADAL" clId="{FD9A6A64-4271-451F-BA17-B8886355BC8E}" dt="2020-10-15T09:12:30.895" v="1260" actId="478"/>
          <ac:picMkLst>
            <pc:docMk/>
            <pc:sldMk cId="1860084407" sldId="274"/>
            <ac:picMk id="7" creationId="{35917F8C-F3C6-4E5B-A145-A5D9ECF6EBF2}"/>
          </ac:picMkLst>
        </pc:picChg>
        <pc:picChg chg="add del mod">
          <ac:chgData name="Nguyen Tuan. Long" userId="e4e93a65-ca82-41ec-92c8-0e4fdb0a72ae" providerId="ADAL" clId="{FD9A6A64-4271-451F-BA17-B8886355BC8E}" dt="2020-10-15T09:17:29.275" v="1263" actId="478"/>
          <ac:picMkLst>
            <pc:docMk/>
            <pc:sldMk cId="1860084407" sldId="274"/>
            <ac:picMk id="9" creationId="{ECD7E461-AC59-4CF2-A427-9AD539176512}"/>
          </ac:picMkLst>
        </pc:picChg>
        <pc:picChg chg="add mod">
          <ac:chgData name="Nguyen Tuan. Long" userId="e4e93a65-ca82-41ec-92c8-0e4fdb0a72ae" providerId="ADAL" clId="{FD9A6A64-4271-451F-BA17-B8886355BC8E}" dt="2020-10-15T09:21:52.852" v="1397" actId="1037"/>
          <ac:picMkLst>
            <pc:docMk/>
            <pc:sldMk cId="1860084407" sldId="274"/>
            <ac:picMk id="11" creationId="{16F1DE7E-6CD6-41DB-99E5-3BBFB3A0924A}"/>
          </ac:picMkLst>
        </pc:picChg>
        <pc:picChg chg="add mod">
          <ac:chgData name="Nguyen Tuan. Long" userId="e4e93a65-ca82-41ec-92c8-0e4fdb0a72ae" providerId="ADAL" clId="{FD9A6A64-4271-451F-BA17-B8886355BC8E}" dt="2020-10-15T09:21:52.852" v="1397" actId="1037"/>
          <ac:picMkLst>
            <pc:docMk/>
            <pc:sldMk cId="1860084407" sldId="274"/>
            <ac:picMk id="13" creationId="{F15C06F6-FDD6-45E5-AC84-BF1C7DAF4B48}"/>
          </ac:picMkLst>
        </pc:picChg>
        <pc:picChg chg="add del mod">
          <ac:chgData name="Nguyen Tuan. Long" userId="e4e93a65-ca82-41ec-92c8-0e4fdb0a72ae" providerId="ADAL" clId="{FD9A6A64-4271-451F-BA17-B8886355BC8E}" dt="2020-10-15T09:18:54.860" v="1309" actId="478"/>
          <ac:picMkLst>
            <pc:docMk/>
            <pc:sldMk cId="1860084407" sldId="274"/>
            <ac:picMk id="15" creationId="{3064E8A1-3077-47EA-9BD3-12A6851C19C9}"/>
          </ac:picMkLst>
        </pc:picChg>
        <pc:picChg chg="add del mod">
          <ac:chgData name="Nguyen Tuan. Long" userId="e4e93a65-ca82-41ec-92c8-0e4fdb0a72ae" providerId="ADAL" clId="{FD9A6A64-4271-451F-BA17-B8886355BC8E}" dt="2020-10-15T09:20:02.912" v="1362" actId="478"/>
          <ac:picMkLst>
            <pc:docMk/>
            <pc:sldMk cId="1860084407" sldId="274"/>
            <ac:picMk id="17" creationId="{1291ED84-9CD0-40B8-9517-622C30EAC100}"/>
          </ac:picMkLst>
        </pc:picChg>
        <pc:picChg chg="add del mod">
          <ac:chgData name="Nguyen Tuan. Long" userId="e4e93a65-ca82-41ec-92c8-0e4fdb0a72ae" providerId="ADAL" clId="{FD9A6A64-4271-451F-BA17-B8886355BC8E}" dt="2020-10-15T09:21:38.581" v="1371" actId="478"/>
          <ac:picMkLst>
            <pc:docMk/>
            <pc:sldMk cId="1860084407" sldId="274"/>
            <ac:picMk id="19" creationId="{48F908C7-5CF7-4233-8E95-1374002C9345}"/>
          </ac:picMkLst>
        </pc:picChg>
      </pc:sldChg>
      <pc:sldChg chg="addSp delSp modSp add mod modAnim">
        <pc:chgData name="Nguyen Tuan. Long" userId="e4e93a65-ca82-41ec-92c8-0e4fdb0a72ae" providerId="ADAL" clId="{FD9A6A64-4271-451F-BA17-B8886355BC8E}" dt="2020-10-15T09:24:45.125" v="1455"/>
        <pc:sldMkLst>
          <pc:docMk/>
          <pc:sldMk cId="1930288782" sldId="275"/>
        </pc:sldMkLst>
        <pc:spChg chg="del">
          <ac:chgData name="Nguyen Tuan. Long" userId="e4e93a65-ca82-41ec-92c8-0e4fdb0a72ae" providerId="ADAL" clId="{FD9A6A64-4271-451F-BA17-B8886355BC8E}" dt="2020-10-15T09:22:25.907" v="1402" actId="478"/>
          <ac:spMkLst>
            <pc:docMk/>
            <pc:sldMk cId="1930288782" sldId="275"/>
            <ac:spMk id="4" creationId="{F19861AE-5C9F-471D-AAA9-5DB1F0ADDB56}"/>
          </ac:spMkLst>
        </pc:spChg>
        <pc:spChg chg="add del mod">
          <ac:chgData name="Nguyen Tuan. Long" userId="e4e93a65-ca82-41ec-92c8-0e4fdb0a72ae" providerId="ADAL" clId="{FD9A6A64-4271-451F-BA17-B8886355BC8E}" dt="2020-10-15T09:22:28.086" v="1403" actId="478"/>
          <ac:spMkLst>
            <pc:docMk/>
            <pc:sldMk cId="1930288782" sldId="275"/>
            <ac:spMk id="5" creationId="{A59BF528-9095-41D4-98BE-31E8010FC209}"/>
          </ac:spMkLst>
        </pc:spChg>
        <pc:spChg chg="add mod">
          <ac:chgData name="Nguyen Tuan. Long" userId="e4e93a65-ca82-41ec-92c8-0e4fdb0a72ae" providerId="ADAL" clId="{FD9A6A64-4271-451F-BA17-B8886355BC8E}" dt="2020-10-15T09:24:26.161" v="1450" actId="164"/>
          <ac:spMkLst>
            <pc:docMk/>
            <pc:sldMk cId="1930288782" sldId="275"/>
            <ac:spMk id="10" creationId="{8A026208-C676-4E1E-B65B-D70B50CDFDB9}"/>
          </ac:spMkLst>
        </pc:spChg>
        <pc:grpChg chg="add mod">
          <ac:chgData name="Nguyen Tuan. Long" userId="e4e93a65-ca82-41ec-92c8-0e4fdb0a72ae" providerId="ADAL" clId="{FD9A6A64-4271-451F-BA17-B8886355BC8E}" dt="2020-10-15T09:24:28.824" v="1451" actId="1035"/>
          <ac:grpSpMkLst>
            <pc:docMk/>
            <pc:sldMk cId="1930288782" sldId="275"/>
            <ac:grpSpMk id="12" creationId="{88399735-21ED-420C-AE0C-E9971C538489}"/>
          </ac:grpSpMkLst>
        </pc:grpChg>
        <pc:picChg chg="add mod">
          <ac:chgData name="Nguyen Tuan. Long" userId="e4e93a65-ca82-41ec-92c8-0e4fdb0a72ae" providerId="ADAL" clId="{FD9A6A64-4271-451F-BA17-B8886355BC8E}" dt="2020-10-15T09:24:26.161" v="1450" actId="164"/>
          <ac:picMkLst>
            <pc:docMk/>
            <pc:sldMk cId="1930288782" sldId="275"/>
            <ac:picMk id="7" creationId="{A9987117-DC3E-4F8E-8AA2-F3D1FB916168}"/>
          </ac:picMkLst>
        </pc:picChg>
        <pc:picChg chg="add mod">
          <ac:chgData name="Nguyen Tuan. Long" userId="e4e93a65-ca82-41ec-92c8-0e4fdb0a72ae" providerId="ADAL" clId="{FD9A6A64-4271-451F-BA17-B8886355BC8E}" dt="2020-10-15T09:24:34.071" v="1453" actId="1035"/>
          <ac:picMkLst>
            <pc:docMk/>
            <pc:sldMk cId="1930288782" sldId="275"/>
            <ac:picMk id="9" creationId="{51249D8A-20DD-4E69-BFF7-8998B7509B71}"/>
          </ac:picMkLst>
        </pc:picChg>
        <pc:picChg chg="del">
          <ac:chgData name="Nguyen Tuan. Long" userId="e4e93a65-ca82-41ec-92c8-0e4fdb0a72ae" providerId="ADAL" clId="{FD9A6A64-4271-451F-BA17-B8886355BC8E}" dt="2020-10-15T09:22:21.408" v="1401" actId="478"/>
          <ac:picMkLst>
            <pc:docMk/>
            <pc:sldMk cId="1930288782" sldId="275"/>
            <ac:picMk id="11" creationId="{16F1DE7E-6CD6-41DB-99E5-3BBFB3A0924A}"/>
          </ac:picMkLst>
        </pc:picChg>
        <pc:picChg chg="del">
          <ac:chgData name="Nguyen Tuan. Long" userId="e4e93a65-ca82-41ec-92c8-0e4fdb0a72ae" providerId="ADAL" clId="{FD9A6A64-4271-451F-BA17-B8886355BC8E}" dt="2020-10-15T09:22:21.408" v="1401" actId="478"/>
          <ac:picMkLst>
            <pc:docMk/>
            <pc:sldMk cId="1930288782" sldId="275"/>
            <ac:picMk id="13" creationId="{F15C06F6-FDD6-45E5-AC84-BF1C7DAF4B48}"/>
          </ac:picMkLst>
        </pc:picChg>
      </pc:sldChg>
      <pc:sldChg chg="addSp delSp modSp add mod delAnim modAnim">
        <pc:chgData name="Nguyen Tuan. Long" userId="e4e93a65-ca82-41ec-92c8-0e4fdb0a72ae" providerId="ADAL" clId="{FD9A6A64-4271-451F-BA17-B8886355BC8E}" dt="2020-10-15T13:04:08.486" v="1588" actId="20577"/>
        <pc:sldMkLst>
          <pc:docMk/>
          <pc:sldMk cId="389688229" sldId="276"/>
        </pc:sldMkLst>
        <pc:spChg chg="mod">
          <ac:chgData name="Nguyen Tuan. Long" userId="e4e93a65-ca82-41ec-92c8-0e4fdb0a72ae" providerId="ADAL" clId="{FD9A6A64-4271-451F-BA17-B8886355BC8E}" dt="2020-10-15T12:55:56.363" v="1490" actId="5793"/>
          <ac:spMkLst>
            <pc:docMk/>
            <pc:sldMk cId="389688229" sldId="276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04:08.486" v="1588" actId="20577"/>
          <ac:spMkLst>
            <pc:docMk/>
            <pc:sldMk cId="389688229" sldId="276"/>
            <ac:spMk id="4" creationId="{F19861AE-5C9F-471D-AAA9-5DB1F0ADDB56}"/>
          </ac:spMkLst>
        </pc:spChg>
        <pc:spChg chg="add del">
          <ac:chgData name="Nguyen Tuan. Long" userId="e4e93a65-ca82-41ec-92c8-0e4fdb0a72ae" providerId="ADAL" clId="{FD9A6A64-4271-451F-BA17-B8886355BC8E}" dt="2020-10-15T12:57:36.698" v="1516" actId="22"/>
          <ac:spMkLst>
            <pc:docMk/>
            <pc:sldMk cId="389688229" sldId="276"/>
            <ac:spMk id="7" creationId="{AB1337AE-C5AA-41F3-ADF9-008DA23D4785}"/>
          </ac:spMkLst>
        </pc:spChg>
        <pc:picChg chg="add del mod">
          <ac:chgData name="Nguyen Tuan. Long" userId="e4e93a65-ca82-41ec-92c8-0e4fdb0a72ae" providerId="ADAL" clId="{FD9A6A64-4271-451F-BA17-B8886355BC8E}" dt="2020-10-15T13:00:27.826" v="1519" actId="478"/>
          <ac:picMkLst>
            <pc:docMk/>
            <pc:sldMk cId="389688229" sldId="276"/>
            <ac:picMk id="8" creationId="{5F6EDC6A-2384-4CB0-849D-40D0995E68C9}"/>
          </ac:picMkLst>
        </pc:picChg>
        <pc:picChg chg="del">
          <ac:chgData name="Nguyen Tuan. Long" userId="e4e93a65-ca82-41ec-92c8-0e4fdb0a72ae" providerId="ADAL" clId="{FD9A6A64-4271-451F-BA17-B8886355BC8E}" dt="2020-10-15T09:26:02.669" v="1456" actId="478"/>
          <ac:picMkLst>
            <pc:docMk/>
            <pc:sldMk cId="389688229" sldId="276"/>
            <ac:picMk id="11" creationId="{16F1DE7E-6CD6-41DB-99E5-3BBFB3A0924A}"/>
          </ac:picMkLst>
        </pc:picChg>
        <pc:picChg chg="del">
          <ac:chgData name="Nguyen Tuan. Long" userId="e4e93a65-ca82-41ec-92c8-0e4fdb0a72ae" providerId="ADAL" clId="{FD9A6A64-4271-451F-BA17-B8886355BC8E}" dt="2020-10-15T09:26:02.669" v="1456" actId="478"/>
          <ac:picMkLst>
            <pc:docMk/>
            <pc:sldMk cId="389688229" sldId="276"/>
            <ac:picMk id="13" creationId="{F15C06F6-FDD6-45E5-AC84-BF1C7DAF4B48}"/>
          </ac:picMkLst>
        </pc:picChg>
      </pc:sldChg>
      <pc:sldChg chg="modSp add mod">
        <pc:chgData name="Nguyen Tuan. Long" userId="e4e93a65-ca82-41ec-92c8-0e4fdb0a72ae" providerId="ADAL" clId="{FD9A6A64-4271-451F-BA17-B8886355BC8E}" dt="2020-10-15T13:05:21.586" v="1616" actId="20577"/>
        <pc:sldMkLst>
          <pc:docMk/>
          <pc:sldMk cId="1774843518" sldId="277"/>
        </pc:sldMkLst>
        <pc:spChg chg="mod">
          <ac:chgData name="Nguyen Tuan. Long" userId="e4e93a65-ca82-41ec-92c8-0e4fdb0a72ae" providerId="ADAL" clId="{FD9A6A64-4271-451F-BA17-B8886355BC8E}" dt="2020-10-15T13:05:03.587" v="1600" actId="20577"/>
          <ac:spMkLst>
            <pc:docMk/>
            <pc:sldMk cId="1774843518" sldId="277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05:21.586" v="1616" actId="20577"/>
          <ac:spMkLst>
            <pc:docMk/>
            <pc:sldMk cId="1774843518" sldId="277"/>
            <ac:spMk id="4" creationId="{F19861AE-5C9F-471D-AAA9-5DB1F0ADDB56}"/>
          </ac:spMkLst>
        </pc:spChg>
      </pc:sldChg>
      <pc:sldChg chg="addSp modSp add mod modAnim">
        <pc:chgData name="Nguyen Tuan. Long" userId="e4e93a65-ca82-41ec-92c8-0e4fdb0a72ae" providerId="ADAL" clId="{FD9A6A64-4271-451F-BA17-B8886355BC8E}" dt="2020-10-15T13:51:01.693" v="1682"/>
        <pc:sldMkLst>
          <pc:docMk/>
          <pc:sldMk cId="4093686693" sldId="278"/>
        </pc:sldMkLst>
        <pc:spChg chg="mod">
          <ac:chgData name="Nguyen Tuan. Long" userId="e4e93a65-ca82-41ec-92c8-0e4fdb0a72ae" providerId="ADAL" clId="{FD9A6A64-4271-451F-BA17-B8886355BC8E}" dt="2020-10-15T13:05:34.349" v="1617"/>
          <ac:spMkLst>
            <pc:docMk/>
            <pc:sldMk cId="4093686693" sldId="278"/>
            <ac:spMk id="3" creationId="{90BF82D9-793B-4262-BF41-DD01625D0D2A}"/>
          </ac:spMkLst>
        </pc:spChg>
        <pc:spChg chg="mod">
          <ac:chgData name="Nguyen Tuan. Long" userId="e4e93a65-ca82-41ec-92c8-0e4fdb0a72ae" providerId="ADAL" clId="{FD9A6A64-4271-451F-BA17-B8886355BC8E}" dt="2020-10-15T13:42:28.739" v="1625"/>
          <ac:spMkLst>
            <pc:docMk/>
            <pc:sldMk cId="4093686693" sldId="278"/>
            <ac:spMk id="4" creationId="{F19861AE-5C9F-471D-AAA9-5DB1F0ADDB56}"/>
          </ac:spMkLst>
        </pc:spChg>
        <pc:spChg chg="add mod">
          <ac:chgData name="Nguyen Tuan. Long" userId="e4e93a65-ca82-41ec-92c8-0e4fdb0a72ae" providerId="ADAL" clId="{FD9A6A64-4271-451F-BA17-B8886355BC8E}" dt="2020-10-15T13:50:29.782" v="1675" actId="1582"/>
          <ac:spMkLst>
            <pc:docMk/>
            <pc:sldMk cId="4093686693" sldId="278"/>
            <ac:spMk id="15" creationId="{7EEA8519-0D1C-4DBD-9198-85F5A0D98643}"/>
          </ac:spMkLst>
        </pc:spChg>
        <pc:spChg chg="add mod">
          <ac:chgData name="Nguyen Tuan. Long" userId="e4e93a65-ca82-41ec-92c8-0e4fdb0a72ae" providerId="ADAL" clId="{FD9A6A64-4271-451F-BA17-B8886355BC8E}" dt="2020-10-15T13:50:29.782" v="1675" actId="1582"/>
          <ac:spMkLst>
            <pc:docMk/>
            <pc:sldMk cId="4093686693" sldId="278"/>
            <ac:spMk id="16" creationId="{EBDAD583-6CE4-48C2-9001-2D3D7B21B822}"/>
          </ac:spMkLst>
        </pc:spChg>
        <pc:grpChg chg="add mod">
          <ac:chgData name="Nguyen Tuan. Long" userId="e4e93a65-ca82-41ec-92c8-0e4fdb0a72ae" providerId="ADAL" clId="{FD9A6A64-4271-451F-BA17-B8886355BC8E}" dt="2020-10-15T13:50:24.197" v="1674" actId="164"/>
          <ac:grpSpMkLst>
            <pc:docMk/>
            <pc:sldMk cId="4093686693" sldId="278"/>
            <ac:grpSpMk id="21" creationId="{B9B0FC54-5C11-4143-B332-2A51C572DBCC}"/>
          </ac:grpSpMkLst>
        </pc:grpChg>
        <pc:picChg chg="add mod">
          <ac:chgData name="Nguyen Tuan. Long" userId="e4e93a65-ca82-41ec-92c8-0e4fdb0a72ae" providerId="ADAL" clId="{FD9A6A64-4271-451F-BA17-B8886355BC8E}" dt="2020-10-15T13:43:35.112" v="1629" actId="1076"/>
          <ac:picMkLst>
            <pc:docMk/>
            <pc:sldMk cId="4093686693" sldId="278"/>
            <ac:picMk id="5" creationId="{F19CC8BC-64B4-4184-BE95-234A94DD8B8F}"/>
          </ac:picMkLst>
        </pc:picChg>
        <pc:picChg chg="add mod">
          <ac:chgData name="Nguyen Tuan. Long" userId="e4e93a65-ca82-41ec-92c8-0e4fdb0a72ae" providerId="ADAL" clId="{FD9A6A64-4271-451F-BA17-B8886355BC8E}" dt="2020-10-15T13:43:47.118" v="1631" actId="1076"/>
          <ac:picMkLst>
            <pc:docMk/>
            <pc:sldMk cId="4093686693" sldId="278"/>
            <ac:picMk id="7" creationId="{73A1AE74-861A-4BF1-916A-18A3674F963B}"/>
          </ac:picMkLst>
        </pc:picChg>
        <pc:picChg chg="add mod">
          <ac:chgData name="Nguyen Tuan. Long" userId="e4e93a65-ca82-41ec-92c8-0e4fdb0a72ae" providerId="ADAL" clId="{FD9A6A64-4271-451F-BA17-B8886355BC8E}" dt="2020-10-15T13:44:04.158" v="1633" actId="1076"/>
          <ac:picMkLst>
            <pc:docMk/>
            <pc:sldMk cId="4093686693" sldId="278"/>
            <ac:picMk id="9" creationId="{2BEBD22A-6C26-455A-BA2C-1A6C9302E7B5}"/>
          </ac:picMkLst>
        </pc:picChg>
        <pc:picChg chg="add mod">
          <ac:chgData name="Nguyen Tuan. Long" userId="e4e93a65-ca82-41ec-92c8-0e4fdb0a72ae" providerId="ADAL" clId="{FD9A6A64-4271-451F-BA17-B8886355BC8E}" dt="2020-10-15T13:44:23.634" v="1635" actId="1076"/>
          <ac:picMkLst>
            <pc:docMk/>
            <pc:sldMk cId="4093686693" sldId="278"/>
            <ac:picMk id="11" creationId="{1D99D84F-5FF8-43D4-8392-EA54AC70AAE9}"/>
          </ac:picMkLst>
        </pc:picChg>
        <pc:picChg chg="add mod">
          <ac:chgData name="Nguyen Tuan. Long" userId="e4e93a65-ca82-41ec-92c8-0e4fdb0a72ae" providerId="ADAL" clId="{FD9A6A64-4271-451F-BA17-B8886355BC8E}" dt="2020-10-15T13:48:33.711" v="1651" actId="1076"/>
          <ac:picMkLst>
            <pc:docMk/>
            <pc:sldMk cId="4093686693" sldId="278"/>
            <ac:picMk id="13" creationId="{B2BF7671-624C-491B-BAEE-2BD2E3B9B623}"/>
          </ac:picMkLst>
        </pc:picChg>
        <pc:cxnChg chg="add mod">
          <ac:chgData name="Nguyen Tuan. Long" userId="e4e93a65-ca82-41ec-92c8-0e4fdb0a72ae" providerId="ADAL" clId="{FD9A6A64-4271-451F-BA17-B8886355BC8E}" dt="2020-10-15T13:50:29.782" v="1675" actId="1582"/>
          <ac:cxnSpMkLst>
            <pc:docMk/>
            <pc:sldMk cId="4093686693" sldId="278"/>
            <ac:cxnSpMk id="18" creationId="{A0CCCC17-7206-4A2F-8186-73460193C076}"/>
          </ac:cxnSpMkLst>
        </pc:cxnChg>
      </pc:sldChg>
      <pc:sldMasterChg chg="delSldLayout">
        <pc:chgData name="Nguyen Tuan. Long" userId="e4e93a65-ca82-41ec-92c8-0e4fdb0a72ae" providerId="ADAL" clId="{FD9A6A64-4271-451F-BA17-B8886355BC8E}" dt="2020-10-14T14:00:12.399" v="8" actId="47"/>
        <pc:sldMasterMkLst>
          <pc:docMk/>
          <pc:sldMasterMk cId="3244191442" sldId="2147483660"/>
        </pc:sldMasterMkLst>
        <pc:sldLayoutChg chg="del">
          <pc:chgData name="Nguyen Tuan. Long" userId="e4e93a65-ca82-41ec-92c8-0e4fdb0a72ae" providerId="ADAL" clId="{FD9A6A64-4271-451F-BA17-B8886355BC8E}" dt="2020-10-14T14:00:12.399" v="8" actId="47"/>
          <pc:sldLayoutMkLst>
            <pc:docMk/>
            <pc:sldMasterMk cId="3244191442" sldId="2147483660"/>
            <pc:sldLayoutMk cId="2505642284" sldId="2147483673"/>
          </pc:sldLayoutMkLst>
        </pc:sldLayoutChg>
      </pc:sldMasterChg>
    </pc:docChg>
  </pc:docChgLst>
  <pc:docChgLst>
    <pc:chgData name="Nguyen Tuan. Long" userId="e4e93a65-ca82-41ec-92c8-0e4fdb0a72ae" providerId="ADAL" clId="{AD3567C4-5CA2-4801-8990-94515F1A8105}"/>
    <pc:docChg chg="undo custSel addSld delSld modSld sldOrd">
      <pc:chgData name="Nguyen Tuan. Long" userId="e4e93a65-ca82-41ec-92c8-0e4fdb0a72ae" providerId="ADAL" clId="{AD3567C4-5CA2-4801-8990-94515F1A8105}" dt="2020-11-12T08:39:20.250" v="1028"/>
      <pc:docMkLst>
        <pc:docMk/>
      </pc:docMkLst>
      <pc:sldChg chg="addSp">
        <pc:chgData name="Nguyen Tuan. Long" userId="e4e93a65-ca82-41ec-92c8-0e4fdb0a72ae" providerId="ADAL" clId="{AD3567C4-5CA2-4801-8990-94515F1A8105}" dt="2020-11-12T03:32:33.669" v="26"/>
        <pc:sldMkLst>
          <pc:docMk/>
          <pc:sldMk cId="1426296827" sldId="264"/>
        </pc:sldMkLst>
        <pc:spChg chg="add">
          <ac:chgData name="Nguyen Tuan. Long" userId="e4e93a65-ca82-41ec-92c8-0e4fdb0a72ae" providerId="ADAL" clId="{AD3567C4-5CA2-4801-8990-94515F1A8105}" dt="2020-11-12T03:32:33.669" v="26"/>
          <ac:spMkLst>
            <pc:docMk/>
            <pc:sldMk cId="1426296827" sldId="264"/>
            <ac:spMk id="4" creationId="{F008E272-418D-4A08-BC7B-DD39529CD2FA}"/>
          </ac:spMkLst>
        </pc:spChg>
      </pc:sldChg>
      <pc:sldChg chg="addSp delSp modSp add del mod ord">
        <pc:chgData name="Nguyen Tuan. Long" userId="e4e93a65-ca82-41ec-92c8-0e4fdb0a72ae" providerId="ADAL" clId="{AD3567C4-5CA2-4801-8990-94515F1A8105}" dt="2020-11-12T03:33:17.325" v="33" actId="1076"/>
        <pc:sldMkLst>
          <pc:docMk/>
          <pc:sldMk cId="2093628872" sldId="264"/>
        </pc:sldMkLst>
        <pc:spChg chg="del">
          <ac:chgData name="Nguyen Tuan. Long" userId="e4e93a65-ca82-41ec-92c8-0e4fdb0a72ae" providerId="ADAL" clId="{AD3567C4-5CA2-4801-8990-94515F1A8105}" dt="2020-11-12T03:29:46.384" v="15" actId="478"/>
          <ac:spMkLst>
            <pc:docMk/>
            <pc:sldMk cId="2093628872" sldId="264"/>
            <ac:spMk id="4" creationId="{F19861AE-5C9F-471D-AAA9-5DB1F0ADDB56}"/>
          </ac:spMkLst>
        </pc:spChg>
        <pc:spChg chg="add del">
          <ac:chgData name="Nguyen Tuan. Long" userId="e4e93a65-ca82-41ec-92c8-0e4fdb0a72ae" providerId="ADAL" clId="{AD3567C4-5CA2-4801-8990-94515F1A8105}" dt="2020-11-12T03:29:43.614" v="14" actId="22"/>
          <ac:spMkLst>
            <pc:docMk/>
            <pc:sldMk cId="2093628872" sldId="264"/>
            <ac:spMk id="6" creationId="{A85EDF81-AD10-4B40-A572-DF1FCDDA9C60}"/>
          </ac:spMkLst>
        </pc:spChg>
        <pc:spChg chg="add del mod">
          <ac:chgData name="Nguyen Tuan. Long" userId="e4e93a65-ca82-41ec-92c8-0e4fdb0a72ae" providerId="ADAL" clId="{AD3567C4-5CA2-4801-8990-94515F1A8105}" dt="2020-11-12T03:29:57.883" v="18" actId="478"/>
          <ac:spMkLst>
            <pc:docMk/>
            <pc:sldMk cId="2093628872" sldId="264"/>
            <ac:spMk id="8" creationId="{828A2D7B-F434-4E0F-A8BC-9409DC3A710D}"/>
          </ac:spMkLst>
        </pc:spChg>
        <pc:spChg chg="add">
          <ac:chgData name="Nguyen Tuan. Long" userId="e4e93a65-ca82-41ec-92c8-0e4fdb0a72ae" providerId="ADAL" clId="{AD3567C4-5CA2-4801-8990-94515F1A8105}" dt="2020-11-12T03:29:48.079" v="16" actId="22"/>
          <ac:spMkLst>
            <pc:docMk/>
            <pc:sldMk cId="2093628872" sldId="264"/>
            <ac:spMk id="10" creationId="{24F65F00-1AB7-4C0B-8D8A-9B588741A77F}"/>
          </ac:spMkLst>
        </pc:spChg>
        <pc:spChg chg="add mod">
          <ac:chgData name="Nguyen Tuan. Long" userId="e4e93a65-ca82-41ec-92c8-0e4fdb0a72ae" providerId="ADAL" clId="{AD3567C4-5CA2-4801-8990-94515F1A8105}" dt="2020-11-12T03:33:17.325" v="33" actId="1076"/>
          <ac:spMkLst>
            <pc:docMk/>
            <pc:sldMk cId="2093628872" sldId="264"/>
            <ac:spMk id="12" creationId="{F97B75A0-94F5-4BB5-90D4-7CB429B19D81}"/>
          </ac:spMkLst>
        </pc:spChg>
      </pc:sldChg>
      <pc:sldChg chg="del">
        <pc:chgData name="Nguyen Tuan. Long" userId="e4e93a65-ca82-41ec-92c8-0e4fdb0a72ae" providerId="ADAL" clId="{AD3567C4-5CA2-4801-8990-94515F1A8105}" dt="2020-11-12T03:50:44.651" v="151" actId="47"/>
        <pc:sldMkLst>
          <pc:docMk/>
          <pc:sldMk cId="2084599407" sldId="265"/>
        </pc:sldMkLst>
      </pc:sldChg>
      <pc:sldChg chg="del">
        <pc:chgData name="Nguyen Tuan. Long" userId="e4e93a65-ca82-41ec-92c8-0e4fdb0a72ae" providerId="ADAL" clId="{AD3567C4-5CA2-4801-8990-94515F1A8105}" dt="2020-11-12T03:50:44.651" v="151" actId="47"/>
        <pc:sldMkLst>
          <pc:docMk/>
          <pc:sldMk cId="3669384014" sldId="273"/>
        </pc:sldMkLst>
      </pc:sldChg>
      <pc:sldChg chg="addSp delSp modSp mod modAnim">
        <pc:chgData name="Nguyen Tuan. Long" userId="e4e93a65-ca82-41ec-92c8-0e4fdb0a72ae" providerId="ADAL" clId="{AD3567C4-5CA2-4801-8990-94515F1A8105}" dt="2020-11-12T04:10:43.658" v="227"/>
        <pc:sldMkLst>
          <pc:docMk/>
          <pc:sldMk cId="1369740203" sldId="307"/>
        </pc:sldMkLst>
        <pc:spChg chg="mod">
          <ac:chgData name="Nguyen Tuan. Long" userId="e4e93a65-ca82-41ec-92c8-0e4fdb0a72ae" providerId="ADAL" clId="{AD3567C4-5CA2-4801-8990-94515F1A8105}" dt="2020-11-12T03:55:24.894" v="152"/>
          <ac:spMkLst>
            <pc:docMk/>
            <pc:sldMk cId="1369740203" sldId="307"/>
            <ac:spMk id="3" creationId="{62A79EAC-0BC8-4DF7-B963-899AA7EF67BA}"/>
          </ac:spMkLst>
        </pc:spChg>
        <pc:spChg chg="mod">
          <ac:chgData name="Nguyen Tuan. Long" userId="e4e93a65-ca82-41ec-92c8-0e4fdb0a72ae" providerId="ADAL" clId="{AD3567C4-5CA2-4801-8990-94515F1A8105}" dt="2020-11-12T03:55:59.077" v="163" actId="114"/>
          <ac:spMkLst>
            <pc:docMk/>
            <pc:sldMk cId="1369740203" sldId="307"/>
            <ac:spMk id="4" creationId="{EFE970DA-31B3-48D7-84D8-E9CFD5B197FD}"/>
          </ac:spMkLst>
        </pc:spChg>
        <pc:picChg chg="add mod">
          <ac:chgData name="Nguyen Tuan. Long" userId="e4e93a65-ca82-41ec-92c8-0e4fdb0a72ae" providerId="ADAL" clId="{AD3567C4-5CA2-4801-8990-94515F1A8105}" dt="2020-11-12T03:58:25.363" v="179" actId="1076"/>
          <ac:picMkLst>
            <pc:docMk/>
            <pc:sldMk cId="1369740203" sldId="307"/>
            <ac:picMk id="6" creationId="{DB309AF3-8B61-42FF-BC29-D19BAC2C2275}"/>
          </ac:picMkLst>
        </pc:picChg>
        <pc:picChg chg="add mod">
          <ac:chgData name="Nguyen Tuan. Long" userId="e4e93a65-ca82-41ec-92c8-0e4fdb0a72ae" providerId="ADAL" clId="{AD3567C4-5CA2-4801-8990-94515F1A8105}" dt="2020-11-12T03:58:26.725" v="180" actId="1076"/>
          <ac:picMkLst>
            <pc:docMk/>
            <pc:sldMk cId="1369740203" sldId="307"/>
            <ac:picMk id="8" creationId="{4A4EDDE5-358D-43C4-A895-CA40A55FB166}"/>
          </ac:picMkLst>
        </pc:picChg>
        <pc:picChg chg="add mod">
          <ac:chgData name="Nguyen Tuan. Long" userId="e4e93a65-ca82-41ec-92c8-0e4fdb0a72ae" providerId="ADAL" clId="{AD3567C4-5CA2-4801-8990-94515F1A8105}" dt="2020-11-12T03:59:44.693" v="188" actId="1076"/>
          <ac:picMkLst>
            <pc:docMk/>
            <pc:sldMk cId="1369740203" sldId="307"/>
            <ac:picMk id="10" creationId="{72EB07DC-6A67-4248-934B-8A7802218C12}"/>
          </ac:picMkLst>
        </pc:picChg>
        <pc:picChg chg="add mod">
          <ac:chgData name="Nguyen Tuan. Long" userId="e4e93a65-ca82-41ec-92c8-0e4fdb0a72ae" providerId="ADAL" clId="{AD3567C4-5CA2-4801-8990-94515F1A8105}" dt="2020-11-12T03:58:21.357" v="178" actId="1076"/>
          <ac:picMkLst>
            <pc:docMk/>
            <pc:sldMk cId="1369740203" sldId="307"/>
            <ac:picMk id="12" creationId="{E1E33A1D-69F9-4381-A288-FD228AC5E24A}"/>
          </ac:picMkLst>
        </pc:picChg>
        <pc:picChg chg="add mod">
          <ac:chgData name="Nguyen Tuan. Long" userId="e4e93a65-ca82-41ec-92c8-0e4fdb0a72ae" providerId="ADAL" clId="{AD3567C4-5CA2-4801-8990-94515F1A8105}" dt="2020-11-12T03:59:39.711" v="186" actId="1076"/>
          <ac:picMkLst>
            <pc:docMk/>
            <pc:sldMk cId="1369740203" sldId="307"/>
            <ac:picMk id="14" creationId="{CCF25F73-9ACD-4BD4-892F-3058BCCEB24D}"/>
          </ac:picMkLst>
        </pc:picChg>
        <pc:picChg chg="add mod">
          <ac:chgData name="Nguyen Tuan. Long" userId="e4e93a65-ca82-41ec-92c8-0e4fdb0a72ae" providerId="ADAL" clId="{AD3567C4-5CA2-4801-8990-94515F1A8105}" dt="2020-11-12T03:59:41.953" v="187" actId="1076"/>
          <ac:picMkLst>
            <pc:docMk/>
            <pc:sldMk cId="1369740203" sldId="307"/>
            <ac:picMk id="16" creationId="{129C9291-CBB7-4B83-85BA-4C1D6D19447D}"/>
          </ac:picMkLst>
        </pc:picChg>
        <pc:picChg chg="add del mod">
          <ac:chgData name="Nguyen Tuan. Long" userId="e4e93a65-ca82-41ec-92c8-0e4fdb0a72ae" providerId="ADAL" clId="{AD3567C4-5CA2-4801-8990-94515F1A8105}" dt="2020-11-12T04:07:27.986" v="215" actId="478"/>
          <ac:picMkLst>
            <pc:docMk/>
            <pc:sldMk cId="1369740203" sldId="307"/>
            <ac:picMk id="18" creationId="{1F4E9EAE-18BE-45F2-90BD-FA7B62118DF3}"/>
          </ac:picMkLst>
        </pc:picChg>
        <pc:picChg chg="add mod">
          <ac:chgData name="Nguyen Tuan. Long" userId="e4e93a65-ca82-41ec-92c8-0e4fdb0a72ae" providerId="ADAL" clId="{AD3567C4-5CA2-4801-8990-94515F1A8105}" dt="2020-11-12T04:07:30.872" v="217" actId="1076"/>
          <ac:picMkLst>
            <pc:docMk/>
            <pc:sldMk cId="1369740203" sldId="307"/>
            <ac:picMk id="20" creationId="{8E9D32E4-038B-4C5B-9725-B618E27FDBCB}"/>
          </ac:picMkLst>
        </pc:picChg>
        <pc:picChg chg="add mod modCrop">
          <ac:chgData name="Nguyen Tuan. Long" userId="e4e93a65-ca82-41ec-92c8-0e4fdb0a72ae" providerId="ADAL" clId="{AD3567C4-5CA2-4801-8990-94515F1A8105}" dt="2020-11-12T04:10:25.862" v="220" actId="732"/>
          <ac:picMkLst>
            <pc:docMk/>
            <pc:sldMk cId="1369740203" sldId="307"/>
            <ac:picMk id="22" creationId="{1E568877-68B3-46B5-ABEF-A05C5E661768}"/>
          </ac:picMkLst>
        </pc:picChg>
      </pc:sldChg>
      <pc:sldChg chg="addSp delSp modSp mod delAnim modAnim">
        <pc:chgData name="Nguyen Tuan. Long" userId="e4e93a65-ca82-41ec-92c8-0e4fdb0a72ae" providerId="ADAL" clId="{AD3567C4-5CA2-4801-8990-94515F1A8105}" dt="2020-11-12T03:50:32.841" v="150"/>
        <pc:sldMkLst>
          <pc:docMk/>
          <pc:sldMk cId="2410743619" sldId="308"/>
        </pc:sldMkLst>
        <pc:spChg chg="mod">
          <ac:chgData name="Nguyen Tuan. Long" userId="e4e93a65-ca82-41ec-92c8-0e4fdb0a72ae" providerId="ADAL" clId="{AD3567C4-5CA2-4801-8990-94515F1A8105}" dt="2020-11-12T03:42:13.411" v="96" actId="20577"/>
          <ac:spMkLst>
            <pc:docMk/>
            <pc:sldMk cId="2410743619" sldId="308"/>
            <ac:spMk id="3" creationId="{62A79EAC-0BC8-4DF7-B963-899AA7EF67BA}"/>
          </ac:spMkLst>
        </pc:spChg>
        <pc:spChg chg="mod">
          <ac:chgData name="Nguyen Tuan. Long" userId="e4e93a65-ca82-41ec-92c8-0e4fdb0a72ae" providerId="ADAL" clId="{AD3567C4-5CA2-4801-8990-94515F1A8105}" dt="2020-11-12T03:36:27.783" v="93" actId="255"/>
          <ac:spMkLst>
            <pc:docMk/>
            <pc:sldMk cId="2410743619" sldId="308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AD3567C4-5CA2-4801-8990-94515F1A8105}" dt="2020-11-12T03:05:56.269" v="3" actId="22"/>
          <ac:spMkLst>
            <pc:docMk/>
            <pc:sldMk cId="2410743619" sldId="308"/>
            <ac:spMk id="6" creationId="{74EF4AF3-D23B-45EA-907B-2326E22D9481}"/>
          </ac:spMkLst>
        </pc:spChg>
        <pc:spChg chg="add del mod">
          <ac:chgData name="Nguyen Tuan. Long" userId="e4e93a65-ca82-41ec-92c8-0e4fdb0a72ae" providerId="ADAL" clId="{AD3567C4-5CA2-4801-8990-94515F1A8105}" dt="2020-11-12T03:35:47.021" v="84" actId="478"/>
          <ac:spMkLst>
            <pc:docMk/>
            <pc:sldMk cId="2410743619" sldId="308"/>
            <ac:spMk id="8" creationId="{E5200434-2C88-4A4F-B27A-DDB02DCD32E7}"/>
          </ac:spMkLst>
        </pc:spChg>
        <pc:spChg chg="del mod topLvl">
          <ac:chgData name="Nguyen Tuan. Long" userId="e4e93a65-ca82-41ec-92c8-0e4fdb0a72ae" providerId="ADAL" clId="{AD3567C4-5CA2-4801-8990-94515F1A8105}" dt="2020-11-12T03:46:21.098" v="114" actId="478"/>
          <ac:spMkLst>
            <pc:docMk/>
            <pc:sldMk cId="2410743619" sldId="308"/>
            <ac:spMk id="17" creationId="{024BBE91-886C-4CF9-B47B-516C730AF443}"/>
          </ac:spMkLst>
        </pc:spChg>
        <pc:spChg chg="mod">
          <ac:chgData name="Nguyen Tuan. Long" userId="e4e93a65-ca82-41ec-92c8-0e4fdb0a72ae" providerId="ADAL" clId="{AD3567C4-5CA2-4801-8990-94515F1A8105}" dt="2020-11-12T03:46:15.962" v="113" actId="14100"/>
          <ac:spMkLst>
            <pc:docMk/>
            <pc:sldMk cId="2410743619" sldId="308"/>
            <ac:spMk id="18" creationId="{71EDC3B7-CEC2-4FB6-84C2-40E43D001901}"/>
          </ac:spMkLst>
        </pc:spChg>
        <pc:spChg chg="add mod">
          <ac:chgData name="Nguyen Tuan. Long" userId="e4e93a65-ca82-41ec-92c8-0e4fdb0a72ae" providerId="ADAL" clId="{AD3567C4-5CA2-4801-8990-94515F1A8105}" dt="2020-11-12T03:47:10.269" v="124" actId="207"/>
          <ac:spMkLst>
            <pc:docMk/>
            <pc:sldMk cId="2410743619" sldId="308"/>
            <ac:spMk id="22" creationId="{A3D75114-C409-443A-9CEB-C503C207F53F}"/>
          </ac:spMkLst>
        </pc:spChg>
        <pc:spChg chg="mod">
          <ac:chgData name="Nguyen Tuan. Long" userId="e4e93a65-ca82-41ec-92c8-0e4fdb0a72ae" providerId="ADAL" clId="{AD3567C4-5CA2-4801-8990-94515F1A8105}" dt="2020-11-12T03:48:25.414" v="134" actId="208"/>
          <ac:spMkLst>
            <pc:docMk/>
            <pc:sldMk cId="2410743619" sldId="308"/>
            <ac:spMk id="28" creationId="{12BC2ADA-B262-43A1-9EA3-BA65C89BBE48}"/>
          </ac:spMkLst>
        </pc:spChg>
        <pc:spChg chg="mod">
          <ac:chgData name="Nguyen Tuan. Long" userId="e4e93a65-ca82-41ec-92c8-0e4fdb0a72ae" providerId="ADAL" clId="{AD3567C4-5CA2-4801-8990-94515F1A8105}" dt="2020-11-12T03:48:25.414" v="134" actId="208"/>
          <ac:spMkLst>
            <pc:docMk/>
            <pc:sldMk cId="2410743619" sldId="308"/>
            <ac:spMk id="29" creationId="{1C2050F6-D254-409F-968B-05B313C687EF}"/>
          </ac:spMkLst>
        </pc:spChg>
        <pc:grpChg chg="add del mod">
          <ac:chgData name="Nguyen Tuan. Long" userId="e4e93a65-ca82-41ec-92c8-0e4fdb0a72ae" providerId="ADAL" clId="{AD3567C4-5CA2-4801-8990-94515F1A8105}" dt="2020-11-12T03:46:21.098" v="114" actId="478"/>
          <ac:grpSpMkLst>
            <pc:docMk/>
            <pc:sldMk cId="2410743619" sldId="308"/>
            <ac:grpSpMk id="15" creationId="{73FC9D71-7CBB-4E2C-837B-4B61346F4FB1}"/>
          </ac:grpSpMkLst>
        </pc:grpChg>
        <pc:grpChg chg="mod topLvl">
          <ac:chgData name="Nguyen Tuan. Long" userId="e4e93a65-ca82-41ec-92c8-0e4fdb0a72ae" providerId="ADAL" clId="{AD3567C4-5CA2-4801-8990-94515F1A8105}" dt="2020-11-12T03:46:21.098" v="114" actId="478"/>
          <ac:grpSpMkLst>
            <pc:docMk/>
            <pc:sldMk cId="2410743619" sldId="308"/>
            <ac:grpSpMk id="16" creationId="{16C728C2-A65C-481C-B12E-98A147BE1B72}"/>
          </ac:grpSpMkLst>
        </pc:grpChg>
        <pc:grpChg chg="add">
          <ac:chgData name="Nguyen Tuan. Long" userId="e4e93a65-ca82-41ec-92c8-0e4fdb0a72ae" providerId="ADAL" clId="{AD3567C4-5CA2-4801-8990-94515F1A8105}" dt="2020-11-12T03:47:23.207" v="125" actId="164"/>
          <ac:grpSpMkLst>
            <pc:docMk/>
            <pc:sldMk cId="2410743619" sldId="308"/>
            <ac:grpSpMk id="24" creationId="{C9193B48-10FB-4BF7-A2F3-39D099E2AD02}"/>
          </ac:grpSpMkLst>
        </pc:grpChg>
        <pc:grpChg chg="add mod">
          <ac:chgData name="Nguyen Tuan. Long" userId="e4e93a65-ca82-41ec-92c8-0e4fdb0a72ae" providerId="ADAL" clId="{AD3567C4-5CA2-4801-8990-94515F1A8105}" dt="2020-11-12T03:47:56.022" v="131" actId="14100"/>
          <ac:grpSpMkLst>
            <pc:docMk/>
            <pc:sldMk cId="2410743619" sldId="308"/>
            <ac:grpSpMk id="26" creationId="{E8718E94-A6E1-4E9E-851F-5E1A439E9C42}"/>
          </ac:grpSpMkLst>
        </pc:grpChg>
        <pc:grpChg chg="mod">
          <ac:chgData name="Nguyen Tuan. Long" userId="e4e93a65-ca82-41ec-92c8-0e4fdb0a72ae" providerId="ADAL" clId="{AD3567C4-5CA2-4801-8990-94515F1A8105}" dt="2020-11-12T03:47:35.821" v="127"/>
          <ac:grpSpMkLst>
            <pc:docMk/>
            <pc:sldMk cId="2410743619" sldId="308"/>
            <ac:grpSpMk id="27" creationId="{4F381C2E-E630-4B98-BFC9-B12B2F9DD147}"/>
          </ac:grpSpMkLst>
        </pc:grpChg>
        <pc:picChg chg="add mod">
          <ac:chgData name="Nguyen Tuan. Long" userId="e4e93a65-ca82-41ec-92c8-0e4fdb0a72ae" providerId="ADAL" clId="{AD3567C4-5CA2-4801-8990-94515F1A8105}" dt="2020-11-12T03:46:04.363" v="111" actId="1076"/>
          <ac:picMkLst>
            <pc:docMk/>
            <pc:sldMk cId="2410743619" sldId="308"/>
            <ac:picMk id="10" creationId="{B48F304F-C22F-47F3-920A-A25853615458}"/>
          </ac:picMkLst>
        </pc:picChg>
        <pc:picChg chg="add mod">
          <ac:chgData name="Nguyen Tuan. Long" userId="e4e93a65-ca82-41ec-92c8-0e4fdb0a72ae" providerId="ADAL" clId="{AD3567C4-5CA2-4801-8990-94515F1A8105}" dt="2020-11-12T03:45:25.318" v="108" actId="1076"/>
          <ac:picMkLst>
            <pc:docMk/>
            <pc:sldMk cId="2410743619" sldId="308"/>
            <ac:picMk id="12" creationId="{FAAB4690-1831-4AC5-8D04-D82C3C4848E4}"/>
          </ac:picMkLst>
        </pc:picChg>
        <pc:picChg chg="add mod">
          <ac:chgData name="Nguyen Tuan. Long" userId="e4e93a65-ca82-41ec-92c8-0e4fdb0a72ae" providerId="ADAL" clId="{AD3567C4-5CA2-4801-8990-94515F1A8105}" dt="2020-11-12T03:45:19.550" v="107" actId="1076"/>
          <ac:picMkLst>
            <pc:docMk/>
            <pc:sldMk cId="2410743619" sldId="308"/>
            <ac:picMk id="14" creationId="{468C3B73-7B75-4C7E-9EC5-EF7F638621D7}"/>
          </ac:picMkLst>
        </pc:picChg>
        <pc:picChg chg="add mod">
          <ac:chgData name="Nguyen Tuan. Long" userId="e4e93a65-ca82-41ec-92c8-0e4fdb0a72ae" providerId="ADAL" clId="{AD3567C4-5CA2-4801-8990-94515F1A8105}" dt="2020-11-12T03:50:21.631" v="147" actId="1076"/>
          <ac:picMkLst>
            <pc:docMk/>
            <pc:sldMk cId="2410743619" sldId="308"/>
            <ac:picMk id="35" creationId="{3173CDE2-0F2A-4A61-9548-D598408DB4AE}"/>
          </ac:picMkLst>
        </pc:picChg>
        <pc:picChg chg="add mod">
          <ac:chgData name="Nguyen Tuan. Long" userId="e4e93a65-ca82-41ec-92c8-0e4fdb0a72ae" providerId="ADAL" clId="{AD3567C4-5CA2-4801-8990-94515F1A8105}" dt="2020-11-12T03:50:23.362" v="148" actId="1076"/>
          <ac:picMkLst>
            <pc:docMk/>
            <pc:sldMk cId="2410743619" sldId="308"/>
            <ac:picMk id="37" creationId="{521DA7C7-367A-4544-B1BF-701E0386AE9C}"/>
          </ac:picMkLst>
        </pc:picChg>
        <pc:cxnChg chg="mod">
          <ac:chgData name="Nguyen Tuan. Long" userId="e4e93a65-ca82-41ec-92c8-0e4fdb0a72ae" providerId="ADAL" clId="{AD3567C4-5CA2-4801-8990-94515F1A8105}" dt="2020-11-12T03:47:26.616" v="126" actId="14100"/>
          <ac:cxnSpMkLst>
            <pc:docMk/>
            <pc:sldMk cId="2410743619" sldId="308"/>
            <ac:cxnSpMk id="19" creationId="{1E55A464-6747-4381-B686-F66B93FFE1A9}"/>
          </ac:cxnSpMkLst>
        </pc:cxnChg>
        <pc:cxnChg chg="mod">
          <ac:chgData name="Nguyen Tuan. Long" userId="e4e93a65-ca82-41ec-92c8-0e4fdb0a72ae" providerId="ADAL" clId="{AD3567C4-5CA2-4801-8990-94515F1A8105}" dt="2020-11-12T03:48:25.414" v="134" actId="208"/>
          <ac:cxnSpMkLst>
            <pc:docMk/>
            <pc:sldMk cId="2410743619" sldId="308"/>
            <ac:cxnSpMk id="30" creationId="{A30564EE-F437-4B95-A8AA-F0286563B38A}"/>
          </ac:cxnSpMkLst>
        </pc:cxnChg>
      </pc:sldChg>
      <pc:sldChg chg="addSp modSp mod ord">
        <pc:chgData name="Nguyen Tuan. Long" userId="e4e93a65-ca82-41ec-92c8-0e4fdb0a72ae" providerId="ADAL" clId="{AD3567C4-5CA2-4801-8990-94515F1A8105}" dt="2020-11-12T03:35:03.252" v="83" actId="6549"/>
        <pc:sldMkLst>
          <pc:docMk/>
          <pc:sldMk cId="3371151911" sldId="309"/>
        </pc:sldMkLst>
        <pc:spChg chg="add mod">
          <ac:chgData name="Nguyen Tuan. Long" userId="e4e93a65-ca82-41ec-92c8-0e4fdb0a72ae" providerId="ADAL" clId="{AD3567C4-5CA2-4801-8990-94515F1A8105}" dt="2020-11-12T03:35:03.252" v="83" actId="6549"/>
          <ac:spMkLst>
            <pc:docMk/>
            <pc:sldMk cId="3371151911" sldId="309"/>
            <ac:spMk id="6" creationId="{7E804A36-969F-42A4-B66D-577A1E5329BE}"/>
          </ac:spMkLst>
        </pc:spChg>
      </pc:sldChg>
      <pc:sldChg chg="del">
        <pc:chgData name="Nguyen Tuan. Long" userId="e4e93a65-ca82-41ec-92c8-0e4fdb0a72ae" providerId="ADAL" clId="{AD3567C4-5CA2-4801-8990-94515F1A8105}" dt="2020-11-12T03:50:44.651" v="151" actId="47"/>
        <pc:sldMkLst>
          <pc:docMk/>
          <pc:sldMk cId="1000680932" sldId="310"/>
        </pc:sldMkLst>
      </pc:sldChg>
      <pc:sldChg chg="addSp modSp add mod modAnim">
        <pc:chgData name="Nguyen Tuan. Long" userId="e4e93a65-ca82-41ec-92c8-0e4fdb0a72ae" providerId="ADAL" clId="{AD3567C4-5CA2-4801-8990-94515F1A8105}" dt="2020-11-12T04:05:45.101" v="212"/>
        <pc:sldMkLst>
          <pc:docMk/>
          <pc:sldMk cId="3280503492" sldId="310"/>
        </pc:sldMkLst>
        <pc:spChg chg="mod">
          <ac:chgData name="Nguyen Tuan. Long" userId="e4e93a65-ca82-41ec-92c8-0e4fdb0a72ae" providerId="ADAL" clId="{AD3567C4-5CA2-4801-8990-94515F1A8105}" dt="2020-11-12T04:00:41.832" v="197" actId="404"/>
          <ac:spMkLst>
            <pc:docMk/>
            <pc:sldMk cId="3280503492" sldId="310"/>
            <ac:spMk id="4" creationId="{EFE970DA-31B3-48D7-84D8-E9CFD5B197FD}"/>
          </ac:spMkLst>
        </pc:spChg>
        <pc:picChg chg="add mod">
          <ac:chgData name="Nguyen Tuan. Long" userId="e4e93a65-ca82-41ec-92c8-0e4fdb0a72ae" providerId="ADAL" clId="{AD3567C4-5CA2-4801-8990-94515F1A8105}" dt="2020-11-12T04:02:53.801" v="203" actId="1076"/>
          <ac:picMkLst>
            <pc:docMk/>
            <pc:sldMk cId="3280503492" sldId="310"/>
            <ac:picMk id="6" creationId="{D667562B-F281-4B71-ABFA-D13D7C84A401}"/>
          </ac:picMkLst>
        </pc:picChg>
        <pc:picChg chg="add mod">
          <ac:chgData name="Nguyen Tuan. Long" userId="e4e93a65-ca82-41ec-92c8-0e4fdb0a72ae" providerId="ADAL" clId="{AD3567C4-5CA2-4801-8990-94515F1A8105}" dt="2020-11-12T04:02:55.242" v="204" actId="1076"/>
          <ac:picMkLst>
            <pc:docMk/>
            <pc:sldMk cId="3280503492" sldId="310"/>
            <ac:picMk id="8" creationId="{EC27C412-F6E0-4E9D-B3EB-9750EEC74898}"/>
          </ac:picMkLst>
        </pc:picChg>
        <pc:picChg chg="add mod">
          <ac:chgData name="Nguyen Tuan. Long" userId="e4e93a65-ca82-41ec-92c8-0e4fdb0a72ae" providerId="ADAL" clId="{AD3567C4-5CA2-4801-8990-94515F1A8105}" dt="2020-11-12T04:03:11.239" v="206" actId="1076"/>
          <ac:picMkLst>
            <pc:docMk/>
            <pc:sldMk cId="3280503492" sldId="310"/>
            <ac:picMk id="10" creationId="{1DF02E6B-B2BB-406C-BCC1-CDC26C016413}"/>
          </ac:picMkLst>
        </pc:picChg>
        <pc:picChg chg="add mod">
          <ac:chgData name="Nguyen Tuan. Long" userId="e4e93a65-ca82-41ec-92c8-0e4fdb0a72ae" providerId="ADAL" clId="{AD3567C4-5CA2-4801-8990-94515F1A8105}" dt="2020-11-12T04:05:29.094" v="208" actId="1076"/>
          <ac:picMkLst>
            <pc:docMk/>
            <pc:sldMk cId="3280503492" sldId="310"/>
            <ac:picMk id="12" creationId="{E4292C25-D084-435C-BC56-9BF65AD3E2D4}"/>
          </ac:picMkLst>
        </pc:picChg>
      </pc:sldChg>
      <pc:sldChg chg="addSp delSp modSp add mod modAnim">
        <pc:chgData name="Nguyen Tuan. Long" userId="e4e93a65-ca82-41ec-92c8-0e4fdb0a72ae" providerId="ADAL" clId="{AD3567C4-5CA2-4801-8990-94515F1A8105}" dt="2020-11-12T04:16:41.294" v="270"/>
        <pc:sldMkLst>
          <pc:docMk/>
          <pc:sldMk cId="696162162" sldId="311"/>
        </pc:sldMkLst>
        <pc:spChg chg="mod">
          <ac:chgData name="Nguyen Tuan. Long" userId="e4e93a65-ca82-41ec-92c8-0e4fdb0a72ae" providerId="ADAL" clId="{AD3567C4-5CA2-4801-8990-94515F1A8105}" dt="2020-11-12T04:11:29.181" v="230" actId="114"/>
          <ac:spMkLst>
            <pc:docMk/>
            <pc:sldMk cId="696162162" sldId="311"/>
            <ac:spMk id="4" creationId="{EFE970DA-31B3-48D7-84D8-E9CFD5B197FD}"/>
          </ac:spMkLst>
        </pc:spChg>
        <pc:spChg chg="add mod">
          <ac:chgData name="Nguyen Tuan. Long" userId="e4e93a65-ca82-41ec-92c8-0e4fdb0a72ae" providerId="ADAL" clId="{AD3567C4-5CA2-4801-8990-94515F1A8105}" dt="2020-11-12T04:16:15.538" v="263" actId="207"/>
          <ac:spMkLst>
            <pc:docMk/>
            <pc:sldMk cId="696162162" sldId="311"/>
            <ac:spMk id="6" creationId="{983476FE-4EB9-4F48-83BD-A1D2DED6A90A}"/>
          </ac:spMkLst>
        </pc:spChg>
        <pc:picChg chg="add mod">
          <ac:chgData name="Nguyen Tuan. Long" userId="e4e93a65-ca82-41ec-92c8-0e4fdb0a72ae" providerId="ADAL" clId="{AD3567C4-5CA2-4801-8990-94515F1A8105}" dt="2020-11-12T04:16:38.507" v="269" actId="1076"/>
          <ac:picMkLst>
            <pc:docMk/>
            <pc:sldMk cId="696162162" sldId="311"/>
            <ac:picMk id="8" creationId="{2E449248-90BB-4845-AD31-FDCEAB12EE04}"/>
          </ac:picMkLst>
        </pc:picChg>
        <pc:picChg chg="add mod">
          <ac:chgData name="Nguyen Tuan. Long" userId="e4e93a65-ca82-41ec-92c8-0e4fdb0a72ae" providerId="ADAL" clId="{AD3567C4-5CA2-4801-8990-94515F1A8105}" dt="2020-11-12T04:16:36.886" v="268" actId="1076"/>
          <ac:picMkLst>
            <pc:docMk/>
            <pc:sldMk cId="696162162" sldId="311"/>
            <ac:picMk id="10" creationId="{B0397F52-0D4F-4EA0-A767-F5AA23F00FB7}"/>
          </ac:picMkLst>
        </pc:picChg>
        <pc:picChg chg="add mod">
          <ac:chgData name="Nguyen Tuan. Long" userId="e4e93a65-ca82-41ec-92c8-0e4fdb0a72ae" providerId="ADAL" clId="{AD3567C4-5CA2-4801-8990-94515F1A8105}" dt="2020-11-12T04:15:31.528" v="257" actId="1076"/>
          <ac:picMkLst>
            <pc:docMk/>
            <pc:sldMk cId="696162162" sldId="311"/>
            <ac:picMk id="12" creationId="{5BBFC7BE-1B44-4BC9-9EF0-B50D9FA6B4D2}"/>
          </ac:picMkLst>
        </pc:picChg>
        <pc:picChg chg="add del mod">
          <ac:chgData name="Nguyen Tuan. Long" userId="e4e93a65-ca82-41ec-92c8-0e4fdb0a72ae" providerId="ADAL" clId="{AD3567C4-5CA2-4801-8990-94515F1A8105}" dt="2020-11-12T04:15:24.921" v="253" actId="478"/>
          <ac:picMkLst>
            <pc:docMk/>
            <pc:sldMk cId="696162162" sldId="311"/>
            <ac:picMk id="14" creationId="{998A97FA-00AD-489A-9A4D-3AAAD92A5EB2}"/>
          </ac:picMkLst>
        </pc:picChg>
        <pc:picChg chg="add mod">
          <ac:chgData name="Nguyen Tuan. Long" userId="e4e93a65-ca82-41ec-92c8-0e4fdb0a72ae" providerId="ADAL" clId="{AD3567C4-5CA2-4801-8990-94515F1A8105}" dt="2020-11-12T04:16:34.789" v="267" actId="1076"/>
          <ac:picMkLst>
            <pc:docMk/>
            <pc:sldMk cId="696162162" sldId="311"/>
            <ac:picMk id="16" creationId="{DC406983-AAAA-4D19-83DB-E2DFB0F82F98}"/>
          </ac:picMkLst>
        </pc:picChg>
      </pc:sldChg>
      <pc:sldChg chg="addSp delSp modSp add mod delAnim modAnim">
        <pc:chgData name="Nguyen Tuan. Long" userId="e4e93a65-ca82-41ec-92c8-0e4fdb0a72ae" providerId="ADAL" clId="{AD3567C4-5CA2-4801-8990-94515F1A8105}" dt="2020-11-12T07:25:51.716" v="623" actId="1035"/>
        <pc:sldMkLst>
          <pc:docMk/>
          <pc:sldMk cId="185043276" sldId="312"/>
        </pc:sldMkLst>
        <pc:spChg chg="mod">
          <ac:chgData name="Nguyen Tuan. Long" userId="e4e93a65-ca82-41ec-92c8-0e4fdb0a72ae" providerId="ADAL" clId="{AD3567C4-5CA2-4801-8990-94515F1A8105}" dt="2020-11-12T04:18:06.643" v="273" actId="14100"/>
          <ac:spMkLst>
            <pc:docMk/>
            <pc:sldMk cId="185043276" sldId="312"/>
            <ac:spMk id="4" creationId="{EFE970DA-31B3-48D7-84D8-E9CFD5B197FD}"/>
          </ac:spMkLst>
        </pc:spChg>
        <pc:spChg chg="add mod">
          <ac:chgData name="Nguyen Tuan. Long" userId="e4e93a65-ca82-41ec-92c8-0e4fdb0a72ae" providerId="ADAL" clId="{AD3567C4-5CA2-4801-8990-94515F1A8105}" dt="2020-11-12T04:18:32.656" v="281" actId="1076"/>
          <ac:spMkLst>
            <pc:docMk/>
            <pc:sldMk cId="185043276" sldId="312"/>
            <ac:spMk id="6" creationId="{5BC6B310-C194-4B11-B23D-AA7692FA7F7F}"/>
          </ac:spMkLst>
        </pc:spChg>
        <pc:spChg chg="mod">
          <ac:chgData name="Nguyen Tuan. Long" userId="e4e93a65-ca82-41ec-92c8-0e4fdb0a72ae" providerId="ADAL" clId="{AD3567C4-5CA2-4801-8990-94515F1A8105}" dt="2020-11-12T04:54:19.580" v="294" actId="14100"/>
          <ac:spMkLst>
            <pc:docMk/>
            <pc:sldMk cId="185043276" sldId="312"/>
            <ac:spMk id="13" creationId="{46A7ED8D-4F91-4FA8-88E0-7565841BEBE5}"/>
          </ac:spMkLst>
        </pc:spChg>
        <pc:spChg chg="mod">
          <ac:chgData name="Nguyen Tuan. Long" userId="e4e93a65-ca82-41ec-92c8-0e4fdb0a72ae" providerId="ADAL" clId="{AD3567C4-5CA2-4801-8990-94515F1A8105}" dt="2020-11-12T04:54:41.652" v="298" actId="1035"/>
          <ac:spMkLst>
            <pc:docMk/>
            <pc:sldMk cId="185043276" sldId="312"/>
            <ac:spMk id="14" creationId="{6D77C701-BE75-4D11-86CE-8AA4AB163747}"/>
          </ac:spMkLst>
        </pc:spChg>
        <pc:spChg chg="mod">
          <ac:chgData name="Nguyen Tuan. Long" userId="e4e93a65-ca82-41ec-92c8-0e4fdb0a72ae" providerId="ADAL" clId="{AD3567C4-5CA2-4801-8990-94515F1A8105}" dt="2020-11-12T04:55:54.489" v="312" actId="1037"/>
          <ac:spMkLst>
            <pc:docMk/>
            <pc:sldMk cId="185043276" sldId="312"/>
            <ac:spMk id="25" creationId="{0F85EEE6-E064-4088-964C-AB0E81E555A7}"/>
          </ac:spMkLst>
        </pc:spChg>
        <pc:spChg chg="mod">
          <ac:chgData name="Nguyen Tuan. Long" userId="e4e93a65-ca82-41ec-92c8-0e4fdb0a72ae" providerId="ADAL" clId="{AD3567C4-5CA2-4801-8990-94515F1A8105}" dt="2020-11-12T04:58:59.766" v="360" actId="1036"/>
          <ac:spMkLst>
            <pc:docMk/>
            <pc:sldMk cId="185043276" sldId="312"/>
            <ac:spMk id="26" creationId="{EB9F04F4-5E99-4730-9FBF-D40C569C3CDE}"/>
          </ac:spMkLst>
        </pc:spChg>
        <pc:spChg chg="mod">
          <ac:chgData name="Nguyen Tuan. Long" userId="e4e93a65-ca82-41ec-92c8-0e4fdb0a72ae" providerId="ADAL" clId="{AD3567C4-5CA2-4801-8990-94515F1A8105}" dt="2020-11-12T07:25:10.370" v="599" actId="1038"/>
          <ac:spMkLst>
            <pc:docMk/>
            <pc:sldMk cId="185043276" sldId="312"/>
            <ac:spMk id="47" creationId="{FAAF2267-32FB-4E83-9637-9D074A327922}"/>
          </ac:spMkLst>
        </pc:spChg>
        <pc:spChg chg="mod">
          <ac:chgData name="Nguyen Tuan. Long" userId="e4e93a65-ca82-41ec-92c8-0e4fdb0a72ae" providerId="ADAL" clId="{AD3567C4-5CA2-4801-8990-94515F1A8105}" dt="2020-11-12T07:25:35.129" v="600" actId="1038"/>
          <ac:spMkLst>
            <pc:docMk/>
            <pc:sldMk cId="185043276" sldId="312"/>
            <ac:spMk id="48" creationId="{3EDC6C46-2C9A-4223-AF29-440558A1EBFC}"/>
          </ac:spMkLst>
        </pc:spChg>
        <pc:spChg chg="add del">
          <ac:chgData name="Nguyen Tuan. Long" userId="e4e93a65-ca82-41ec-92c8-0e4fdb0a72ae" providerId="ADAL" clId="{AD3567C4-5CA2-4801-8990-94515F1A8105}" dt="2020-11-12T07:22:21.535" v="562" actId="22"/>
          <ac:spMkLst>
            <pc:docMk/>
            <pc:sldMk cId="185043276" sldId="312"/>
            <ac:spMk id="55" creationId="{609DC9EA-D316-442D-8240-F53C8595DDEE}"/>
          </ac:spMkLst>
        </pc:spChg>
        <pc:spChg chg="mod">
          <ac:chgData name="Nguyen Tuan. Long" userId="e4e93a65-ca82-41ec-92c8-0e4fdb0a72ae" providerId="ADAL" clId="{AD3567C4-5CA2-4801-8990-94515F1A8105}" dt="2020-11-12T07:24:01.381" v="585" actId="14100"/>
          <ac:spMkLst>
            <pc:docMk/>
            <pc:sldMk cId="185043276" sldId="312"/>
            <ac:spMk id="58" creationId="{F9BCA6DB-40F3-48CE-90B9-05DE2CF12DAF}"/>
          </ac:spMkLst>
        </pc:spChg>
        <pc:spChg chg="mod">
          <ac:chgData name="Nguyen Tuan. Long" userId="e4e93a65-ca82-41ec-92c8-0e4fdb0a72ae" providerId="ADAL" clId="{AD3567C4-5CA2-4801-8990-94515F1A8105}" dt="2020-11-12T07:25:51.716" v="623" actId="1035"/>
          <ac:spMkLst>
            <pc:docMk/>
            <pc:sldMk cId="185043276" sldId="312"/>
            <ac:spMk id="59" creationId="{4C6D78B1-D77D-49D8-B45C-CED2A0C28343}"/>
          </ac:spMkLst>
        </pc:spChg>
        <pc:grpChg chg="add mod">
          <ac:chgData name="Nguyen Tuan. Long" userId="e4e93a65-ca82-41ec-92c8-0e4fdb0a72ae" providerId="ADAL" clId="{AD3567C4-5CA2-4801-8990-94515F1A8105}" dt="2020-11-12T04:53:56.553" v="288"/>
          <ac:grpSpMkLst>
            <pc:docMk/>
            <pc:sldMk cId="185043276" sldId="312"/>
            <ac:grpSpMk id="11" creationId="{B7F979B8-487C-4FE7-9AAC-E72041869711}"/>
          </ac:grpSpMkLst>
        </pc:grpChg>
        <pc:grpChg chg="mod">
          <ac:chgData name="Nguyen Tuan. Long" userId="e4e93a65-ca82-41ec-92c8-0e4fdb0a72ae" providerId="ADAL" clId="{AD3567C4-5CA2-4801-8990-94515F1A8105}" dt="2020-11-12T04:53:56.553" v="288"/>
          <ac:grpSpMkLst>
            <pc:docMk/>
            <pc:sldMk cId="185043276" sldId="312"/>
            <ac:grpSpMk id="12" creationId="{8B7AD10D-32BC-4CB6-B86B-DA033EDBC955}"/>
          </ac:grpSpMkLst>
        </pc:grpChg>
        <pc:grpChg chg="add mod">
          <ac:chgData name="Nguyen Tuan. Long" userId="e4e93a65-ca82-41ec-92c8-0e4fdb0a72ae" providerId="ADAL" clId="{AD3567C4-5CA2-4801-8990-94515F1A8105}" dt="2020-11-12T04:55:45.234" v="301" actId="1076"/>
          <ac:grpSpMkLst>
            <pc:docMk/>
            <pc:sldMk cId="185043276" sldId="312"/>
            <ac:grpSpMk id="23" creationId="{2CDF4B34-3460-49D3-A805-2ACACC7B9471}"/>
          </ac:grpSpMkLst>
        </pc:grpChg>
        <pc:grpChg chg="mod">
          <ac:chgData name="Nguyen Tuan. Long" userId="e4e93a65-ca82-41ec-92c8-0e4fdb0a72ae" providerId="ADAL" clId="{AD3567C4-5CA2-4801-8990-94515F1A8105}" dt="2020-11-12T04:55:39.629" v="300"/>
          <ac:grpSpMkLst>
            <pc:docMk/>
            <pc:sldMk cId="185043276" sldId="312"/>
            <ac:grpSpMk id="24" creationId="{A7FC74C0-447A-41A1-82A9-C06388E07252}"/>
          </ac:grpSpMkLst>
        </pc:grpChg>
        <pc:grpChg chg="add mod">
          <ac:chgData name="Nguyen Tuan. Long" userId="e4e93a65-ca82-41ec-92c8-0e4fdb0a72ae" providerId="ADAL" clId="{AD3567C4-5CA2-4801-8990-94515F1A8105}" dt="2020-11-12T07:20:22.097" v="533" actId="1076"/>
          <ac:grpSpMkLst>
            <pc:docMk/>
            <pc:sldMk cId="185043276" sldId="312"/>
            <ac:grpSpMk id="45" creationId="{9884ADC5-14D7-4635-BBC1-C4DE43E6144B}"/>
          </ac:grpSpMkLst>
        </pc:grpChg>
        <pc:grpChg chg="mod">
          <ac:chgData name="Nguyen Tuan. Long" userId="e4e93a65-ca82-41ec-92c8-0e4fdb0a72ae" providerId="ADAL" clId="{AD3567C4-5CA2-4801-8990-94515F1A8105}" dt="2020-11-12T07:20:02.530" v="526"/>
          <ac:grpSpMkLst>
            <pc:docMk/>
            <pc:sldMk cId="185043276" sldId="312"/>
            <ac:grpSpMk id="46" creationId="{97442A75-5BC8-4DCC-806C-CCCD865B9482}"/>
          </ac:grpSpMkLst>
        </pc:grpChg>
        <pc:grpChg chg="add mod">
          <ac:chgData name="Nguyen Tuan. Long" userId="e4e93a65-ca82-41ec-92c8-0e4fdb0a72ae" providerId="ADAL" clId="{AD3567C4-5CA2-4801-8990-94515F1A8105}" dt="2020-11-12T07:22:25.850" v="563"/>
          <ac:grpSpMkLst>
            <pc:docMk/>
            <pc:sldMk cId="185043276" sldId="312"/>
            <ac:grpSpMk id="56" creationId="{23E7954F-98A7-40C5-A798-249E76C550EC}"/>
          </ac:grpSpMkLst>
        </pc:grpChg>
        <pc:grpChg chg="mod">
          <ac:chgData name="Nguyen Tuan. Long" userId="e4e93a65-ca82-41ec-92c8-0e4fdb0a72ae" providerId="ADAL" clId="{AD3567C4-5CA2-4801-8990-94515F1A8105}" dt="2020-11-12T07:22:25.850" v="563"/>
          <ac:grpSpMkLst>
            <pc:docMk/>
            <pc:sldMk cId="185043276" sldId="312"/>
            <ac:grpSpMk id="57" creationId="{42F8BC3A-D9CE-410D-962F-D645A6A4476F}"/>
          </ac:grpSpMkLst>
        </pc:grpChg>
        <pc:picChg chg="add mod">
          <ac:chgData name="Nguyen Tuan. Long" userId="e4e93a65-ca82-41ec-92c8-0e4fdb0a72ae" providerId="ADAL" clId="{AD3567C4-5CA2-4801-8990-94515F1A8105}" dt="2020-11-12T04:21:05.544" v="286" actId="1076"/>
          <ac:picMkLst>
            <pc:docMk/>
            <pc:sldMk cId="185043276" sldId="312"/>
            <ac:picMk id="8" creationId="{94B807DC-9BAD-48AD-A8FD-92F067F82C5F}"/>
          </ac:picMkLst>
        </pc:picChg>
        <pc:picChg chg="add mod">
          <ac:chgData name="Nguyen Tuan. Long" userId="e4e93a65-ca82-41ec-92c8-0e4fdb0a72ae" providerId="ADAL" clId="{AD3567C4-5CA2-4801-8990-94515F1A8105}" dt="2020-11-12T07:20:11.932" v="532" actId="1076"/>
          <ac:picMkLst>
            <pc:docMk/>
            <pc:sldMk cId="185043276" sldId="312"/>
            <ac:picMk id="10" creationId="{73402DB3-EEB6-454A-A439-461CD076593B}"/>
          </ac:picMkLst>
        </pc:picChg>
        <pc:picChg chg="add del mod">
          <ac:chgData name="Nguyen Tuan. Long" userId="e4e93a65-ca82-41ec-92c8-0e4fdb0a72ae" providerId="ADAL" clId="{AD3567C4-5CA2-4801-8990-94515F1A8105}" dt="2020-11-12T04:58:31.604" v="359" actId="478"/>
          <ac:picMkLst>
            <pc:docMk/>
            <pc:sldMk cId="185043276" sldId="312"/>
            <ac:picMk id="30" creationId="{F4EB7E12-97CB-4FCD-9584-0EA2DF6FEEF1}"/>
          </ac:picMkLst>
        </pc:picChg>
        <pc:picChg chg="add del">
          <ac:chgData name="Nguyen Tuan. Long" userId="e4e93a65-ca82-41ec-92c8-0e4fdb0a72ae" providerId="ADAL" clId="{AD3567C4-5CA2-4801-8990-94515F1A8105}" dt="2020-11-12T07:10:43.272" v="366" actId="22"/>
          <ac:picMkLst>
            <pc:docMk/>
            <pc:sldMk cId="185043276" sldId="312"/>
            <ac:picMk id="32" creationId="{06C0BDE3-68AF-4F3F-B103-EFF374D7496C}"/>
          </ac:picMkLst>
        </pc:picChg>
        <pc:picChg chg="add del mod">
          <ac:chgData name="Nguyen Tuan. Long" userId="e4e93a65-ca82-41ec-92c8-0e4fdb0a72ae" providerId="ADAL" clId="{AD3567C4-5CA2-4801-8990-94515F1A8105}" dt="2020-11-12T07:16:27.967" v="389" actId="21"/>
          <ac:picMkLst>
            <pc:docMk/>
            <pc:sldMk cId="185043276" sldId="312"/>
            <ac:picMk id="34" creationId="{94F0EBA0-558B-4DFE-8139-BCECA8F3B371}"/>
          </ac:picMkLst>
        </pc:picChg>
        <pc:picChg chg="add del">
          <ac:chgData name="Nguyen Tuan. Long" userId="e4e93a65-ca82-41ec-92c8-0e4fdb0a72ae" providerId="ADAL" clId="{AD3567C4-5CA2-4801-8990-94515F1A8105}" dt="2020-11-12T07:11:57.021" v="370" actId="478"/>
          <ac:picMkLst>
            <pc:docMk/>
            <pc:sldMk cId="185043276" sldId="312"/>
            <ac:picMk id="36" creationId="{10803082-36E7-49F4-B856-1B3E513513EB}"/>
          </ac:picMkLst>
        </pc:picChg>
        <pc:picChg chg="add del mod">
          <ac:chgData name="Nguyen Tuan. Long" userId="e4e93a65-ca82-41ec-92c8-0e4fdb0a72ae" providerId="ADAL" clId="{AD3567C4-5CA2-4801-8990-94515F1A8105}" dt="2020-11-12T07:16:27.967" v="389" actId="21"/>
          <ac:picMkLst>
            <pc:docMk/>
            <pc:sldMk cId="185043276" sldId="312"/>
            <ac:picMk id="38" creationId="{AB756D2F-5907-4DE7-81E0-ED9FA215E5F9}"/>
          </ac:picMkLst>
        </pc:picChg>
        <pc:picChg chg="add del mod">
          <ac:chgData name="Nguyen Tuan. Long" userId="e4e93a65-ca82-41ec-92c8-0e4fdb0a72ae" providerId="ADAL" clId="{AD3567C4-5CA2-4801-8990-94515F1A8105}" dt="2020-11-12T07:16:27.967" v="389" actId="21"/>
          <ac:picMkLst>
            <pc:docMk/>
            <pc:sldMk cId="185043276" sldId="312"/>
            <ac:picMk id="40" creationId="{7FE1322E-6762-4AC2-9F8C-B3B3EB294286}"/>
          </ac:picMkLst>
        </pc:picChg>
        <pc:picChg chg="add del mod">
          <ac:chgData name="Nguyen Tuan. Long" userId="e4e93a65-ca82-41ec-92c8-0e4fdb0a72ae" providerId="ADAL" clId="{AD3567C4-5CA2-4801-8990-94515F1A8105}" dt="2020-11-12T07:19:43.885" v="524" actId="478"/>
          <ac:picMkLst>
            <pc:docMk/>
            <pc:sldMk cId="185043276" sldId="312"/>
            <ac:picMk id="42" creationId="{A62AEF4D-F121-4091-91B6-79DF9CD51CCE}"/>
          </ac:picMkLst>
        </pc:picChg>
        <pc:picChg chg="add del mod">
          <ac:chgData name="Nguyen Tuan. Long" userId="e4e93a65-ca82-41ec-92c8-0e4fdb0a72ae" providerId="ADAL" clId="{AD3567C4-5CA2-4801-8990-94515F1A8105}" dt="2020-11-12T07:19:47.523" v="525" actId="478"/>
          <ac:picMkLst>
            <pc:docMk/>
            <pc:sldMk cId="185043276" sldId="312"/>
            <ac:picMk id="44" creationId="{A00D6166-D9C2-474D-A51F-48ED1B2FF1D3}"/>
          </ac:picMkLst>
        </pc:picChg>
        <pc:cxnChg chg="mod">
          <ac:chgData name="Nguyen Tuan. Long" userId="e4e93a65-ca82-41ec-92c8-0e4fdb0a72ae" providerId="ADAL" clId="{AD3567C4-5CA2-4801-8990-94515F1A8105}" dt="2020-11-12T04:54:53.327" v="299" actId="14100"/>
          <ac:cxnSpMkLst>
            <pc:docMk/>
            <pc:sldMk cId="185043276" sldId="312"/>
            <ac:cxnSpMk id="15" creationId="{7D549043-0ED3-44C7-B3D2-77DEAA65EC59}"/>
          </ac:cxnSpMkLst>
        </pc:cxnChg>
        <pc:cxnChg chg="mod">
          <ac:chgData name="Nguyen Tuan. Long" userId="e4e93a65-ca82-41ec-92c8-0e4fdb0a72ae" providerId="ADAL" clId="{AD3567C4-5CA2-4801-8990-94515F1A8105}" dt="2020-11-12T04:58:59.766" v="360" actId="1036"/>
          <ac:cxnSpMkLst>
            <pc:docMk/>
            <pc:sldMk cId="185043276" sldId="312"/>
            <ac:cxnSpMk id="27" creationId="{FF22FE23-09A2-4256-88ED-1F92F9D7E00C}"/>
          </ac:cxnSpMkLst>
        </pc:cxnChg>
        <pc:cxnChg chg="mod">
          <ac:chgData name="Nguyen Tuan. Long" userId="e4e93a65-ca82-41ec-92c8-0e4fdb0a72ae" providerId="ADAL" clId="{AD3567C4-5CA2-4801-8990-94515F1A8105}" dt="2020-11-12T07:25:35.129" v="600" actId="1038"/>
          <ac:cxnSpMkLst>
            <pc:docMk/>
            <pc:sldMk cId="185043276" sldId="312"/>
            <ac:cxnSpMk id="49" creationId="{2C2D91C6-6D56-4B0D-A778-23D859187593}"/>
          </ac:cxnSpMkLst>
        </pc:cxnChg>
        <pc:cxnChg chg="mod">
          <ac:chgData name="Nguyen Tuan. Long" userId="e4e93a65-ca82-41ec-92c8-0e4fdb0a72ae" providerId="ADAL" clId="{AD3567C4-5CA2-4801-8990-94515F1A8105}" dt="2020-11-12T07:25:51.716" v="623" actId="1035"/>
          <ac:cxnSpMkLst>
            <pc:docMk/>
            <pc:sldMk cId="185043276" sldId="312"/>
            <ac:cxnSpMk id="60" creationId="{6E172127-FFB4-41CD-967D-8B7875DD1F69}"/>
          </ac:cxnSpMkLst>
        </pc:cxnChg>
      </pc:sldChg>
      <pc:sldChg chg="addSp delSp modSp add mod modAnim">
        <pc:chgData name="Nguyen Tuan. Long" userId="e4e93a65-ca82-41ec-92c8-0e4fdb0a72ae" providerId="ADAL" clId="{AD3567C4-5CA2-4801-8990-94515F1A8105}" dt="2020-11-12T07:34:33" v="697"/>
        <pc:sldMkLst>
          <pc:docMk/>
          <pc:sldMk cId="742023045" sldId="313"/>
        </pc:sldMkLst>
        <pc:spChg chg="mod">
          <ac:chgData name="Nguyen Tuan. Long" userId="e4e93a65-ca82-41ec-92c8-0e4fdb0a72ae" providerId="ADAL" clId="{AD3567C4-5CA2-4801-8990-94515F1A8105}" dt="2020-11-12T07:26:30.035" v="628" actId="1076"/>
          <ac:spMkLst>
            <pc:docMk/>
            <pc:sldMk cId="742023045" sldId="313"/>
            <ac:spMk id="4" creationId="{EFE970DA-31B3-48D7-84D8-E9CFD5B197FD}"/>
          </ac:spMkLst>
        </pc:spChg>
        <pc:spChg chg="add mod">
          <ac:chgData name="Nguyen Tuan. Long" userId="e4e93a65-ca82-41ec-92c8-0e4fdb0a72ae" providerId="ADAL" clId="{AD3567C4-5CA2-4801-8990-94515F1A8105}" dt="2020-11-12T07:31:35.474" v="675" actId="1035"/>
          <ac:spMkLst>
            <pc:docMk/>
            <pc:sldMk cId="742023045" sldId="313"/>
            <ac:spMk id="9" creationId="{9BF1BF71-1316-4350-A706-BC09F033EC77}"/>
          </ac:spMkLst>
        </pc:spChg>
        <pc:spChg chg="add mod">
          <ac:chgData name="Nguyen Tuan. Long" userId="e4e93a65-ca82-41ec-92c8-0e4fdb0a72ae" providerId="ADAL" clId="{AD3567C4-5CA2-4801-8990-94515F1A8105}" dt="2020-11-12T07:33:56.661" v="690" actId="1076"/>
          <ac:spMkLst>
            <pc:docMk/>
            <pc:sldMk cId="742023045" sldId="313"/>
            <ac:spMk id="17" creationId="{1FD4F3C4-F679-4F8B-92F6-60959AEAB6E3}"/>
          </ac:spMkLst>
        </pc:spChg>
        <pc:picChg chg="add mod">
          <ac:chgData name="Nguyen Tuan. Long" userId="e4e93a65-ca82-41ec-92c8-0e4fdb0a72ae" providerId="ADAL" clId="{AD3567C4-5CA2-4801-8990-94515F1A8105}" dt="2020-11-12T07:31:29.322" v="662" actId="1035"/>
          <ac:picMkLst>
            <pc:docMk/>
            <pc:sldMk cId="742023045" sldId="313"/>
            <ac:picMk id="6" creationId="{EF4E9D46-26F4-4D81-AC86-EB9A7C0D53CE}"/>
          </ac:picMkLst>
        </pc:picChg>
        <pc:picChg chg="add mod">
          <ac:chgData name="Nguyen Tuan. Long" userId="e4e93a65-ca82-41ec-92c8-0e4fdb0a72ae" providerId="ADAL" clId="{AD3567C4-5CA2-4801-8990-94515F1A8105}" dt="2020-11-12T07:31:29.322" v="662" actId="1035"/>
          <ac:picMkLst>
            <pc:docMk/>
            <pc:sldMk cId="742023045" sldId="313"/>
            <ac:picMk id="7" creationId="{2236C505-25E7-4ECA-AD5C-C464F86B8AFE}"/>
          </ac:picMkLst>
        </pc:picChg>
        <pc:picChg chg="add mod">
          <ac:chgData name="Nguyen Tuan. Long" userId="e4e93a65-ca82-41ec-92c8-0e4fdb0a72ae" providerId="ADAL" clId="{AD3567C4-5CA2-4801-8990-94515F1A8105}" dt="2020-11-12T07:31:29.322" v="662" actId="1035"/>
          <ac:picMkLst>
            <pc:docMk/>
            <pc:sldMk cId="742023045" sldId="313"/>
            <ac:picMk id="8" creationId="{C7801C77-8B20-4B1D-A853-06754325C85F}"/>
          </ac:picMkLst>
        </pc:picChg>
        <pc:picChg chg="add del mod">
          <ac:chgData name="Nguyen Tuan. Long" userId="e4e93a65-ca82-41ec-92c8-0e4fdb0a72ae" providerId="ADAL" clId="{AD3567C4-5CA2-4801-8990-94515F1A8105}" dt="2020-11-12T07:32:47.421" v="678" actId="478"/>
          <ac:picMkLst>
            <pc:docMk/>
            <pc:sldMk cId="742023045" sldId="313"/>
            <ac:picMk id="11" creationId="{AA1E5BEC-E135-4975-AE69-2D98FF9A1005}"/>
          </ac:picMkLst>
        </pc:picChg>
        <pc:picChg chg="add mod">
          <ac:chgData name="Nguyen Tuan. Long" userId="e4e93a65-ca82-41ec-92c8-0e4fdb0a72ae" providerId="ADAL" clId="{AD3567C4-5CA2-4801-8990-94515F1A8105}" dt="2020-11-12T07:34:07.989" v="693" actId="1076"/>
          <ac:picMkLst>
            <pc:docMk/>
            <pc:sldMk cId="742023045" sldId="313"/>
            <ac:picMk id="13" creationId="{5B878ECD-2F75-4F20-B8F3-47A9D9E4F92F}"/>
          </ac:picMkLst>
        </pc:picChg>
        <pc:picChg chg="add mod">
          <ac:chgData name="Nguyen Tuan. Long" userId="e4e93a65-ca82-41ec-92c8-0e4fdb0a72ae" providerId="ADAL" clId="{AD3567C4-5CA2-4801-8990-94515F1A8105}" dt="2020-11-12T07:34:04.366" v="692" actId="1076"/>
          <ac:picMkLst>
            <pc:docMk/>
            <pc:sldMk cId="742023045" sldId="313"/>
            <ac:picMk id="15" creationId="{53C4E233-4CE0-46C8-913F-2433623039CF}"/>
          </ac:picMkLst>
        </pc:picChg>
      </pc:sldChg>
      <pc:sldChg chg="addSp delSp modSp add mod delAnim modAnim">
        <pc:chgData name="Nguyen Tuan. Long" userId="e4e93a65-ca82-41ec-92c8-0e4fdb0a72ae" providerId="ADAL" clId="{AD3567C4-5CA2-4801-8990-94515F1A8105}" dt="2020-11-12T07:42:46.656" v="751" actId="14100"/>
        <pc:sldMkLst>
          <pc:docMk/>
          <pc:sldMk cId="1228385249" sldId="314"/>
        </pc:sldMkLst>
        <pc:spChg chg="del">
          <ac:chgData name="Nguyen Tuan. Long" userId="e4e93a65-ca82-41ec-92c8-0e4fdb0a72ae" providerId="ADAL" clId="{AD3567C4-5CA2-4801-8990-94515F1A8105}" dt="2020-11-12T07:34:55.599" v="706" actId="478"/>
          <ac:spMkLst>
            <pc:docMk/>
            <pc:sldMk cId="1228385249" sldId="314"/>
            <ac:spMk id="4" creationId="{EFE970DA-31B3-48D7-84D8-E9CFD5B197FD}"/>
          </ac:spMkLst>
        </pc:spChg>
        <pc:spChg chg="del">
          <ac:chgData name="Nguyen Tuan. Long" userId="e4e93a65-ca82-41ec-92c8-0e4fdb0a72ae" providerId="ADAL" clId="{AD3567C4-5CA2-4801-8990-94515F1A8105}" dt="2020-11-12T07:34:52.828" v="705" actId="478"/>
          <ac:spMkLst>
            <pc:docMk/>
            <pc:sldMk cId="1228385249" sldId="314"/>
            <ac:spMk id="9" creationId="{9BF1BF71-1316-4350-A706-BC09F033EC77}"/>
          </ac:spMkLst>
        </pc:spChg>
        <pc:spChg chg="add del mod">
          <ac:chgData name="Nguyen Tuan. Long" userId="e4e93a65-ca82-41ec-92c8-0e4fdb0a72ae" providerId="ADAL" clId="{AD3567C4-5CA2-4801-8990-94515F1A8105}" dt="2020-11-12T07:34:58.267" v="707" actId="478"/>
          <ac:spMkLst>
            <pc:docMk/>
            <pc:sldMk cId="1228385249" sldId="314"/>
            <ac:spMk id="10" creationId="{BA1051B6-3858-4020-8369-C92B22CAB6C2}"/>
          </ac:spMkLst>
        </pc:spChg>
        <pc:spChg chg="mod">
          <ac:chgData name="Nguyen Tuan. Long" userId="e4e93a65-ca82-41ec-92c8-0e4fdb0a72ae" providerId="ADAL" clId="{AD3567C4-5CA2-4801-8990-94515F1A8105}" dt="2020-11-12T07:35:21.027" v="712"/>
          <ac:spMkLst>
            <pc:docMk/>
            <pc:sldMk cId="1228385249" sldId="314"/>
            <ac:spMk id="17" creationId="{1FD4F3C4-F679-4F8B-92F6-60959AEAB6E3}"/>
          </ac:spMkLst>
        </pc:spChg>
        <pc:spChg chg="mod">
          <ac:chgData name="Nguyen Tuan. Long" userId="e4e93a65-ca82-41ec-92c8-0e4fdb0a72ae" providerId="ADAL" clId="{AD3567C4-5CA2-4801-8990-94515F1A8105}" dt="2020-11-12T07:42:02.566" v="725" actId="14100"/>
          <ac:spMkLst>
            <pc:docMk/>
            <pc:sldMk cId="1228385249" sldId="314"/>
            <ac:spMk id="22" creationId="{8909AFFE-B061-4FC8-9CFF-2845933F4F9C}"/>
          </ac:spMkLst>
        </pc:spChg>
        <pc:spChg chg="mod">
          <ac:chgData name="Nguyen Tuan. Long" userId="e4e93a65-ca82-41ec-92c8-0e4fdb0a72ae" providerId="ADAL" clId="{AD3567C4-5CA2-4801-8990-94515F1A8105}" dt="2020-11-12T07:42:46.656" v="751" actId="14100"/>
          <ac:spMkLst>
            <pc:docMk/>
            <pc:sldMk cId="1228385249" sldId="314"/>
            <ac:spMk id="23" creationId="{CD0343A5-BEB4-45DB-84D8-6C5D8E2D385D}"/>
          </ac:spMkLst>
        </pc:spChg>
        <pc:grpChg chg="add mod">
          <ac:chgData name="Nguyen Tuan. Long" userId="e4e93a65-ca82-41ec-92c8-0e4fdb0a72ae" providerId="ADAL" clId="{AD3567C4-5CA2-4801-8990-94515F1A8105}" dt="2020-11-12T07:42:09.295" v="727" actId="1038"/>
          <ac:grpSpMkLst>
            <pc:docMk/>
            <pc:sldMk cId="1228385249" sldId="314"/>
            <ac:grpSpMk id="20" creationId="{87F78096-EA99-4E58-BD80-EE2CD5DDDF50}"/>
          </ac:grpSpMkLst>
        </pc:grpChg>
        <pc:grpChg chg="mod">
          <ac:chgData name="Nguyen Tuan. Long" userId="e4e93a65-ca82-41ec-92c8-0e4fdb0a72ae" providerId="ADAL" clId="{AD3567C4-5CA2-4801-8990-94515F1A8105}" dt="2020-11-12T07:41:48.530" v="723"/>
          <ac:grpSpMkLst>
            <pc:docMk/>
            <pc:sldMk cId="1228385249" sldId="314"/>
            <ac:grpSpMk id="21" creationId="{765820F9-3391-46C8-B1F9-082A761D2138}"/>
          </ac:grpSpMkLst>
        </pc:grpChg>
        <pc:picChg chg="del">
          <ac:chgData name="Nguyen Tuan. Long" userId="e4e93a65-ca82-41ec-92c8-0e4fdb0a72ae" providerId="ADAL" clId="{AD3567C4-5CA2-4801-8990-94515F1A8105}" dt="2020-11-12T07:34:52.828" v="705" actId="478"/>
          <ac:picMkLst>
            <pc:docMk/>
            <pc:sldMk cId="1228385249" sldId="314"/>
            <ac:picMk id="6" creationId="{EF4E9D46-26F4-4D81-AC86-EB9A7C0D53CE}"/>
          </ac:picMkLst>
        </pc:picChg>
        <pc:picChg chg="del">
          <ac:chgData name="Nguyen Tuan. Long" userId="e4e93a65-ca82-41ec-92c8-0e4fdb0a72ae" providerId="ADAL" clId="{AD3567C4-5CA2-4801-8990-94515F1A8105}" dt="2020-11-12T07:34:52.828" v="705" actId="478"/>
          <ac:picMkLst>
            <pc:docMk/>
            <pc:sldMk cId="1228385249" sldId="314"/>
            <ac:picMk id="7" creationId="{2236C505-25E7-4ECA-AD5C-C464F86B8AFE}"/>
          </ac:picMkLst>
        </pc:picChg>
        <pc:picChg chg="del">
          <ac:chgData name="Nguyen Tuan. Long" userId="e4e93a65-ca82-41ec-92c8-0e4fdb0a72ae" providerId="ADAL" clId="{AD3567C4-5CA2-4801-8990-94515F1A8105}" dt="2020-11-12T07:34:52.828" v="705" actId="478"/>
          <ac:picMkLst>
            <pc:docMk/>
            <pc:sldMk cId="1228385249" sldId="314"/>
            <ac:picMk id="8" creationId="{C7801C77-8B20-4B1D-A853-06754325C85F}"/>
          </ac:picMkLst>
        </pc:picChg>
        <pc:picChg chg="add mod">
          <ac:chgData name="Nguyen Tuan. Long" userId="e4e93a65-ca82-41ec-92c8-0e4fdb0a72ae" providerId="ADAL" clId="{AD3567C4-5CA2-4801-8990-94515F1A8105}" dt="2020-11-12T07:38:08.941" v="718" actId="1076"/>
          <ac:picMkLst>
            <pc:docMk/>
            <pc:sldMk cId="1228385249" sldId="314"/>
            <ac:picMk id="12" creationId="{58AEEF09-51E9-4CFA-BE17-4358071F7EA1}"/>
          </ac:picMkLst>
        </pc:picChg>
        <pc:picChg chg="del mod">
          <ac:chgData name="Nguyen Tuan. Long" userId="e4e93a65-ca82-41ec-92c8-0e4fdb0a72ae" providerId="ADAL" clId="{AD3567C4-5CA2-4801-8990-94515F1A8105}" dt="2020-11-12T07:35:02.786" v="710" actId="478"/>
          <ac:picMkLst>
            <pc:docMk/>
            <pc:sldMk cId="1228385249" sldId="314"/>
            <ac:picMk id="13" creationId="{5B878ECD-2F75-4F20-B8F3-47A9D9E4F92F}"/>
          </ac:picMkLst>
        </pc:picChg>
        <pc:picChg chg="del">
          <ac:chgData name="Nguyen Tuan. Long" userId="e4e93a65-ca82-41ec-92c8-0e4fdb0a72ae" providerId="ADAL" clId="{AD3567C4-5CA2-4801-8990-94515F1A8105}" dt="2020-11-12T07:35:00.274" v="708" actId="478"/>
          <ac:picMkLst>
            <pc:docMk/>
            <pc:sldMk cId="1228385249" sldId="314"/>
            <ac:picMk id="15" creationId="{53C4E233-4CE0-46C8-913F-2433623039CF}"/>
          </ac:picMkLst>
        </pc:picChg>
        <pc:picChg chg="add mod">
          <ac:chgData name="Nguyen Tuan. Long" userId="e4e93a65-ca82-41ec-92c8-0e4fdb0a72ae" providerId="ADAL" clId="{AD3567C4-5CA2-4801-8990-94515F1A8105}" dt="2020-11-12T07:40:01.611" v="721" actId="1076"/>
          <ac:picMkLst>
            <pc:docMk/>
            <pc:sldMk cId="1228385249" sldId="314"/>
            <ac:picMk id="16" creationId="{AA7188EA-128C-4E4C-AB97-C638DF47AE87}"/>
          </ac:picMkLst>
        </pc:picChg>
        <pc:picChg chg="add mod">
          <ac:chgData name="Nguyen Tuan. Long" userId="e4e93a65-ca82-41ec-92c8-0e4fdb0a72ae" providerId="ADAL" clId="{AD3567C4-5CA2-4801-8990-94515F1A8105}" dt="2020-11-12T07:40:03.069" v="722" actId="1076"/>
          <ac:picMkLst>
            <pc:docMk/>
            <pc:sldMk cId="1228385249" sldId="314"/>
            <ac:picMk id="19" creationId="{C89BF815-F91F-488C-920A-C9BF5C802275}"/>
          </ac:picMkLst>
        </pc:picChg>
        <pc:cxnChg chg="mod">
          <ac:chgData name="Nguyen Tuan. Long" userId="e4e93a65-ca82-41ec-92c8-0e4fdb0a72ae" providerId="ADAL" clId="{AD3567C4-5CA2-4801-8990-94515F1A8105}" dt="2020-11-12T07:42:46.656" v="751" actId="14100"/>
          <ac:cxnSpMkLst>
            <pc:docMk/>
            <pc:sldMk cId="1228385249" sldId="314"/>
            <ac:cxnSpMk id="24" creationId="{73BD1551-E52C-4364-80B7-1464D66E49E1}"/>
          </ac:cxnSpMkLst>
        </pc:cxnChg>
      </pc:sldChg>
      <pc:sldChg chg="add del">
        <pc:chgData name="Nguyen Tuan. Long" userId="e4e93a65-ca82-41ec-92c8-0e4fdb0a72ae" providerId="ADAL" clId="{AD3567C4-5CA2-4801-8990-94515F1A8105}" dt="2020-11-12T07:34:43.725" v="703"/>
        <pc:sldMkLst>
          <pc:docMk/>
          <pc:sldMk cId="1586279542" sldId="314"/>
        </pc:sldMkLst>
      </pc:sldChg>
      <pc:sldChg chg="add del">
        <pc:chgData name="Nguyen Tuan. Long" userId="e4e93a65-ca82-41ec-92c8-0e4fdb0a72ae" providerId="ADAL" clId="{AD3567C4-5CA2-4801-8990-94515F1A8105}" dt="2020-11-12T07:34:42.367" v="702"/>
        <pc:sldMkLst>
          <pc:docMk/>
          <pc:sldMk cId="699332447" sldId="315"/>
        </pc:sldMkLst>
      </pc:sldChg>
      <pc:sldChg chg="addSp delSp modSp add mod delAnim modAnim">
        <pc:chgData name="Nguyen Tuan. Long" userId="e4e93a65-ca82-41ec-92c8-0e4fdb0a72ae" providerId="ADAL" clId="{AD3567C4-5CA2-4801-8990-94515F1A8105}" dt="2020-11-12T07:53:20.604" v="773"/>
        <pc:sldMkLst>
          <pc:docMk/>
          <pc:sldMk cId="1789240873" sldId="315"/>
        </pc:sldMkLst>
        <pc:spChg chg="add mod">
          <ac:chgData name="Nguyen Tuan. Long" userId="e4e93a65-ca82-41ec-92c8-0e4fdb0a72ae" providerId="ADAL" clId="{AD3567C4-5CA2-4801-8990-94515F1A8105}" dt="2020-11-12T07:53:11.214" v="772"/>
          <ac:spMkLst>
            <pc:docMk/>
            <pc:sldMk cId="1789240873" sldId="315"/>
            <ac:spMk id="14" creationId="{EC696114-AFE3-474B-A7A7-5002B6978D87}"/>
          </ac:spMkLst>
        </pc:spChg>
        <pc:spChg chg="mod">
          <ac:chgData name="Nguyen Tuan. Long" userId="e4e93a65-ca82-41ec-92c8-0e4fdb0a72ae" providerId="ADAL" clId="{AD3567C4-5CA2-4801-8990-94515F1A8105}" dt="2020-11-12T07:52:11.094" v="764" actId="1076"/>
          <ac:spMkLst>
            <pc:docMk/>
            <pc:sldMk cId="1789240873" sldId="315"/>
            <ac:spMk id="17" creationId="{1FD4F3C4-F679-4F8B-92F6-60959AEAB6E3}"/>
          </ac:spMkLst>
        </pc:spChg>
        <pc:spChg chg="del mod">
          <ac:chgData name="Nguyen Tuan. Long" userId="e4e93a65-ca82-41ec-92c8-0e4fdb0a72ae" providerId="ADAL" clId="{AD3567C4-5CA2-4801-8990-94515F1A8105}" dt="2020-11-12T07:52:43.892" v="770" actId="478"/>
          <ac:spMkLst>
            <pc:docMk/>
            <pc:sldMk cId="1789240873" sldId="315"/>
            <ac:spMk id="23" creationId="{CD0343A5-BEB4-45DB-84D8-6C5D8E2D385D}"/>
          </ac:spMkLst>
        </pc:spChg>
        <pc:grpChg chg="del mod">
          <ac:chgData name="Nguyen Tuan. Long" userId="e4e93a65-ca82-41ec-92c8-0e4fdb0a72ae" providerId="ADAL" clId="{AD3567C4-5CA2-4801-8990-94515F1A8105}" dt="2020-11-12T07:52:47.171" v="771" actId="478"/>
          <ac:grpSpMkLst>
            <pc:docMk/>
            <pc:sldMk cId="1789240873" sldId="315"/>
            <ac:grpSpMk id="20" creationId="{87F78096-EA99-4E58-BD80-EE2CD5DDDF50}"/>
          </ac:grpSpMkLst>
        </pc:grpChg>
        <pc:grpChg chg="del">
          <ac:chgData name="Nguyen Tuan. Long" userId="e4e93a65-ca82-41ec-92c8-0e4fdb0a72ae" providerId="ADAL" clId="{AD3567C4-5CA2-4801-8990-94515F1A8105}" dt="2020-11-12T07:52:43.892" v="770" actId="478"/>
          <ac:grpSpMkLst>
            <pc:docMk/>
            <pc:sldMk cId="1789240873" sldId="315"/>
            <ac:grpSpMk id="21" creationId="{765820F9-3391-46C8-B1F9-082A761D2138}"/>
          </ac:grpSpMkLst>
        </pc:grpChg>
        <pc:picChg chg="add mod">
          <ac:chgData name="Nguyen Tuan. Long" userId="e4e93a65-ca82-41ec-92c8-0e4fdb0a72ae" providerId="ADAL" clId="{AD3567C4-5CA2-4801-8990-94515F1A8105}" dt="2020-11-12T07:52:39.026" v="767" actId="1076"/>
          <ac:picMkLst>
            <pc:docMk/>
            <pc:sldMk cId="1789240873" sldId="315"/>
            <ac:picMk id="4" creationId="{C9F265C7-A905-4DA7-971F-BC587545BE06}"/>
          </ac:picMkLst>
        </pc:picChg>
        <pc:picChg chg="del">
          <ac:chgData name="Nguyen Tuan. Long" userId="e4e93a65-ca82-41ec-92c8-0e4fdb0a72ae" providerId="ADAL" clId="{AD3567C4-5CA2-4801-8990-94515F1A8105}" dt="2020-11-12T07:50:44.150" v="753" actId="478"/>
          <ac:picMkLst>
            <pc:docMk/>
            <pc:sldMk cId="1789240873" sldId="315"/>
            <ac:picMk id="12" creationId="{58AEEF09-51E9-4CFA-BE17-4358071F7EA1}"/>
          </ac:picMkLst>
        </pc:picChg>
        <pc:picChg chg="add mod">
          <ac:chgData name="Nguyen Tuan. Long" userId="e4e93a65-ca82-41ec-92c8-0e4fdb0a72ae" providerId="ADAL" clId="{AD3567C4-5CA2-4801-8990-94515F1A8105}" dt="2020-11-12T07:52:12.310" v="765" actId="1076"/>
          <ac:picMkLst>
            <pc:docMk/>
            <pc:sldMk cId="1789240873" sldId="315"/>
            <ac:picMk id="13" creationId="{C5ED48DE-975B-4DD4-8118-B74E1D13CC0C}"/>
          </ac:picMkLst>
        </pc:picChg>
        <pc:picChg chg="del">
          <ac:chgData name="Nguyen Tuan. Long" userId="e4e93a65-ca82-41ec-92c8-0e4fdb0a72ae" providerId="ADAL" clId="{AD3567C4-5CA2-4801-8990-94515F1A8105}" dt="2020-11-12T07:50:44.150" v="753" actId="478"/>
          <ac:picMkLst>
            <pc:docMk/>
            <pc:sldMk cId="1789240873" sldId="315"/>
            <ac:picMk id="16" creationId="{AA7188EA-128C-4E4C-AB97-C638DF47AE87}"/>
          </ac:picMkLst>
        </pc:picChg>
        <pc:picChg chg="del">
          <ac:chgData name="Nguyen Tuan. Long" userId="e4e93a65-ca82-41ec-92c8-0e4fdb0a72ae" providerId="ADAL" clId="{AD3567C4-5CA2-4801-8990-94515F1A8105}" dt="2020-11-12T07:50:44.150" v="753" actId="478"/>
          <ac:picMkLst>
            <pc:docMk/>
            <pc:sldMk cId="1789240873" sldId="315"/>
            <ac:picMk id="19" creationId="{C89BF815-F91F-488C-920A-C9BF5C802275}"/>
          </ac:picMkLst>
        </pc:picChg>
        <pc:cxnChg chg="mod">
          <ac:chgData name="Nguyen Tuan. Long" userId="e4e93a65-ca82-41ec-92c8-0e4fdb0a72ae" providerId="ADAL" clId="{AD3567C4-5CA2-4801-8990-94515F1A8105}" dt="2020-11-12T07:52:47.171" v="771" actId="478"/>
          <ac:cxnSpMkLst>
            <pc:docMk/>
            <pc:sldMk cId="1789240873" sldId="315"/>
            <ac:cxnSpMk id="24" creationId="{73BD1551-E52C-4364-80B7-1464D66E49E1}"/>
          </ac:cxnSpMkLst>
        </pc:cxnChg>
      </pc:sldChg>
      <pc:sldChg chg="addSp delSp modSp add mod delAnim">
        <pc:chgData name="Nguyen Tuan. Long" userId="e4e93a65-ca82-41ec-92c8-0e4fdb0a72ae" providerId="ADAL" clId="{AD3567C4-5CA2-4801-8990-94515F1A8105}" dt="2020-11-12T08:18:54.396" v="848" actId="1076"/>
        <pc:sldMkLst>
          <pc:docMk/>
          <pc:sldMk cId="1458480374" sldId="316"/>
        </pc:sldMkLst>
        <pc:spChg chg="mod">
          <ac:chgData name="Nguyen Tuan. Long" userId="e4e93a65-ca82-41ec-92c8-0e4fdb0a72ae" providerId="ADAL" clId="{AD3567C4-5CA2-4801-8990-94515F1A8105}" dt="2020-11-12T07:53:57.745" v="775"/>
          <ac:spMkLst>
            <pc:docMk/>
            <pc:sldMk cId="1458480374" sldId="316"/>
            <ac:spMk id="4" creationId="{EFE970DA-31B3-48D7-84D8-E9CFD5B197FD}"/>
          </ac:spMkLst>
        </pc:spChg>
        <pc:spChg chg="del">
          <ac:chgData name="Nguyen Tuan. Long" userId="e4e93a65-ca82-41ec-92c8-0e4fdb0a72ae" providerId="ADAL" clId="{AD3567C4-5CA2-4801-8990-94515F1A8105}" dt="2020-11-12T08:09:24.811" v="781" actId="478"/>
          <ac:spMkLst>
            <pc:docMk/>
            <pc:sldMk cId="1458480374" sldId="316"/>
            <ac:spMk id="6" creationId="{5BC6B310-C194-4B11-B23D-AA7692FA7F7F}"/>
          </ac:spMkLst>
        </pc:spChg>
        <pc:spChg chg="add mod">
          <ac:chgData name="Nguyen Tuan. Long" userId="e4e93a65-ca82-41ec-92c8-0e4fdb0a72ae" providerId="ADAL" clId="{AD3567C4-5CA2-4801-8990-94515F1A8105}" dt="2020-11-12T08:17:56.093" v="845" actId="1076"/>
          <ac:spMkLst>
            <pc:docMk/>
            <pc:sldMk cId="1458480374" sldId="316"/>
            <ac:spMk id="29" creationId="{3B44278A-8FC8-4EFB-A5FC-1EB70F6E7976}"/>
          </ac:spMkLst>
        </pc:spChg>
        <pc:spChg chg="add mod">
          <ac:chgData name="Nguyen Tuan. Long" userId="e4e93a65-ca82-41ec-92c8-0e4fdb0a72ae" providerId="ADAL" clId="{AD3567C4-5CA2-4801-8990-94515F1A8105}" dt="2020-11-12T08:14:29.908" v="825" actId="14100"/>
          <ac:spMkLst>
            <pc:docMk/>
            <pc:sldMk cId="1458480374" sldId="316"/>
            <ac:spMk id="39" creationId="{73065C67-EFDB-4E82-96C5-5E984ED3C610}"/>
          </ac:spMkLst>
        </pc:spChg>
        <pc:spChg chg="mod">
          <ac:chgData name="Nguyen Tuan. Long" userId="e4e93a65-ca82-41ec-92c8-0e4fdb0a72ae" providerId="ADAL" clId="{AD3567C4-5CA2-4801-8990-94515F1A8105}" dt="2020-11-12T07:59:29.080" v="776" actId="20577"/>
          <ac:spMkLst>
            <pc:docMk/>
            <pc:sldMk cId="1458480374" sldId="316"/>
            <ac:spMk id="48" creationId="{3EDC6C46-2C9A-4223-AF29-440558A1EBFC}"/>
          </ac:spMkLst>
        </pc:spChg>
        <pc:spChg chg="mod">
          <ac:chgData name="Nguyen Tuan. Long" userId="e4e93a65-ca82-41ec-92c8-0e4fdb0a72ae" providerId="ADAL" clId="{AD3567C4-5CA2-4801-8990-94515F1A8105}" dt="2020-11-12T07:59:34.797" v="779" actId="20577"/>
          <ac:spMkLst>
            <pc:docMk/>
            <pc:sldMk cId="1458480374" sldId="316"/>
            <ac:spMk id="59" creationId="{4C6D78B1-D77D-49D8-B45C-CED2A0C28343}"/>
          </ac:spMkLst>
        </pc:spChg>
        <pc:grpChg chg="del">
          <ac:chgData name="Nguyen Tuan. Long" userId="e4e93a65-ca82-41ec-92c8-0e4fdb0a72ae" providerId="ADAL" clId="{AD3567C4-5CA2-4801-8990-94515F1A8105}" dt="2020-11-12T08:09:31.263" v="783" actId="478"/>
          <ac:grpSpMkLst>
            <pc:docMk/>
            <pc:sldMk cId="1458480374" sldId="316"/>
            <ac:grpSpMk id="11" creationId="{B7F979B8-487C-4FE7-9AAC-E72041869711}"/>
          </ac:grpSpMkLst>
        </pc:grpChg>
        <pc:grpChg chg="del">
          <ac:chgData name="Nguyen Tuan. Long" userId="e4e93a65-ca82-41ec-92c8-0e4fdb0a72ae" providerId="ADAL" clId="{AD3567C4-5CA2-4801-8990-94515F1A8105}" dt="2020-11-12T08:09:31.263" v="783" actId="478"/>
          <ac:grpSpMkLst>
            <pc:docMk/>
            <pc:sldMk cId="1458480374" sldId="316"/>
            <ac:grpSpMk id="23" creationId="{2CDF4B34-3460-49D3-A805-2ACACC7B9471}"/>
          </ac:grpSpMkLst>
        </pc:grpChg>
        <pc:grpChg chg="del">
          <ac:chgData name="Nguyen Tuan. Long" userId="e4e93a65-ca82-41ec-92c8-0e4fdb0a72ae" providerId="ADAL" clId="{AD3567C4-5CA2-4801-8990-94515F1A8105}" dt="2020-11-12T08:09:31.263" v="783" actId="478"/>
          <ac:grpSpMkLst>
            <pc:docMk/>
            <pc:sldMk cId="1458480374" sldId="316"/>
            <ac:grpSpMk id="45" creationId="{9884ADC5-14D7-4635-BBC1-C4DE43E6144B}"/>
          </ac:grpSpMkLst>
        </pc:grpChg>
        <pc:grpChg chg="del">
          <ac:chgData name="Nguyen Tuan. Long" userId="e4e93a65-ca82-41ec-92c8-0e4fdb0a72ae" providerId="ADAL" clId="{AD3567C4-5CA2-4801-8990-94515F1A8105}" dt="2020-11-12T08:09:31.263" v="783" actId="478"/>
          <ac:grpSpMkLst>
            <pc:docMk/>
            <pc:sldMk cId="1458480374" sldId="316"/>
            <ac:grpSpMk id="56" creationId="{23E7954F-98A7-40C5-A798-249E76C550EC}"/>
          </ac:grpSpMkLst>
        </pc:grpChg>
        <pc:picChg chg="add mod">
          <ac:chgData name="Nguyen Tuan. Long" userId="e4e93a65-ca82-41ec-92c8-0e4fdb0a72ae" providerId="ADAL" clId="{AD3567C4-5CA2-4801-8990-94515F1A8105}" dt="2020-11-12T08:11:54.096" v="785" actId="1076"/>
          <ac:picMkLst>
            <pc:docMk/>
            <pc:sldMk cId="1458480374" sldId="316"/>
            <ac:picMk id="7" creationId="{D41B004A-A9DF-4255-AE71-D00677D909C4}"/>
          </ac:picMkLst>
        </pc:picChg>
        <pc:picChg chg="del">
          <ac:chgData name="Nguyen Tuan. Long" userId="e4e93a65-ca82-41ec-92c8-0e4fdb0a72ae" providerId="ADAL" clId="{AD3567C4-5CA2-4801-8990-94515F1A8105}" dt="2020-11-12T08:09:20.708" v="780" actId="478"/>
          <ac:picMkLst>
            <pc:docMk/>
            <pc:sldMk cId="1458480374" sldId="316"/>
            <ac:picMk id="8" creationId="{94B807DC-9BAD-48AD-A8FD-92F067F82C5F}"/>
          </ac:picMkLst>
        </pc:picChg>
        <pc:picChg chg="del">
          <ac:chgData name="Nguyen Tuan. Long" userId="e4e93a65-ca82-41ec-92c8-0e4fdb0a72ae" providerId="ADAL" clId="{AD3567C4-5CA2-4801-8990-94515F1A8105}" dt="2020-11-12T08:09:27.500" v="782" actId="478"/>
          <ac:picMkLst>
            <pc:docMk/>
            <pc:sldMk cId="1458480374" sldId="316"/>
            <ac:picMk id="10" creationId="{73402DB3-EEB6-454A-A439-461CD076593B}"/>
          </ac:picMkLst>
        </pc:picChg>
        <pc:picChg chg="add del mod">
          <ac:chgData name="Nguyen Tuan. Long" userId="e4e93a65-ca82-41ec-92c8-0e4fdb0a72ae" providerId="ADAL" clId="{AD3567C4-5CA2-4801-8990-94515F1A8105}" dt="2020-11-12T08:12:16.091" v="788" actId="478"/>
          <ac:picMkLst>
            <pc:docMk/>
            <pc:sldMk cId="1458480374" sldId="316"/>
            <ac:picMk id="16" creationId="{EC1D42C5-03AA-45FF-9D7E-550C3447D0E5}"/>
          </ac:picMkLst>
        </pc:picChg>
        <pc:picChg chg="add mod">
          <ac:chgData name="Nguyen Tuan. Long" userId="e4e93a65-ca82-41ec-92c8-0e4fdb0a72ae" providerId="ADAL" clId="{AD3567C4-5CA2-4801-8990-94515F1A8105}" dt="2020-11-12T08:12:26.402" v="790" actId="1076"/>
          <ac:picMkLst>
            <pc:docMk/>
            <pc:sldMk cId="1458480374" sldId="316"/>
            <ac:picMk id="18" creationId="{186D774D-5497-4B6B-896E-471E28AC9EB4}"/>
          </ac:picMkLst>
        </pc:picChg>
        <pc:picChg chg="add mod">
          <ac:chgData name="Nguyen Tuan. Long" userId="e4e93a65-ca82-41ec-92c8-0e4fdb0a72ae" providerId="ADAL" clId="{AD3567C4-5CA2-4801-8990-94515F1A8105}" dt="2020-11-12T08:13:29.561" v="817" actId="1036"/>
          <ac:picMkLst>
            <pc:docMk/>
            <pc:sldMk cId="1458480374" sldId="316"/>
            <ac:picMk id="20" creationId="{4422F74C-BEC9-40E5-ADAF-01E428286687}"/>
          </ac:picMkLst>
        </pc:picChg>
        <pc:picChg chg="add del mod">
          <ac:chgData name="Nguyen Tuan. Long" userId="e4e93a65-ca82-41ec-92c8-0e4fdb0a72ae" providerId="ADAL" clId="{AD3567C4-5CA2-4801-8990-94515F1A8105}" dt="2020-11-12T08:17:59.512" v="846" actId="478"/>
          <ac:picMkLst>
            <pc:docMk/>
            <pc:sldMk cId="1458480374" sldId="316"/>
            <ac:picMk id="22" creationId="{17DCAAC4-EEE7-4FCB-9275-D9BE20DC7FF9}"/>
          </ac:picMkLst>
        </pc:picChg>
        <pc:picChg chg="add mod">
          <ac:chgData name="Nguyen Tuan. Long" userId="e4e93a65-ca82-41ec-92c8-0e4fdb0a72ae" providerId="ADAL" clId="{AD3567C4-5CA2-4801-8990-94515F1A8105}" dt="2020-11-12T08:17:52.666" v="844" actId="1076"/>
          <ac:picMkLst>
            <pc:docMk/>
            <pc:sldMk cId="1458480374" sldId="316"/>
            <ac:picMk id="31" creationId="{4649AA86-EC69-4E5A-9275-57F8FA8167CD}"/>
          </ac:picMkLst>
        </pc:picChg>
        <pc:picChg chg="add mod">
          <ac:chgData name="Nguyen Tuan. Long" userId="e4e93a65-ca82-41ec-92c8-0e4fdb0a72ae" providerId="ADAL" clId="{AD3567C4-5CA2-4801-8990-94515F1A8105}" dt="2020-11-12T08:18:54.396" v="848" actId="1076"/>
          <ac:picMkLst>
            <pc:docMk/>
            <pc:sldMk cId="1458480374" sldId="316"/>
            <ac:picMk id="33" creationId="{5CCF45DA-F504-496D-B3CD-1D7A511E4C5A}"/>
          </ac:picMkLst>
        </pc:picChg>
        <pc:cxnChg chg="mod">
          <ac:chgData name="Nguyen Tuan. Long" userId="e4e93a65-ca82-41ec-92c8-0e4fdb0a72ae" providerId="ADAL" clId="{AD3567C4-5CA2-4801-8990-94515F1A8105}" dt="2020-11-12T08:09:31.263" v="783" actId="478"/>
          <ac:cxnSpMkLst>
            <pc:docMk/>
            <pc:sldMk cId="1458480374" sldId="316"/>
            <ac:cxnSpMk id="15" creationId="{7D549043-0ED3-44C7-B3D2-77DEAA65EC59}"/>
          </ac:cxnSpMkLst>
        </pc:cxnChg>
        <pc:cxnChg chg="mod">
          <ac:chgData name="Nguyen Tuan. Long" userId="e4e93a65-ca82-41ec-92c8-0e4fdb0a72ae" providerId="ADAL" clId="{AD3567C4-5CA2-4801-8990-94515F1A8105}" dt="2020-11-12T08:09:31.263" v="783" actId="478"/>
          <ac:cxnSpMkLst>
            <pc:docMk/>
            <pc:sldMk cId="1458480374" sldId="316"/>
            <ac:cxnSpMk id="27" creationId="{FF22FE23-09A2-4256-88ED-1F92F9D7E00C}"/>
          </ac:cxnSpMkLst>
        </pc:cxnChg>
        <pc:cxnChg chg="mod">
          <ac:chgData name="Nguyen Tuan. Long" userId="e4e93a65-ca82-41ec-92c8-0e4fdb0a72ae" providerId="ADAL" clId="{AD3567C4-5CA2-4801-8990-94515F1A8105}" dt="2020-11-12T08:09:31.263" v="783" actId="478"/>
          <ac:cxnSpMkLst>
            <pc:docMk/>
            <pc:sldMk cId="1458480374" sldId="316"/>
            <ac:cxnSpMk id="49" creationId="{2C2D91C6-6D56-4B0D-A778-23D859187593}"/>
          </ac:cxnSpMkLst>
        </pc:cxnChg>
        <pc:cxnChg chg="mod">
          <ac:chgData name="Nguyen Tuan. Long" userId="e4e93a65-ca82-41ec-92c8-0e4fdb0a72ae" providerId="ADAL" clId="{AD3567C4-5CA2-4801-8990-94515F1A8105}" dt="2020-11-12T08:09:31.263" v="783" actId="478"/>
          <ac:cxnSpMkLst>
            <pc:docMk/>
            <pc:sldMk cId="1458480374" sldId="316"/>
            <ac:cxnSpMk id="60" creationId="{6E172127-FFB4-41CD-967D-8B7875DD1F69}"/>
          </ac:cxnSpMkLst>
        </pc:cxnChg>
      </pc:sldChg>
      <pc:sldChg chg="add del">
        <pc:chgData name="Nguyen Tuan. Long" userId="e4e93a65-ca82-41ec-92c8-0e4fdb0a72ae" providerId="ADAL" clId="{AD3567C4-5CA2-4801-8990-94515F1A8105}" dt="2020-11-12T07:34:42.074" v="701"/>
        <pc:sldMkLst>
          <pc:docMk/>
          <pc:sldMk cId="2033705546" sldId="316"/>
        </pc:sldMkLst>
      </pc:sldChg>
      <pc:sldChg chg="addSp delSp modSp add mod modAnim">
        <pc:chgData name="Nguyen Tuan. Long" userId="e4e93a65-ca82-41ec-92c8-0e4fdb0a72ae" providerId="ADAL" clId="{AD3567C4-5CA2-4801-8990-94515F1A8105}" dt="2020-11-12T08:27:36.938" v="965"/>
        <pc:sldMkLst>
          <pc:docMk/>
          <pc:sldMk cId="3788190107" sldId="317"/>
        </pc:sldMkLst>
        <pc:spChg chg="mod">
          <ac:chgData name="Nguyen Tuan. Long" userId="e4e93a65-ca82-41ec-92c8-0e4fdb0a72ae" providerId="ADAL" clId="{AD3567C4-5CA2-4801-8990-94515F1A8105}" dt="2020-11-12T08:21:20.645" v="900" actId="20577"/>
          <ac:spMkLst>
            <pc:docMk/>
            <pc:sldMk cId="3788190107" sldId="317"/>
            <ac:spMk id="3" creationId="{62A79EAC-0BC8-4DF7-B963-899AA7EF67BA}"/>
          </ac:spMkLst>
        </pc:spChg>
        <pc:spChg chg="mod">
          <ac:chgData name="Nguyen Tuan. Long" userId="e4e93a65-ca82-41ec-92c8-0e4fdb0a72ae" providerId="ADAL" clId="{AD3567C4-5CA2-4801-8990-94515F1A8105}" dt="2020-11-12T08:21:30.713" v="901"/>
          <ac:spMkLst>
            <pc:docMk/>
            <pc:sldMk cId="3788190107" sldId="317"/>
            <ac:spMk id="4" creationId="{EFE970DA-31B3-48D7-84D8-E9CFD5B197FD}"/>
          </ac:spMkLst>
        </pc:spChg>
        <pc:spChg chg="mod">
          <ac:chgData name="Nguyen Tuan. Long" userId="e4e93a65-ca82-41ec-92c8-0e4fdb0a72ae" providerId="ADAL" clId="{AD3567C4-5CA2-4801-8990-94515F1A8105}" dt="2020-11-12T08:22:05.965" v="932" actId="20577"/>
          <ac:spMkLst>
            <pc:docMk/>
            <pc:sldMk cId="3788190107" sldId="317"/>
            <ac:spMk id="29" creationId="{3B44278A-8FC8-4EFB-A5FC-1EB70F6E7976}"/>
          </ac:spMkLst>
        </pc:spChg>
        <pc:spChg chg="del mod">
          <ac:chgData name="Nguyen Tuan. Long" userId="e4e93a65-ca82-41ec-92c8-0e4fdb0a72ae" providerId="ADAL" clId="{AD3567C4-5CA2-4801-8990-94515F1A8105}" dt="2020-11-12T08:21:35.708" v="905" actId="478"/>
          <ac:spMkLst>
            <pc:docMk/>
            <pc:sldMk cId="3788190107" sldId="317"/>
            <ac:spMk id="39" creationId="{73065C67-EFDB-4E82-96C5-5E984ED3C610}"/>
          </ac:spMkLst>
        </pc:spChg>
        <pc:picChg chg="add mod">
          <ac:chgData name="Nguyen Tuan. Long" userId="e4e93a65-ca82-41ec-92c8-0e4fdb0a72ae" providerId="ADAL" clId="{AD3567C4-5CA2-4801-8990-94515F1A8105}" dt="2020-11-12T08:25:18.714" v="941" actId="1076"/>
          <ac:picMkLst>
            <pc:docMk/>
            <pc:sldMk cId="3788190107" sldId="317"/>
            <ac:picMk id="6" creationId="{09E71348-BDEC-4E65-9C8B-5C07D06B5A9B}"/>
          </ac:picMkLst>
        </pc:picChg>
        <pc:picChg chg="del">
          <ac:chgData name="Nguyen Tuan. Long" userId="e4e93a65-ca82-41ec-92c8-0e4fdb0a72ae" providerId="ADAL" clId="{AD3567C4-5CA2-4801-8990-94515F1A8105}" dt="2020-11-12T08:21:32.595" v="902" actId="478"/>
          <ac:picMkLst>
            <pc:docMk/>
            <pc:sldMk cId="3788190107" sldId="317"/>
            <ac:picMk id="7" creationId="{D41B004A-A9DF-4255-AE71-D00677D909C4}"/>
          </ac:picMkLst>
        </pc:picChg>
        <pc:picChg chg="add mod">
          <ac:chgData name="Nguyen Tuan. Long" userId="e4e93a65-ca82-41ec-92c8-0e4fdb0a72ae" providerId="ADAL" clId="{AD3567C4-5CA2-4801-8990-94515F1A8105}" dt="2020-11-12T08:26:24.169" v="949" actId="1076"/>
          <ac:picMkLst>
            <pc:docMk/>
            <pc:sldMk cId="3788190107" sldId="317"/>
            <ac:picMk id="9" creationId="{CDD4DCF6-9EF3-4206-B597-0F4D93E458D4}"/>
          </ac:picMkLst>
        </pc:picChg>
        <pc:picChg chg="add mod">
          <ac:chgData name="Nguyen Tuan. Long" userId="e4e93a65-ca82-41ec-92c8-0e4fdb0a72ae" providerId="ADAL" clId="{AD3567C4-5CA2-4801-8990-94515F1A8105}" dt="2020-11-12T08:26:26.589" v="950" actId="1076"/>
          <ac:picMkLst>
            <pc:docMk/>
            <pc:sldMk cId="3788190107" sldId="317"/>
            <ac:picMk id="11" creationId="{3E730804-E1A6-4116-9037-7AF95E295958}"/>
          </ac:picMkLst>
        </pc:picChg>
        <pc:picChg chg="add mod">
          <ac:chgData name="Nguyen Tuan. Long" userId="e4e93a65-ca82-41ec-92c8-0e4fdb0a72ae" providerId="ADAL" clId="{AD3567C4-5CA2-4801-8990-94515F1A8105}" dt="2020-11-12T08:26:54.065" v="956" actId="1076"/>
          <ac:picMkLst>
            <pc:docMk/>
            <pc:sldMk cId="3788190107" sldId="317"/>
            <ac:picMk id="13" creationId="{7F4C725B-00FF-47F5-8222-058B241BE358}"/>
          </ac:picMkLst>
        </pc:picChg>
        <pc:picChg chg="add mod">
          <ac:chgData name="Nguyen Tuan. Long" userId="e4e93a65-ca82-41ec-92c8-0e4fdb0a72ae" providerId="ADAL" clId="{AD3567C4-5CA2-4801-8990-94515F1A8105}" dt="2020-11-12T08:26:55.859" v="957" actId="1076"/>
          <ac:picMkLst>
            <pc:docMk/>
            <pc:sldMk cId="3788190107" sldId="317"/>
            <ac:picMk id="15" creationId="{EBA5FB39-07CC-4E00-9771-C1D4417E2210}"/>
          </ac:picMkLst>
        </pc:picChg>
        <pc:picChg chg="add mod">
          <ac:chgData name="Nguyen Tuan. Long" userId="e4e93a65-ca82-41ec-92c8-0e4fdb0a72ae" providerId="ADAL" clId="{AD3567C4-5CA2-4801-8990-94515F1A8105}" dt="2020-11-12T08:27:15.774" v="959" actId="1076"/>
          <ac:picMkLst>
            <pc:docMk/>
            <pc:sldMk cId="3788190107" sldId="317"/>
            <ac:picMk id="17" creationId="{99B29F5B-84D6-48AB-9512-39B8AF86009D}"/>
          </ac:picMkLst>
        </pc:picChg>
        <pc:picChg chg="del">
          <ac:chgData name="Nguyen Tuan. Long" userId="e4e93a65-ca82-41ec-92c8-0e4fdb0a72ae" providerId="ADAL" clId="{AD3567C4-5CA2-4801-8990-94515F1A8105}" dt="2020-11-12T08:21:36.461" v="906" actId="478"/>
          <ac:picMkLst>
            <pc:docMk/>
            <pc:sldMk cId="3788190107" sldId="317"/>
            <ac:picMk id="18" creationId="{186D774D-5497-4B6B-896E-471E28AC9EB4}"/>
          </ac:picMkLst>
        </pc:picChg>
        <pc:picChg chg="del">
          <ac:chgData name="Nguyen Tuan. Long" userId="e4e93a65-ca82-41ec-92c8-0e4fdb0a72ae" providerId="ADAL" clId="{AD3567C4-5CA2-4801-8990-94515F1A8105}" dt="2020-11-12T08:21:37.314" v="907" actId="478"/>
          <ac:picMkLst>
            <pc:docMk/>
            <pc:sldMk cId="3788190107" sldId="317"/>
            <ac:picMk id="20" creationId="{4422F74C-BEC9-40E5-ADAF-01E428286687}"/>
          </ac:picMkLst>
        </pc:picChg>
        <pc:picChg chg="del">
          <ac:chgData name="Nguyen Tuan. Long" userId="e4e93a65-ca82-41ec-92c8-0e4fdb0a72ae" providerId="ADAL" clId="{AD3567C4-5CA2-4801-8990-94515F1A8105}" dt="2020-11-12T08:21:33.509" v="903" actId="478"/>
          <ac:picMkLst>
            <pc:docMk/>
            <pc:sldMk cId="3788190107" sldId="317"/>
            <ac:picMk id="31" creationId="{4649AA86-EC69-4E5A-9275-57F8FA8167CD}"/>
          </ac:picMkLst>
        </pc:picChg>
        <pc:picChg chg="del">
          <ac:chgData name="Nguyen Tuan. Long" userId="e4e93a65-ca82-41ec-92c8-0e4fdb0a72ae" providerId="ADAL" clId="{AD3567C4-5CA2-4801-8990-94515F1A8105}" dt="2020-11-12T08:21:38.098" v="908" actId="478"/>
          <ac:picMkLst>
            <pc:docMk/>
            <pc:sldMk cId="3788190107" sldId="317"/>
            <ac:picMk id="33" creationId="{5CCF45DA-F504-496D-B3CD-1D7A511E4C5A}"/>
          </ac:picMkLst>
        </pc:picChg>
      </pc:sldChg>
      <pc:sldChg chg="addSp delSp modSp add mod">
        <pc:chgData name="Nguyen Tuan. Long" userId="e4e93a65-ca82-41ec-92c8-0e4fdb0a72ae" providerId="ADAL" clId="{AD3567C4-5CA2-4801-8990-94515F1A8105}" dt="2020-11-12T08:32:35.223" v="1000" actId="1076"/>
        <pc:sldMkLst>
          <pc:docMk/>
          <pc:sldMk cId="391946227" sldId="318"/>
        </pc:sldMkLst>
        <pc:spChg chg="del">
          <ac:chgData name="Nguyen Tuan. Long" userId="e4e93a65-ca82-41ec-92c8-0e4fdb0a72ae" providerId="ADAL" clId="{AD3567C4-5CA2-4801-8990-94515F1A8105}" dt="2020-11-12T08:28:04.912" v="968" actId="478"/>
          <ac:spMkLst>
            <pc:docMk/>
            <pc:sldMk cId="391946227" sldId="318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AD3567C4-5CA2-4801-8990-94515F1A8105}" dt="2020-11-12T08:28:09.863" v="969" actId="478"/>
          <ac:spMkLst>
            <pc:docMk/>
            <pc:sldMk cId="391946227" sldId="318"/>
            <ac:spMk id="6" creationId="{6D06EA97-81CB-47FB-BFF3-9BBF2CC81641}"/>
          </ac:spMkLst>
        </pc:spChg>
        <pc:spChg chg="mod">
          <ac:chgData name="Nguyen Tuan. Long" userId="e4e93a65-ca82-41ec-92c8-0e4fdb0a72ae" providerId="ADAL" clId="{AD3567C4-5CA2-4801-8990-94515F1A8105}" dt="2020-11-12T08:28:14.358" v="987" actId="1035"/>
          <ac:spMkLst>
            <pc:docMk/>
            <pc:sldMk cId="391946227" sldId="318"/>
            <ac:spMk id="29" creationId="{3B44278A-8FC8-4EFB-A5FC-1EB70F6E7976}"/>
          </ac:spMkLst>
        </pc:spChg>
        <pc:picChg chg="add mod">
          <ac:chgData name="Nguyen Tuan. Long" userId="e4e93a65-ca82-41ec-92c8-0e4fdb0a72ae" providerId="ADAL" clId="{AD3567C4-5CA2-4801-8990-94515F1A8105}" dt="2020-11-12T08:30:46.726" v="989" actId="1076"/>
          <ac:picMkLst>
            <pc:docMk/>
            <pc:sldMk cId="391946227" sldId="318"/>
            <ac:picMk id="8" creationId="{A520BD00-32C1-4D9B-80EB-A517BF948457}"/>
          </ac:picMkLst>
        </pc:picChg>
        <pc:picChg chg="add mod">
          <ac:chgData name="Nguyen Tuan. Long" userId="e4e93a65-ca82-41ec-92c8-0e4fdb0a72ae" providerId="ADAL" clId="{AD3567C4-5CA2-4801-8990-94515F1A8105}" dt="2020-11-12T08:32:32.955" v="999" actId="1076"/>
          <ac:picMkLst>
            <pc:docMk/>
            <pc:sldMk cId="391946227" sldId="318"/>
            <ac:picMk id="10" creationId="{FC6523D2-B343-44E1-86BF-50882706AD96}"/>
          </ac:picMkLst>
        </pc:picChg>
        <pc:picChg chg="add mod">
          <ac:chgData name="Nguyen Tuan. Long" userId="e4e93a65-ca82-41ec-92c8-0e4fdb0a72ae" providerId="ADAL" clId="{AD3567C4-5CA2-4801-8990-94515F1A8105}" dt="2020-11-12T08:32:31.320" v="998" actId="1076"/>
          <ac:picMkLst>
            <pc:docMk/>
            <pc:sldMk cId="391946227" sldId="318"/>
            <ac:picMk id="12" creationId="{C95A2965-78F6-48DB-940D-0F180BF8F45E}"/>
          </ac:picMkLst>
        </pc:picChg>
        <pc:picChg chg="add mod">
          <ac:chgData name="Nguyen Tuan. Long" userId="e4e93a65-ca82-41ec-92c8-0e4fdb0a72ae" providerId="ADAL" clId="{AD3567C4-5CA2-4801-8990-94515F1A8105}" dt="2020-11-12T08:32:35.223" v="1000" actId="1076"/>
          <ac:picMkLst>
            <pc:docMk/>
            <pc:sldMk cId="391946227" sldId="318"/>
            <ac:picMk id="14" creationId="{7A8D60A7-EF18-4A92-85AB-6791BD03C592}"/>
          </ac:picMkLst>
        </pc:picChg>
      </pc:sldChg>
      <pc:sldChg chg="addSp delSp modSp add mod">
        <pc:chgData name="Nguyen Tuan. Long" userId="e4e93a65-ca82-41ec-92c8-0e4fdb0a72ae" providerId="ADAL" clId="{AD3567C4-5CA2-4801-8990-94515F1A8105}" dt="2020-11-12T08:33:09.136" v="1027" actId="1035"/>
        <pc:sldMkLst>
          <pc:docMk/>
          <pc:sldMk cId="3411714074" sldId="319"/>
        </pc:sldMkLst>
        <pc:spChg chg="del">
          <ac:chgData name="Nguyen Tuan. Long" userId="e4e93a65-ca82-41ec-92c8-0e4fdb0a72ae" providerId="ADAL" clId="{AD3567C4-5CA2-4801-8990-94515F1A8105}" dt="2020-11-12T08:32:52.102" v="1001" actId="478"/>
          <ac:spMkLst>
            <pc:docMk/>
            <pc:sldMk cId="3411714074" sldId="319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AD3567C4-5CA2-4801-8990-94515F1A8105}" dt="2020-11-12T08:33:03.638" v="1005" actId="478"/>
          <ac:spMkLst>
            <pc:docMk/>
            <pc:sldMk cId="3411714074" sldId="319"/>
            <ac:spMk id="6" creationId="{F3C8E469-AA4B-411B-A0AA-35B49B26C98B}"/>
          </ac:spMkLst>
        </pc:spChg>
        <pc:spChg chg="mod">
          <ac:chgData name="Nguyen Tuan. Long" userId="e4e93a65-ca82-41ec-92c8-0e4fdb0a72ae" providerId="ADAL" clId="{AD3567C4-5CA2-4801-8990-94515F1A8105}" dt="2020-11-12T08:33:09.136" v="1027" actId="1035"/>
          <ac:spMkLst>
            <pc:docMk/>
            <pc:sldMk cId="3411714074" sldId="319"/>
            <ac:spMk id="29" creationId="{3B44278A-8FC8-4EFB-A5FC-1EB70F6E7976}"/>
          </ac:spMkLst>
        </pc:spChg>
      </pc:sldChg>
      <pc:sldChg chg="add">
        <pc:chgData name="Nguyen Tuan. Long" userId="e4e93a65-ca82-41ec-92c8-0e4fdb0a72ae" providerId="ADAL" clId="{AD3567C4-5CA2-4801-8990-94515F1A8105}" dt="2020-11-12T08:22:23.936" v="935"/>
        <pc:sldMkLst>
          <pc:docMk/>
          <pc:sldMk cId="2190611551" sldId="320"/>
        </pc:sldMkLst>
      </pc:sldChg>
      <pc:sldChg chg="modSp add mod">
        <pc:chgData name="Nguyen Tuan. Long" userId="e4e93a65-ca82-41ec-92c8-0e4fdb0a72ae" providerId="ADAL" clId="{AD3567C4-5CA2-4801-8990-94515F1A8105}" dt="2020-11-12T08:39:20.250" v="1028"/>
        <pc:sldMkLst>
          <pc:docMk/>
          <pc:sldMk cId="3969836493" sldId="321"/>
        </pc:sldMkLst>
        <pc:spChg chg="mod">
          <ac:chgData name="Nguyen Tuan. Long" userId="e4e93a65-ca82-41ec-92c8-0e4fdb0a72ae" providerId="ADAL" clId="{AD3567C4-5CA2-4801-8990-94515F1A8105}" dt="2020-11-12T08:39:20.250" v="1028"/>
          <ac:spMkLst>
            <pc:docMk/>
            <pc:sldMk cId="3969836493" sldId="321"/>
            <ac:spMk id="4" creationId="{EFE970DA-31B3-48D7-84D8-E9CFD5B197FD}"/>
          </ac:spMkLst>
        </pc:spChg>
      </pc:sldChg>
      <pc:sldChg chg="add">
        <pc:chgData name="Nguyen Tuan. Long" userId="e4e93a65-ca82-41ec-92c8-0e4fdb0a72ae" providerId="ADAL" clId="{AD3567C4-5CA2-4801-8990-94515F1A8105}" dt="2020-11-12T08:22:24.373" v="937"/>
        <pc:sldMkLst>
          <pc:docMk/>
          <pc:sldMk cId="2579293052" sldId="322"/>
        </pc:sldMkLst>
      </pc:sldChg>
      <pc:sldChg chg="add">
        <pc:chgData name="Nguyen Tuan. Long" userId="e4e93a65-ca82-41ec-92c8-0e4fdb0a72ae" providerId="ADAL" clId="{AD3567C4-5CA2-4801-8990-94515F1A8105}" dt="2020-11-12T08:22:24.616" v="938"/>
        <pc:sldMkLst>
          <pc:docMk/>
          <pc:sldMk cId="3246617614" sldId="323"/>
        </pc:sldMkLst>
      </pc:sldChg>
      <pc:sldChg chg="add">
        <pc:chgData name="Nguyen Tuan. Long" userId="e4e93a65-ca82-41ec-92c8-0e4fdb0a72ae" providerId="ADAL" clId="{AD3567C4-5CA2-4801-8990-94515F1A8105}" dt="2020-11-12T08:22:25.186" v="939"/>
        <pc:sldMkLst>
          <pc:docMk/>
          <pc:sldMk cId="1812962466" sldId="324"/>
        </pc:sldMkLst>
      </pc:sldChg>
    </pc:docChg>
  </pc:docChgLst>
  <pc:docChgLst>
    <pc:chgData name="Nguyen Tuan. Long" userId="e4e93a65-ca82-41ec-92c8-0e4fdb0a72ae" providerId="ADAL" clId="{3CA47982-3EDB-4027-A75E-48CDEB6E8C2C}"/>
    <pc:docChg chg="undo custSel addSld delSld modSld sldOrd modMainMaster">
      <pc:chgData name="Nguyen Tuan. Long" userId="e4e93a65-ca82-41ec-92c8-0e4fdb0a72ae" providerId="ADAL" clId="{3CA47982-3EDB-4027-A75E-48CDEB6E8C2C}" dt="2024-07-18T14:52:06.735" v="3376" actId="20577"/>
      <pc:docMkLst>
        <pc:docMk/>
      </pc:docMkLst>
      <pc:sldChg chg="modSp modAnim">
        <pc:chgData name="Nguyen Tuan. Long" userId="e4e93a65-ca82-41ec-92c8-0e4fdb0a72ae" providerId="ADAL" clId="{3CA47982-3EDB-4027-A75E-48CDEB6E8C2C}" dt="2024-07-13T12:24:16.195" v="10" actId="20577"/>
        <pc:sldMkLst>
          <pc:docMk/>
          <pc:sldMk cId="2848987940" sldId="263"/>
        </pc:sldMkLst>
        <pc:spChg chg="mod">
          <ac:chgData name="Nguyen Tuan. Long" userId="e4e93a65-ca82-41ec-92c8-0e4fdb0a72ae" providerId="ADAL" clId="{3CA47982-3EDB-4027-A75E-48CDEB6E8C2C}" dt="2024-07-13T12:21:02.518" v="9" actId="20577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mod delAnim modAnim">
        <pc:chgData name="Nguyen Tuan. Long" userId="e4e93a65-ca82-41ec-92c8-0e4fdb0a72ae" providerId="ADAL" clId="{3CA47982-3EDB-4027-A75E-48CDEB6E8C2C}" dt="2024-07-13T13:38:06.687" v="687" actId="20577"/>
        <pc:sldMkLst>
          <pc:docMk/>
          <pc:sldMk cId="1369740203" sldId="307"/>
        </pc:sldMkLst>
        <pc:spChg chg="add mod">
          <ac:chgData name="Nguyen Tuan. Long" userId="e4e93a65-ca82-41ec-92c8-0e4fdb0a72ae" providerId="ADAL" clId="{3CA47982-3EDB-4027-A75E-48CDEB6E8C2C}" dt="2024-07-13T13:38:06.687" v="687" actId="20577"/>
          <ac:spMkLst>
            <pc:docMk/>
            <pc:sldMk cId="1369740203" sldId="307"/>
            <ac:spMk id="2" creationId="{FD599C9B-0210-85F6-8CE5-DFD7F9B7C209}"/>
          </ac:spMkLst>
        </pc:spChg>
        <pc:spChg chg="mod">
          <ac:chgData name="Nguyen Tuan. Long" userId="e4e93a65-ca82-41ec-92c8-0e4fdb0a72ae" providerId="ADAL" clId="{3CA47982-3EDB-4027-A75E-48CDEB6E8C2C}" dt="2024-07-13T13:36:15.710" v="635" actId="14100"/>
          <ac:spMkLst>
            <pc:docMk/>
            <pc:sldMk cId="1369740203" sldId="307"/>
            <ac:spMk id="4" creationId="{EFE970DA-31B3-48D7-84D8-E9CFD5B197FD}"/>
          </ac:spMkLst>
        </pc:spChg>
        <pc:picChg chg="del">
          <ac:chgData name="Nguyen Tuan. Long" userId="e4e93a65-ca82-41ec-92c8-0e4fdb0a72ae" providerId="ADAL" clId="{3CA47982-3EDB-4027-A75E-48CDEB6E8C2C}" dt="2024-07-13T13:01:48.406" v="204" actId="478"/>
          <ac:picMkLst>
            <pc:docMk/>
            <pc:sldMk cId="1369740203" sldId="307"/>
            <ac:picMk id="6" creationId="{DB309AF3-8B61-42FF-BC29-D19BAC2C2275}"/>
          </ac:picMkLst>
        </pc:picChg>
        <pc:picChg chg="del">
          <ac:chgData name="Nguyen Tuan. Long" userId="e4e93a65-ca82-41ec-92c8-0e4fdb0a72ae" providerId="ADAL" clId="{3CA47982-3EDB-4027-A75E-48CDEB6E8C2C}" dt="2024-07-13T13:01:47.736" v="203" actId="478"/>
          <ac:picMkLst>
            <pc:docMk/>
            <pc:sldMk cId="1369740203" sldId="307"/>
            <ac:picMk id="8" creationId="{4A4EDDE5-358D-43C4-A895-CA40A55FB166}"/>
          </ac:picMkLst>
        </pc:picChg>
        <pc:picChg chg="del">
          <ac:chgData name="Nguyen Tuan. Long" userId="e4e93a65-ca82-41ec-92c8-0e4fdb0a72ae" providerId="ADAL" clId="{3CA47982-3EDB-4027-A75E-48CDEB6E8C2C}" dt="2024-07-13T13:01:47.003" v="202" actId="478"/>
          <ac:picMkLst>
            <pc:docMk/>
            <pc:sldMk cId="1369740203" sldId="307"/>
            <ac:picMk id="10" creationId="{72EB07DC-6A67-4248-934B-8A7802218C12}"/>
          </ac:picMkLst>
        </pc:picChg>
        <pc:picChg chg="del">
          <ac:chgData name="Nguyen Tuan. Long" userId="e4e93a65-ca82-41ec-92c8-0e4fdb0a72ae" providerId="ADAL" clId="{3CA47982-3EDB-4027-A75E-48CDEB6E8C2C}" dt="2024-07-13T13:01:42.008" v="198" actId="478"/>
          <ac:picMkLst>
            <pc:docMk/>
            <pc:sldMk cId="1369740203" sldId="307"/>
            <ac:picMk id="12" creationId="{E1E33A1D-69F9-4381-A288-FD228AC5E24A}"/>
          </ac:picMkLst>
        </pc:picChg>
        <pc:picChg chg="del">
          <ac:chgData name="Nguyen Tuan. Long" userId="e4e93a65-ca82-41ec-92c8-0e4fdb0a72ae" providerId="ADAL" clId="{3CA47982-3EDB-4027-A75E-48CDEB6E8C2C}" dt="2024-07-13T13:01:44.613" v="199" actId="478"/>
          <ac:picMkLst>
            <pc:docMk/>
            <pc:sldMk cId="1369740203" sldId="307"/>
            <ac:picMk id="14" creationId="{CCF25F73-9ACD-4BD4-892F-3058BCCEB24D}"/>
          </ac:picMkLst>
        </pc:picChg>
        <pc:picChg chg="del">
          <ac:chgData name="Nguyen Tuan. Long" userId="e4e93a65-ca82-41ec-92c8-0e4fdb0a72ae" providerId="ADAL" clId="{3CA47982-3EDB-4027-A75E-48CDEB6E8C2C}" dt="2024-07-13T13:01:46.192" v="201" actId="478"/>
          <ac:picMkLst>
            <pc:docMk/>
            <pc:sldMk cId="1369740203" sldId="307"/>
            <ac:picMk id="16" creationId="{129C9291-CBB7-4B83-85BA-4C1D6D19447D}"/>
          </ac:picMkLst>
        </pc:picChg>
        <pc:picChg chg="del">
          <ac:chgData name="Nguyen Tuan. Long" userId="e4e93a65-ca82-41ec-92c8-0e4fdb0a72ae" providerId="ADAL" clId="{3CA47982-3EDB-4027-A75E-48CDEB6E8C2C}" dt="2024-07-13T13:01:45.401" v="200" actId="478"/>
          <ac:picMkLst>
            <pc:docMk/>
            <pc:sldMk cId="1369740203" sldId="307"/>
            <ac:picMk id="20" creationId="{8E9D32E4-038B-4C5B-9725-B618E27FDBCB}"/>
          </ac:picMkLst>
        </pc:picChg>
        <pc:picChg chg="del">
          <ac:chgData name="Nguyen Tuan. Long" userId="e4e93a65-ca82-41ec-92c8-0e4fdb0a72ae" providerId="ADAL" clId="{3CA47982-3EDB-4027-A75E-48CDEB6E8C2C}" dt="2024-07-13T13:01:49.147" v="205" actId="478"/>
          <ac:picMkLst>
            <pc:docMk/>
            <pc:sldMk cId="1369740203" sldId="307"/>
            <ac:picMk id="22" creationId="{1E568877-68B3-46B5-ABEF-A05C5E661768}"/>
          </ac:picMkLst>
        </pc:picChg>
      </pc:sldChg>
      <pc:sldChg chg="addSp delSp modSp mod delAnim modAnim">
        <pc:chgData name="Nguyen Tuan. Long" userId="e4e93a65-ca82-41ec-92c8-0e4fdb0a72ae" providerId="ADAL" clId="{3CA47982-3EDB-4027-A75E-48CDEB6E8C2C}" dt="2024-07-18T13:32:16.456" v="2805" actId="27636"/>
        <pc:sldMkLst>
          <pc:docMk/>
          <pc:sldMk cId="2410743619" sldId="308"/>
        </pc:sldMkLst>
        <pc:spChg chg="mod">
          <ac:chgData name="Nguyen Tuan. Long" userId="e4e93a65-ca82-41ec-92c8-0e4fdb0a72ae" providerId="ADAL" clId="{3CA47982-3EDB-4027-A75E-48CDEB6E8C2C}" dt="2024-07-18T13:32:16.456" v="2805" actId="27636"/>
          <ac:spMkLst>
            <pc:docMk/>
            <pc:sldMk cId="2410743619" sldId="308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3CA47982-3EDB-4027-A75E-48CDEB6E8C2C}" dt="2024-07-13T12:43:59.631" v="120" actId="478"/>
          <ac:spMkLst>
            <pc:docMk/>
            <pc:sldMk cId="2410743619" sldId="308"/>
            <ac:spMk id="6" creationId="{5077B7BC-D41D-506B-4876-C237D2ED2A38}"/>
          </ac:spMkLst>
        </pc:spChg>
        <pc:spChg chg="add">
          <ac:chgData name="Nguyen Tuan. Long" userId="e4e93a65-ca82-41ec-92c8-0e4fdb0a72ae" providerId="ADAL" clId="{3CA47982-3EDB-4027-A75E-48CDEB6E8C2C}" dt="2024-07-13T12:34:11.352" v="45"/>
          <ac:spMkLst>
            <pc:docMk/>
            <pc:sldMk cId="2410743619" sldId="308"/>
            <ac:spMk id="8" creationId="{B63F2452-EE36-E8B8-2FCB-877271E07BF4}"/>
          </ac:spMkLst>
        </pc:spChg>
        <pc:spChg chg="add">
          <ac:chgData name="Nguyen Tuan. Long" userId="e4e93a65-ca82-41ec-92c8-0e4fdb0a72ae" providerId="ADAL" clId="{3CA47982-3EDB-4027-A75E-48CDEB6E8C2C}" dt="2024-07-13T12:34:32.438" v="46"/>
          <ac:spMkLst>
            <pc:docMk/>
            <pc:sldMk cId="2410743619" sldId="308"/>
            <ac:spMk id="9" creationId="{B2D8014F-A345-658F-947E-E20B8F46FB14}"/>
          </ac:spMkLst>
        </pc:spChg>
        <pc:spChg chg="add mod">
          <ac:chgData name="Nguyen Tuan. Long" userId="e4e93a65-ca82-41ec-92c8-0e4fdb0a72ae" providerId="ADAL" clId="{3CA47982-3EDB-4027-A75E-48CDEB6E8C2C}" dt="2024-07-13T13:16:49.075" v="439" actId="1035"/>
          <ac:spMkLst>
            <pc:docMk/>
            <pc:sldMk cId="2410743619" sldId="308"/>
            <ac:spMk id="13" creationId="{CEE4767D-D093-59C8-5C98-24BA7060ED35}"/>
          </ac:spMkLst>
        </pc:spChg>
        <pc:spChg chg="add mod">
          <ac:chgData name="Nguyen Tuan. Long" userId="e4e93a65-ca82-41ec-92c8-0e4fdb0a72ae" providerId="ADAL" clId="{3CA47982-3EDB-4027-A75E-48CDEB6E8C2C}" dt="2024-07-13T13:18:27.934" v="490" actId="1076"/>
          <ac:spMkLst>
            <pc:docMk/>
            <pc:sldMk cId="2410743619" sldId="308"/>
            <ac:spMk id="15" creationId="{F720B772-98BF-D14B-E6FF-8CDFCE59459B}"/>
          </ac:spMkLst>
        </pc:spChg>
        <pc:spChg chg="add mod">
          <ac:chgData name="Nguyen Tuan. Long" userId="e4e93a65-ca82-41ec-92c8-0e4fdb0a72ae" providerId="ADAL" clId="{3CA47982-3EDB-4027-A75E-48CDEB6E8C2C}" dt="2024-07-13T13:19:50.160" v="566" actId="27636"/>
          <ac:spMkLst>
            <pc:docMk/>
            <pc:sldMk cId="2410743619" sldId="308"/>
            <ac:spMk id="17" creationId="{844EDBCD-E8B3-A7DF-ECD2-F5941D945F22}"/>
          </ac:spMkLst>
        </pc:spChg>
        <pc:spChg chg="add mod">
          <ac:chgData name="Nguyen Tuan. Long" userId="e4e93a65-ca82-41ec-92c8-0e4fdb0a72ae" providerId="ADAL" clId="{3CA47982-3EDB-4027-A75E-48CDEB6E8C2C}" dt="2024-07-13T13:21:47.057" v="574" actId="164"/>
          <ac:spMkLst>
            <pc:docMk/>
            <pc:sldMk cId="2410743619" sldId="308"/>
            <ac:spMk id="20" creationId="{1463F3D1-5550-AD50-4BD2-BAB9862EA5B4}"/>
          </ac:spMkLst>
        </pc:spChg>
        <pc:spChg chg="del mod">
          <ac:chgData name="Nguyen Tuan. Long" userId="e4e93a65-ca82-41ec-92c8-0e4fdb0a72ae" providerId="ADAL" clId="{3CA47982-3EDB-4027-A75E-48CDEB6E8C2C}" dt="2024-07-13T12:43:56.876" v="119" actId="478"/>
          <ac:spMkLst>
            <pc:docMk/>
            <pc:sldMk cId="2410743619" sldId="308"/>
            <ac:spMk id="21" creationId="{4BF2B51A-D7F2-455E-8134-4CAE283F4287}"/>
          </ac:spMkLst>
        </pc:spChg>
        <pc:spChg chg="add mod">
          <ac:chgData name="Nguyen Tuan. Long" userId="e4e93a65-ca82-41ec-92c8-0e4fdb0a72ae" providerId="ADAL" clId="{3CA47982-3EDB-4027-A75E-48CDEB6E8C2C}" dt="2024-07-13T13:22:04.130" v="576"/>
          <ac:spMkLst>
            <pc:docMk/>
            <pc:sldMk cId="2410743619" sldId="308"/>
            <ac:spMk id="33" creationId="{FA1DD652-4C30-00FF-3360-EFA4AD1579EB}"/>
          </ac:spMkLst>
        </pc:spChg>
        <pc:spChg chg="mod">
          <ac:chgData name="Nguyen Tuan. Long" userId="e4e93a65-ca82-41ec-92c8-0e4fdb0a72ae" providerId="ADAL" clId="{3CA47982-3EDB-4027-A75E-48CDEB6E8C2C}" dt="2024-07-13T13:22:09.136" v="577"/>
          <ac:spMkLst>
            <pc:docMk/>
            <pc:sldMk cId="2410743619" sldId="308"/>
            <ac:spMk id="38" creationId="{9B4737CA-0E4C-BE84-F0DC-CA4B130CFF91}"/>
          </ac:spMkLst>
        </pc:spChg>
        <pc:spChg chg="mod">
          <ac:chgData name="Nguyen Tuan. Long" userId="e4e93a65-ca82-41ec-92c8-0e4fdb0a72ae" providerId="ADAL" clId="{3CA47982-3EDB-4027-A75E-48CDEB6E8C2C}" dt="2024-07-13T13:23:01.796" v="583" actId="14100"/>
          <ac:spMkLst>
            <pc:docMk/>
            <pc:sldMk cId="2410743619" sldId="308"/>
            <ac:spMk id="43" creationId="{E5F8B416-2BFA-2CBE-9588-F19335D38238}"/>
          </ac:spMkLst>
        </pc:spChg>
        <pc:spChg chg="mod">
          <ac:chgData name="Nguyen Tuan. Long" userId="e4e93a65-ca82-41ec-92c8-0e4fdb0a72ae" providerId="ADAL" clId="{3CA47982-3EDB-4027-A75E-48CDEB6E8C2C}" dt="2024-07-13T13:23:13.770" v="585"/>
          <ac:spMkLst>
            <pc:docMk/>
            <pc:sldMk cId="2410743619" sldId="308"/>
            <ac:spMk id="48" creationId="{41237451-DA1A-DECE-231F-699A21B21879}"/>
          </ac:spMkLst>
        </pc:spChg>
        <pc:spChg chg="mod">
          <ac:chgData name="Nguyen Tuan. Long" userId="e4e93a65-ca82-41ec-92c8-0e4fdb0a72ae" providerId="ADAL" clId="{3CA47982-3EDB-4027-A75E-48CDEB6E8C2C}" dt="2024-07-13T13:23:39.119" v="589"/>
          <ac:spMkLst>
            <pc:docMk/>
            <pc:sldMk cId="2410743619" sldId="308"/>
            <ac:spMk id="53" creationId="{AEEA6CB2-B3A1-065B-11C3-617D837FCCDE}"/>
          </ac:spMkLst>
        </pc:spChg>
        <pc:grpChg chg="del">
          <ac:chgData name="Nguyen Tuan. Long" userId="e4e93a65-ca82-41ec-92c8-0e4fdb0a72ae" providerId="ADAL" clId="{3CA47982-3EDB-4027-A75E-48CDEB6E8C2C}" dt="2024-07-13T12:30:37.414" v="15" actId="478"/>
          <ac:grpSpMkLst>
            <pc:docMk/>
            <pc:sldMk cId="2410743619" sldId="308"/>
            <ac:grpSpMk id="24" creationId="{C9193B48-10FB-4BF7-A2F3-39D099E2AD02}"/>
          </ac:grpSpMkLst>
        </pc:grpChg>
        <pc:grpChg chg="del">
          <ac:chgData name="Nguyen Tuan. Long" userId="e4e93a65-ca82-41ec-92c8-0e4fdb0a72ae" providerId="ADAL" clId="{3CA47982-3EDB-4027-A75E-48CDEB6E8C2C}" dt="2024-07-13T12:30:29.820" v="12" actId="478"/>
          <ac:grpSpMkLst>
            <pc:docMk/>
            <pc:sldMk cId="2410743619" sldId="308"/>
            <ac:grpSpMk id="26" creationId="{E8718E94-A6E1-4E9E-851F-5E1A439E9C42}"/>
          </ac:grpSpMkLst>
        </pc:grpChg>
        <pc:grpChg chg="add mod">
          <ac:chgData name="Nguyen Tuan. Long" userId="e4e93a65-ca82-41ec-92c8-0e4fdb0a72ae" providerId="ADAL" clId="{3CA47982-3EDB-4027-A75E-48CDEB6E8C2C}" dt="2024-07-13T13:21:47.057" v="574" actId="164"/>
          <ac:grpSpMkLst>
            <pc:docMk/>
            <pc:sldMk cId="2410743619" sldId="308"/>
            <ac:grpSpMk id="32" creationId="{DD4C4BE6-7C58-4FC8-7613-C71F4D4BEA89}"/>
          </ac:grpSpMkLst>
        </pc:grpChg>
        <pc:grpChg chg="add mod">
          <ac:chgData name="Nguyen Tuan. Long" userId="e4e93a65-ca82-41ec-92c8-0e4fdb0a72ae" providerId="ADAL" clId="{3CA47982-3EDB-4027-A75E-48CDEB6E8C2C}" dt="2024-07-13T13:22:14.877" v="578" actId="1076"/>
          <ac:grpSpMkLst>
            <pc:docMk/>
            <pc:sldMk cId="2410743619" sldId="308"/>
            <ac:grpSpMk id="36" creationId="{6A869674-6E5A-8AA0-BECA-C8A6B939FB37}"/>
          </ac:grpSpMkLst>
        </pc:grpChg>
        <pc:grpChg chg="add mod">
          <ac:chgData name="Nguyen Tuan. Long" userId="e4e93a65-ca82-41ec-92c8-0e4fdb0a72ae" providerId="ADAL" clId="{3CA47982-3EDB-4027-A75E-48CDEB6E8C2C}" dt="2024-07-13T13:22:53.889" v="582" actId="1076"/>
          <ac:grpSpMkLst>
            <pc:docMk/>
            <pc:sldMk cId="2410743619" sldId="308"/>
            <ac:grpSpMk id="42" creationId="{753BD70F-502F-CA84-4008-2E7B77EF6225}"/>
          </ac:grpSpMkLst>
        </pc:grpChg>
        <pc:grpChg chg="add mod">
          <ac:chgData name="Nguyen Tuan. Long" userId="e4e93a65-ca82-41ec-92c8-0e4fdb0a72ae" providerId="ADAL" clId="{3CA47982-3EDB-4027-A75E-48CDEB6E8C2C}" dt="2024-07-13T13:23:21.269" v="586" actId="1076"/>
          <ac:grpSpMkLst>
            <pc:docMk/>
            <pc:sldMk cId="2410743619" sldId="308"/>
            <ac:grpSpMk id="47" creationId="{622A4BC0-B39D-96E5-BE48-6019DD454579}"/>
          </ac:grpSpMkLst>
        </pc:grpChg>
        <pc:grpChg chg="add mod">
          <ac:chgData name="Nguyen Tuan. Long" userId="e4e93a65-ca82-41ec-92c8-0e4fdb0a72ae" providerId="ADAL" clId="{3CA47982-3EDB-4027-A75E-48CDEB6E8C2C}" dt="2024-07-13T13:23:47.711" v="591" actId="14100"/>
          <ac:grpSpMkLst>
            <pc:docMk/>
            <pc:sldMk cId="2410743619" sldId="308"/>
            <ac:grpSpMk id="52" creationId="{AD548C51-6C06-A21E-D485-9FB37480FB6F}"/>
          </ac:grpSpMkLst>
        </pc:grpChg>
        <pc:picChg chg="del">
          <ac:chgData name="Nguyen Tuan. Long" userId="e4e93a65-ca82-41ec-92c8-0e4fdb0a72ae" providerId="ADAL" clId="{3CA47982-3EDB-4027-A75E-48CDEB6E8C2C}" dt="2024-07-13T12:32:03.590" v="31" actId="478"/>
          <ac:picMkLst>
            <pc:docMk/>
            <pc:sldMk cId="2410743619" sldId="308"/>
            <ac:picMk id="7" creationId="{0C084A8D-50FA-4D60-8B88-4DE1EA36133E}"/>
          </ac:picMkLst>
        </pc:picChg>
        <pc:picChg chg="del">
          <ac:chgData name="Nguyen Tuan. Long" userId="e4e93a65-ca82-41ec-92c8-0e4fdb0a72ae" providerId="ADAL" clId="{3CA47982-3EDB-4027-A75E-48CDEB6E8C2C}" dt="2024-07-13T12:30:41.607" v="16" actId="478"/>
          <ac:picMkLst>
            <pc:docMk/>
            <pc:sldMk cId="2410743619" sldId="308"/>
            <ac:picMk id="10" creationId="{B48F304F-C22F-47F3-920A-A25853615458}"/>
          </ac:picMkLst>
        </pc:picChg>
        <pc:picChg chg="del">
          <ac:chgData name="Nguyen Tuan. Long" userId="e4e93a65-ca82-41ec-92c8-0e4fdb0a72ae" providerId="ADAL" clId="{3CA47982-3EDB-4027-A75E-48CDEB6E8C2C}" dt="2024-07-13T12:30:37.414" v="15" actId="478"/>
          <ac:picMkLst>
            <pc:docMk/>
            <pc:sldMk cId="2410743619" sldId="308"/>
            <ac:picMk id="12" creationId="{FAAB4690-1831-4AC5-8D04-D82C3C4848E4}"/>
          </ac:picMkLst>
        </pc:picChg>
        <pc:picChg chg="del">
          <ac:chgData name="Nguyen Tuan. Long" userId="e4e93a65-ca82-41ec-92c8-0e4fdb0a72ae" providerId="ADAL" clId="{3CA47982-3EDB-4027-A75E-48CDEB6E8C2C}" dt="2024-07-13T12:30:25.552" v="11" actId="478"/>
          <ac:picMkLst>
            <pc:docMk/>
            <pc:sldMk cId="2410743619" sldId="308"/>
            <ac:picMk id="14" creationId="{468C3B73-7B75-4C7E-9EC5-EF7F638621D7}"/>
          </ac:picMkLst>
        </pc:picChg>
        <pc:picChg chg="del">
          <ac:chgData name="Nguyen Tuan. Long" userId="e4e93a65-ca82-41ec-92c8-0e4fdb0a72ae" providerId="ADAL" clId="{3CA47982-3EDB-4027-A75E-48CDEB6E8C2C}" dt="2024-07-13T12:30:42.434" v="17" actId="478"/>
          <ac:picMkLst>
            <pc:docMk/>
            <pc:sldMk cId="2410743619" sldId="308"/>
            <ac:picMk id="35" creationId="{3173CDE2-0F2A-4A61-9548-D598408DB4AE}"/>
          </ac:picMkLst>
        </pc:picChg>
        <pc:picChg chg="del">
          <ac:chgData name="Nguyen Tuan. Long" userId="e4e93a65-ca82-41ec-92c8-0e4fdb0a72ae" providerId="ADAL" clId="{3CA47982-3EDB-4027-A75E-48CDEB6E8C2C}" dt="2024-07-13T12:30:37.414" v="15" actId="478"/>
          <ac:picMkLst>
            <pc:docMk/>
            <pc:sldMk cId="2410743619" sldId="308"/>
            <ac:picMk id="37" creationId="{521DA7C7-367A-4544-B1BF-701E0386AE9C}"/>
          </ac:picMkLst>
        </pc:picChg>
        <pc:picChg chg="add mod">
          <ac:chgData name="Nguyen Tuan. Long" userId="e4e93a65-ca82-41ec-92c8-0e4fdb0a72ae" providerId="ADAL" clId="{3CA47982-3EDB-4027-A75E-48CDEB6E8C2C}" dt="2024-07-13T13:16:49.075" v="439" actId="1035"/>
          <ac:picMkLst>
            <pc:docMk/>
            <pc:sldMk cId="2410743619" sldId="308"/>
            <ac:picMk id="1030" creationId="{70C1F3EB-EBD8-1060-6D46-94B526C0A4F3}"/>
          </ac:picMkLst>
        </pc:picChg>
        <pc:picChg chg="add mod">
          <ac:chgData name="Nguyen Tuan. Long" userId="e4e93a65-ca82-41ec-92c8-0e4fdb0a72ae" providerId="ADAL" clId="{3CA47982-3EDB-4027-A75E-48CDEB6E8C2C}" dt="2024-07-13T13:16:49.075" v="439" actId="1035"/>
          <ac:picMkLst>
            <pc:docMk/>
            <pc:sldMk cId="2410743619" sldId="308"/>
            <ac:picMk id="1032" creationId="{D484D9DF-DE64-61AF-9966-854DDF54CE3C}"/>
          </ac:picMkLst>
        </pc:picChg>
        <pc:cxnChg chg="mod">
          <ac:chgData name="Nguyen Tuan. Long" userId="e4e93a65-ca82-41ec-92c8-0e4fdb0a72ae" providerId="ADAL" clId="{3CA47982-3EDB-4027-A75E-48CDEB6E8C2C}" dt="2024-07-13T12:30:37.414" v="15" actId="478"/>
          <ac:cxnSpMkLst>
            <pc:docMk/>
            <pc:sldMk cId="2410743619" sldId="308"/>
            <ac:cxnSpMk id="19" creationId="{1E55A464-6747-4381-B686-F66B93FFE1A9}"/>
          </ac:cxnSpMkLst>
        </pc:cxnChg>
        <pc:cxnChg chg="add mod">
          <ac:chgData name="Nguyen Tuan. Long" userId="e4e93a65-ca82-41ec-92c8-0e4fdb0a72ae" providerId="ADAL" clId="{3CA47982-3EDB-4027-A75E-48CDEB6E8C2C}" dt="2024-07-13T13:21:47.057" v="574" actId="164"/>
          <ac:cxnSpMkLst>
            <pc:docMk/>
            <pc:sldMk cId="2410743619" sldId="308"/>
            <ac:cxnSpMk id="23" creationId="{FC63F41E-6D57-BC10-24FA-EC4E8F077D65}"/>
          </ac:cxnSpMkLst>
        </pc:cxnChg>
        <pc:cxnChg chg="mod">
          <ac:chgData name="Nguyen Tuan. Long" userId="e4e93a65-ca82-41ec-92c8-0e4fdb0a72ae" providerId="ADAL" clId="{3CA47982-3EDB-4027-A75E-48CDEB6E8C2C}" dt="2024-07-13T12:30:29.820" v="12" actId="478"/>
          <ac:cxnSpMkLst>
            <pc:docMk/>
            <pc:sldMk cId="2410743619" sldId="308"/>
            <ac:cxnSpMk id="30" creationId="{A30564EE-F437-4B95-A8AA-F0286563B38A}"/>
          </ac:cxnSpMkLst>
        </pc:cxnChg>
        <pc:cxnChg chg="add mod">
          <ac:chgData name="Nguyen Tuan. Long" userId="e4e93a65-ca82-41ec-92c8-0e4fdb0a72ae" providerId="ADAL" clId="{3CA47982-3EDB-4027-A75E-48CDEB6E8C2C}" dt="2024-07-13T13:22:04.130" v="576"/>
          <ac:cxnSpMkLst>
            <pc:docMk/>
            <pc:sldMk cId="2410743619" sldId="308"/>
            <ac:cxnSpMk id="34" creationId="{BC9C6559-3694-9B2C-9A17-6B81C1E70F21}"/>
          </ac:cxnSpMkLst>
        </pc:cxnChg>
        <pc:cxnChg chg="mod">
          <ac:chgData name="Nguyen Tuan. Long" userId="e4e93a65-ca82-41ec-92c8-0e4fdb0a72ae" providerId="ADAL" clId="{3CA47982-3EDB-4027-A75E-48CDEB6E8C2C}" dt="2024-07-13T13:22:32.299" v="580" actId="14100"/>
          <ac:cxnSpMkLst>
            <pc:docMk/>
            <pc:sldMk cId="2410743619" sldId="308"/>
            <ac:cxnSpMk id="39" creationId="{08295A61-46FF-0288-1DC5-45C28FC73721}"/>
          </ac:cxnSpMkLst>
        </pc:cxnChg>
        <pc:cxnChg chg="mod">
          <ac:chgData name="Nguyen Tuan. Long" userId="e4e93a65-ca82-41ec-92c8-0e4fdb0a72ae" providerId="ADAL" clId="{3CA47982-3EDB-4027-A75E-48CDEB6E8C2C}" dt="2024-07-13T13:23:07.129" v="584" actId="14100"/>
          <ac:cxnSpMkLst>
            <pc:docMk/>
            <pc:sldMk cId="2410743619" sldId="308"/>
            <ac:cxnSpMk id="44" creationId="{E8EF688F-F7DD-8762-B79F-54D6D08B3767}"/>
          </ac:cxnSpMkLst>
        </pc:cxnChg>
        <pc:cxnChg chg="mod">
          <ac:chgData name="Nguyen Tuan. Long" userId="e4e93a65-ca82-41ec-92c8-0e4fdb0a72ae" providerId="ADAL" clId="{3CA47982-3EDB-4027-A75E-48CDEB6E8C2C}" dt="2024-07-13T13:23:35.040" v="588" actId="14100"/>
          <ac:cxnSpMkLst>
            <pc:docMk/>
            <pc:sldMk cId="2410743619" sldId="308"/>
            <ac:cxnSpMk id="49" creationId="{E73AC4CE-6452-8341-5189-96AE30D94A7C}"/>
          </ac:cxnSpMkLst>
        </pc:cxnChg>
        <pc:cxnChg chg="mod">
          <ac:chgData name="Nguyen Tuan. Long" userId="e4e93a65-ca82-41ec-92c8-0e4fdb0a72ae" providerId="ADAL" clId="{3CA47982-3EDB-4027-A75E-48CDEB6E8C2C}" dt="2024-07-13T13:23:54.969" v="592" actId="14100"/>
          <ac:cxnSpMkLst>
            <pc:docMk/>
            <pc:sldMk cId="2410743619" sldId="308"/>
            <ac:cxnSpMk id="54" creationId="{9EE5BA11-A05A-2D2B-DB08-A2A205F906D0}"/>
          </ac:cxnSpMkLst>
        </pc:cxnChg>
      </pc:sldChg>
      <pc:sldChg chg="del">
        <pc:chgData name="Nguyen Tuan. Long" userId="e4e93a65-ca82-41ec-92c8-0e4fdb0a72ae" providerId="ADAL" clId="{3CA47982-3EDB-4027-A75E-48CDEB6E8C2C}" dt="2024-07-13T13:40:48.388" v="699" actId="47"/>
        <pc:sldMkLst>
          <pc:docMk/>
          <pc:sldMk cId="3280503492" sldId="310"/>
        </pc:sldMkLst>
      </pc:sldChg>
      <pc:sldChg chg="del">
        <pc:chgData name="Nguyen Tuan. Long" userId="e4e93a65-ca82-41ec-92c8-0e4fdb0a72ae" providerId="ADAL" clId="{3CA47982-3EDB-4027-A75E-48CDEB6E8C2C}" dt="2024-07-13T13:40:53.184" v="700" actId="47"/>
        <pc:sldMkLst>
          <pc:docMk/>
          <pc:sldMk cId="696162162" sldId="311"/>
        </pc:sldMkLst>
      </pc:sldChg>
      <pc:sldChg chg="del">
        <pc:chgData name="Nguyen Tuan. Long" userId="e4e93a65-ca82-41ec-92c8-0e4fdb0a72ae" providerId="ADAL" clId="{3CA47982-3EDB-4027-A75E-48CDEB6E8C2C}" dt="2024-07-13T13:40:54.966" v="701" actId="47"/>
        <pc:sldMkLst>
          <pc:docMk/>
          <pc:sldMk cId="185043276" sldId="312"/>
        </pc:sldMkLst>
      </pc:sldChg>
      <pc:sldChg chg="del">
        <pc:chgData name="Nguyen Tuan. Long" userId="e4e93a65-ca82-41ec-92c8-0e4fdb0a72ae" providerId="ADAL" clId="{3CA47982-3EDB-4027-A75E-48CDEB6E8C2C}" dt="2024-07-13T13:40:56.846" v="702" actId="47"/>
        <pc:sldMkLst>
          <pc:docMk/>
          <pc:sldMk cId="742023045" sldId="313"/>
        </pc:sldMkLst>
      </pc:sldChg>
      <pc:sldChg chg="del">
        <pc:chgData name="Nguyen Tuan. Long" userId="e4e93a65-ca82-41ec-92c8-0e4fdb0a72ae" providerId="ADAL" clId="{3CA47982-3EDB-4027-A75E-48CDEB6E8C2C}" dt="2024-07-13T13:40:57.933" v="703" actId="47"/>
        <pc:sldMkLst>
          <pc:docMk/>
          <pc:sldMk cId="1228385249" sldId="314"/>
        </pc:sldMkLst>
      </pc:sldChg>
      <pc:sldChg chg="del">
        <pc:chgData name="Nguyen Tuan. Long" userId="e4e93a65-ca82-41ec-92c8-0e4fdb0a72ae" providerId="ADAL" clId="{3CA47982-3EDB-4027-A75E-48CDEB6E8C2C}" dt="2024-07-13T13:41:00.234" v="704" actId="47"/>
        <pc:sldMkLst>
          <pc:docMk/>
          <pc:sldMk cId="1789240873" sldId="315"/>
        </pc:sldMkLst>
      </pc:sldChg>
      <pc:sldChg chg="del">
        <pc:chgData name="Nguyen Tuan. Long" userId="e4e93a65-ca82-41ec-92c8-0e4fdb0a72ae" providerId="ADAL" clId="{3CA47982-3EDB-4027-A75E-48CDEB6E8C2C}" dt="2024-07-13T13:41:04.638" v="705" actId="47"/>
        <pc:sldMkLst>
          <pc:docMk/>
          <pc:sldMk cId="1458480374" sldId="316"/>
        </pc:sldMkLst>
      </pc:sldChg>
      <pc:sldChg chg="addSp delSp modSp mod delAnim modAnim">
        <pc:chgData name="Nguyen Tuan. Long" userId="e4e93a65-ca82-41ec-92c8-0e4fdb0a72ae" providerId="ADAL" clId="{3CA47982-3EDB-4027-A75E-48CDEB6E8C2C}" dt="2024-07-13T14:46:43.178" v="1062" actId="20577"/>
        <pc:sldMkLst>
          <pc:docMk/>
          <pc:sldMk cId="3788190107" sldId="317"/>
        </pc:sldMkLst>
        <pc:spChg chg="mod">
          <ac:chgData name="Nguyen Tuan. Long" userId="e4e93a65-ca82-41ec-92c8-0e4fdb0a72ae" providerId="ADAL" clId="{3CA47982-3EDB-4027-A75E-48CDEB6E8C2C}" dt="2024-07-13T14:17:52.192" v="855" actId="20577"/>
          <ac:spMkLst>
            <pc:docMk/>
            <pc:sldMk cId="3788190107" sldId="317"/>
            <ac:spMk id="4" creationId="{EFE970DA-31B3-48D7-84D8-E9CFD5B197FD}"/>
          </ac:spMkLst>
        </pc:spChg>
        <pc:spChg chg="del mod topLvl">
          <ac:chgData name="Nguyen Tuan. Long" userId="e4e93a65-ca82-41ec-92c8-0e4fdb0a72ae" providerId="ADAL" clId="{3CA47982-3EDB-4027-A75E-48CDEB6E8C2C}" dt="2024-07-13T14:21:51.363" v="879" actId="478"/>
          <ac:spMkLst>
            <pc:docMk/>
            <pc:sldMk cId="3788190107" sldId="317"/>
            <ac:spMk id="18" creationId="{F5B2BD20-A489-A4E7-2429-25DC1613E50A}"/>
          </ac:spMkLst>
        </pc:spChg>
        <pc:spChg chg="mod">
          <ac:chgData name="Nguyen Tuan. Long" userId="e4e93a65-ca82-41ec-92c8-0e4fdb0a72ae" providerId="ADAL" clId="{3CA47982-3EDB-4027-A75E-48CDEB6E8C2C}" dt="2024-07-13T14:16:00.595" v="837" actId="1036"/>
          <ac:spMkLst>
            <pc:docMk/>
            <pc:sldMk cId="3788190107" sldId="317"/>
            <ac:spMk id="29" creationId="{3B44278A-8FC8-4EFB-A5FC-1EB70F6E7976}"/>
          </ac:spMkLst>
        </pc:spChg>
        <pc:spChg chg="mod">
          <ac:chgData name="Nguyen Tuan. Long" userId="e4e93a65-ca82-41ec-92c8-0e4fdb0a72ae" providerId="ADAL" clId="{3CA47982-3EDB-4027-A75E-48CDEB6E8C2C}" dt="2024-07-13T14:46:43.178" v="1062" actId="20577"/>
          <ac:spMkLst>
            <pc:docMk/>
            <pc:sldMk cId="3788190107" sldId="317"/>
            <ac:spMk id="33" creationId="{5FAE13B3-6341-3FE8-6A84-15BE39FC5F37}"/>
          </ac:spMkLst>
        </pc:spChg>
        <pc:grpChg chg="add del mod">
          <ac:chgData name="Nguyen Tuan. Long" userId="e4e93a65-ca82-41ec-92c8-0e4fdb0a72ae" providerId="ADAL" clId="{3CA47982-3EDB-4027-A75E-48CDEB6E8C2C}" dt="2024-07-13T14:21:41.978" v="877" actId="478"/>
          <ac:grpSpMkLst>
            <pc:docMk/>
            <pc:sldMk cId="3788190107" sldId="317"/>
            <ac:grpSpMk id="16" creationId="{CD8B8B74-192D-57D2-4B33-26FB4BC6C20F}"/>
          </ac:grpSpMkLst>
        </pc:grpChg>
        <pc:grpChg chg="add mod">
          <ac:chgData name="Nguyen Tuan. Long" userId="e4e93a65-ca82-41ec-92c8-0e4fdb0a72ae" providerId="ADAL" clId="{3CA47982-3EDB-4027-A75E-48CDEB6E8C2C}" dt="2024-07-13T14:22:13.848" v="881"/>
          <ac:grpSpMkLst>
            <pc:docMk/>
            <pc:sldMk cId="3788190107" sldId="317"/>
            <ac:grpSpMk id="32" creationId="{77682219-7BA7-CE8A-F72D-9CDB5D2F06E7}"/>
          </ac:grpSpMkLst>
        </pc:grpChg>
        <pc:picChg chg="del">
          <ac:chgData name="Nguyen Tuan. Long" userId="e4e93a65-ca82-41ec-92c8-0e4fdb0a72ae" providerId="ADAL" clId="{3CA47982-3EDB-4027-A75E-48CDEB6E8C2C}" dt="2024-07-13T13:52:17.832" v="707" actId="478"/>
          <ac:picMkLst>
            <pc:docMk/>
            <pc:sldMk cId="3788190107" sldId="317"/>
            <ac:picMk id="6" creationId="{09E71348-BDEC-4E65-9C8B-5C07D06B5A9B}"/>
          </ac:picMkLst>
        </pc:picChg>
        <pc:picChg chg="add del mod">
          <ac:chgData name="Nguyen Tuan. Long" userId="e4e93a65-ca82-41ec-92c8-0e4fdb0a72ae" providerId="ADAL" clId="{3CA47982-3EDB-4027-A75E-48CDEB6E8C2C}" dt="2024-07-13T14:15:08.541" v="787" actId="478"/>
          <ac:picMkLst>
            <pc:docMk/>
            <pc:sldMk cId="3788190107" sldId="317"/>
            <ac:picMk id="7" creationId="{6676DD83-12D5-CAA1-749E-7BB825DE00E3}"/>
          </ac:picMkLst>
        </pc:picChg>
        <pc:picChg chg="del">
          <ac:chgData name="Nguyen Tuan. Long" userId="e4e93a65-ca82-41ec-92c8-0e4fdb0a72ae" providerId="ADAL" clId="{3CA47982-3EDB-4027-A75E-48CDEB6E8C2C}" dt="2024-07-13T13:52:18.682" v="708" actId="478"/>
          <ac:picMkLst>
            <pc:docMk/>
            <pc:sldMk cId="3788190107" sldId="317"/>
            <ac:picMk id="9" creationId="{CDD4DCF6-9EF3-4206-B597-0F4D93E458D4}"/>
          </ac:picMkLst>
        </pc:picChg>
        <pc:picChg chg="add mod modCrop">
          <ac:chgData name="Nguyen Tuan. Long" userId="e4e93a65-ca82-41ec-92c8-0e4fdb0a72ae" providerId="ADAL" clId="{3CA47982-3EDB-4027-A75E-48CDEB6E8C2C}" dt="2024-07-13T14:22:07.379" v="880" actId="208"/>
          <ac:picMkLst>
            <pc:docMk/>
            <pc:sldMk cId="3788190107" sldId="317"/>
            <ac:picMk id="10" creationId="{B931A319-80D9-95E5-A55E-922FAA10787E}"/>
          </ac:picMkLst>
        </pc:picChg>
        <pc:picChg chg="del">
          <ac:chgData name="Nguyen Tuan. Long" userId="e4e93a65-ca82-41ec-92c8-0e4fdb0a72ae" providerId="ADAL" clId="{3CA47982-3EDB-4027-A75E-48CDEB6E8C2C}" dt="2024-07-13T13:52:19.893" v="710" actId="478"/>
          <ac:picMkLst>
            <pc:docMk/>
            <pc:sldMk cId="3788190107" sldId="317"/>
            <ac:picMk id="11" creationId="{3E730804-E1A6-4116-9037-7AF95E295958}"/>
          </ac:picMkLst>
        </pc:picChg>
        <pc:picChg chg="del mod">
          <ac:chgData name="Nguyen Tuan. Long" userId="e4e93a65-ca82-41ec-92c8-0e4fdb0a72ae" providerId="ADAL" clId="{3CA47982-3EDB-4027-A75E-48CDEB6E8C2C}" dt="2024-07-13T13:52:22.525" v="713" actId="478"/>
          <ac:picMkLst>
            <pc:docMk/>
            <pc:sldMk cId="3788190107" sldId="317"/>
            <ac:picMk id="13" creationId="{7F4C725B-00FF-47F5-8222-058B241BE358}"/>
          </ac:picMkLst>
        </pc:picChg>
        <pc:picChg chg="add mod">
          <ac:chgData name="Nguyen Tuan. Long" userId="e4e93a65-ca82-41ec-92c8-0e4fdb0a72ae" providerId="ADAL" clId="{3CA47982-3EDB-4027-A75E-48CDEB6E8C2C}" dt="2024-07-13T14:21:48.437" v="878" actId="1076"/>
          <ac:picMkLst>
            <pc:docMk/>
            <pc:sldMk cId="3788190107" sldId="317"/>
            <ac:picMk id="14" creationId="{3AF6177E-E976-4F0B-A30F-AD9474E6CCA7}"/>
          </ac:picMkLst>
        </pc:picChg>
        <pc:picChg chg="del">
          <ac:chgData name="Nguyen Tuan. Long" userId="e4e93a65-ca82-41ec-92c8-0e4fdb0a72ae" providerId="ADAL" clId="{3CA47982-3EDB-4027-A75E-48CDEB6E8C2C}" dt="2024-07-13T13:52:21.823" v="712" actId="478"/>
          <ac:picMkLst>
            <pc:docMk/>
            <pc:sldMk cId="3788190107" sldId="317"/>
            <ac:picMk id="15" creationId="{EBA5FB39-07CC-4E00-9771-C1D4417E2210}"/>
          </ac:picMkLst>
        </pc:picChg>
        <pc:picChg chg="del">
          <ac:chgData name="Nguyen Tuan. Long" userId="e4e93a65-ca82-41ec-92c8-0e4fdb0a72ae" providerId="ADAL" clId="{3CA47982-3EDB-4027-A75E-48CDEB6E8C2C}" dt="2024-07-13T13:52:19.220" v="709" actId="478"/>
          <ac:picMkLst>
            <pc:docMk/>
            <pc:sldMk cId="3788190107" sldId="317"/>
            <ac:picMk id="17" creationId="{99B29F5B-84D6-48AB-9512-39B8AF86009D}"/>
          </ac:picMkLst>
        </pc:picChg>
        <pc:cxnChg chg="del mod topLvl">
          <ac:chgData name="Nguyen Tuan. Long" userId="e4e93a65-ca82-41ec-92c8-0e4fdb0a72ae" providerId="ADAL" clId="{3CA47982-3EDB-4027-A75E-48CDEB6E8C2C}" dt="2024-07-13T14:21:41.978" v="877" actId="478"/>
          <ac:cxnSpMkLst>
            <pc:docMk/>
            <pc:sldMk cId="3788190107" sldId="317"/>
            <ac:cxnSpMk id="19" creationId="{C343F197-5A0E-16F1-B252-2D9D3D8D4FDD}"/>
          </ac:cxnSpMkLst>
        </pc:cxnChg>
        <pc:cxnChg chg="mod">
          <ac:chgData name="Nguyen Tuan. Long" userId="e4e93a65-ca82-41ec-92c8-0e4fdb0a72ae" providerId="ADAL" clId="{3CA47982-3EDB-4027-A75E-48CDEB6E8C2C}" dt="2024-07-13T14:26:04.008" v="921" actId="14100"/>
          <ac:cxnSpMkLst>
            <pc:docMk/>
            <pc:sldMk cId="3788190107" sldId="317"/>
            <ac:cxnSpMk id="34" creationId="{4A5F6B41-A2E8-7E46-0A79-B2FD096895E4}"/>
          </ac:cxnSpMkLst>
        </pc:cxnChg>
      </pc:sldChg>
      <pc:sldChg chg="del">
        <pc:chgData name="Nguyen Tuan. Long" userId="e4e93a65-ca82-41ec-92c8-0e4fdb0a72ae" providerId="ADAL" clId="{3CA47982-3EDB-4027-A75E-48CDEB6E8C2C}" dt="2024-07-13T14:27:13.730" v="926" actId="2696"/>
        <pc:sldMkLst>
          <pc:docMk/>
          <pc:sldMk cId="391946227" sldId="318"/>
        </pc:sldMkLst>
      </pc:sldChg>
      <pc:sldChg chg="del">
        <pc:chgData name="Nguyen Tuan. Long" userId="e4e93a65-ca82-41ec-92c8-0e4fdb0a72ae" providerId="ADAL" clId="{3CA47982-3EDB-4027-A75E-48CDEB6E8C2C}" dt="2024-07-13T14:27:26.182" v="927" actId="2696"/>
        <pc:sldMkLst>
          <pc:docMk/>
          <pc:sldMk cId="3411714074" sldId="319"/>
        </pc:sldMkLst>
      </pc:sldChg>
      <pc:sldChg chg="addSp delSp modSp mod addAnim delAnim modAnim">
        <pc:chgData name="Nguyen Tuan. Long" userId="e4e93a65-ca82-41ec-92c8-0e4fdb0a72ae" providerId="ADAL" clId="{3CA47982-3EDB-4027-A75E-48CDEB6E8C2C}" dt="2024-07-13T14:52:16.792" v="1125" actId="20577"/>
        <pc:sldMkLst>
          <pc:docMk/>
          <pc:sldMk cId="2190611551" sldId="320"/>
        </pc:sldMkLst>
        <pc:spChg chg="add mod">
          <ac:chgData name="Nguyen Tuan. Long" userId="e4e93a65-ca82-41ec-92c8-0e4fdb0a72ae" providerId="ADAL" clId="{3CA47982-3EDB-4027-A75E-48CDEB6E8C2C}" dt="2024-07-13T14:51:34.613" v="1119" actId="113"/>
          <ac:spMkLst>
            <pc:docMk/>
            <pc:sldMk cId="2190611551" sldId="320"/>
            <ac:spMk id="6" creationId="{0262D10F-4D3F-9FA0-CA45-6E09BD6E39A9}"/>
          </ac:spMkLst>
        </pc:spChg>
        <pc:spChg chg="mod">
          <ac:chgData name="Nguyen Tuan. Long" userId="e4e93a65-ca82-41ec-92c8-0e4fdb0a72ae" providerId="ADAL" clId="{3CA47982-3EDB-4027-A75E-48CDEB6E8C2C}" dt="2024-07-13T14:52:16.792" v="1125" actId="20577"/>
          <ac:spMkLst>
            <pc:docMk/>
            <pc:sldMk cId="2190611551" sldId="320"/>
            <ac:spMk id="29" creationId="{3B44278A-8FC8-4EFB-A5FC-1EB70F6E7976}"/>
          </ac:spMkLst>
        </pc:spChg>
        <pc:grpChg chg="add del mod">
          <ac:chgData name="Nguyen Tuan. Long" userId="e4e93a65-ca82-41ec-92c8-0e4fdb0a72ae" providerId="ADAL" clId="{3CA47982-3EDB-4027-A75E-48CDEB6E8C2C}" dt="2024-07-13T14:35:43.265" v="965" actId="478"/>
          <ac:grpSpMkLst>
            <pc:docMk/>
            <pc:sldMk cId="2190611551" sldId="320"/>
            <ac:grpSpMk id="28" creationId="{C64A2FEF-75C5-4C26-90C0-BA0EF2CA52EC}"/>
          </ac:grpSpMkLst>
        </pc:grpChg>
        <pc:picChg chg="del">
          <ac:chgData name="Nguyen Tuan. Long" userId="e4e93a65-ca82-41ec-92c8-0e4fdb0a72ae" providerId="ADAL" clId="{3CA47982-3EDB-4027-A75E-48CDEB6E8C2C}" dt="2024-07-13T14:27:48.414" v="928" actId="478"/>
          <ac:picMkLst>
            <pc:docMk/>
            <pc:sldMk cId="2190611551" sldId="320"/>
            <ac:picMk id="8" creationId="{F93B430B-7F0D-494D-8907-A9B91365919E}"/>
          </ac:picMkLst>
        </pc:picChg>
        <pc:picChg chg="del">
          <ac:chgData name="Nguyen Tuan. Long" userId="e4e93a65-ca82-41ec-92c8-0e4fdb0a72ae" providerId="ADAL" clId="{3CA47982-3EDB-4027-A75E-48CDEB6E8C2C}" dt="2024-07-13T14:28:01.675" v="931" actId="478"/>
          <ac:picMkLst>
            <pc:docMk/>
            <pc:sldMk cId="2190611551" sldId="320"/>
            <ac:picMk id="12" creationId="{BFA8C061-FF09-4FA0-BCD6-0A8B385C8B27}"/>
          </ac:picMkLst>
        </pc:picChg>
        <pc:picChg chg="del">
          <ac:chgData name="Nguyen Tuan. Long" userId="e4e93a65-ca82-41ec-92c8-0e4fdb0a72ae" providerId="ADAL" clId="{3CA47982-3EDB-4027-A75E-48CDEB6E8C2C}" dt="2024-07-13T14:27:57.256" v="930" actId="478"/>
          <ac:picMkLst>
            <pc:docMk/>
            <pc:sldMk cId="2190611551" sldId="320"/>
            <ac:picMk id="14" creationId="{9C74A574-30A2-4DE2-9E84-2B7192AF5537}"/>
          </ac:picMkLst>
        </pc:picChg>
        <pc:picChg chg="del">
          <ac:chgData name="Nguyen Tuan. Long" userId="e4e93a65-ca82-41ec-92c8-0e4fdb0a72ae" providerId="ADAL" clId="{3CA47982-3EDB-4027-A75E-48CDEB6E8C2C}" dt="2024-07-13T14:27:56.542" v="929" actId="478"/>
          <ac:picMkLst>
            <pc:docMk/>
            <pc:sldMk cId="2190611551" sldId="320"/>
            <ac:picMk id="16" creationId="{E69D6B41-5EA6-4B43-A1E3-12EF372AE3C0}"/>
          </ac:picMkLst>
        </pc:picChg>
        <pc:cxnChg chg="mod">
          <ac:chgData name="Nguyen Tuan. Long" userId="e4e93a65-ca82-41ec-92c8-0e4fdb0a72ae" providerId="ADAL" clId="{3CA47982-3EDB-4027-A75E-48CDEB6E8C2C}" dt="2024-07-13T14:35:43.265" v="965" actId="478"/>
          <ac:cxnSpMkLst>
            <pc:docMk/>
            <pc:sldMk cId="2190611551" sldId="320"/>
            <ac:cxnSpMk id="25" creationId="{BDEA6A8A-3A39-40A3-9323-7C04AE8E30C5}"/>
          </ac:cxnSpMkLst>
        </pc:cxnChg>
      </pc:sldChg>
      <pc:sldChg chg="del">
        <pc:chgData name="Nguyen Tuan. Long" userId="e4e93a65-ca82-41ec-92c8-0e4fdb0a72ae" providerId="ADAL" clId="{3CA47982-3EDB-4027-A75E-48CDEB6E8C2C}" dt="2024-07-13T14:43:51.223" v="1056" actId="2696"/>
        <pc:sldMkLst>
          <pc:docMk/>
          <pc:sldMk cId="3969836493" sldId="321"/>
        </pc:sldMkLst>
      </pc:sldChg>
      <pc:sldChg chg="del">
        <pc:chgData name="Nguyen Tuan. Long" userId="e4e93a65-ca82-41ec-92c8-0e4fdb0a72ae" providerId="ADAL" clId="{3CA47982-3EDB-4027-A75E-48CDEB6E8C2C}" dt="2024-07-13T14:43:58.254" v="1057" actId="2696"/>
        <pc:sldMkLst>
          <pc:docMk/>
          <pc:sldMk cId="2579293052" sldId="322"/>
        </pc:sldMkLst>
      </pc:sldChg>
      <pc:sldChg chg="del">
        <pc:chgData name="Nguyen Tuan. Long" userId="e4e93a65-ca82-41ec-92c8-0e4fdb0a72ae" providerId="ADAL" clId="{3CA47982-3EDB-4027-A75E-48CDEB6E8C2C}" dt="2024-07-13T14:44:26.463" v="1058" actId="47"/>
        <pc:sldMkLst>
          <pc:docMk/>
          <pc:sldMk cId="3246617614" sldId="323"/>
        </pc:sldMkLst>
      </pc:sldChg>
      <pc:sldChg chg="addSp delSp modSp mod delAnim">
        <pc:chgData name="Nguyen Tuan. Long" userId="e4e93a65-ca82-41ec-92c8-0e4fdb0a72ae" providerId="ADAL" clId="{3CA47982-3EDB-4027-A75E-48CDEB6E8C2C}" dt="2024-07-13T15:13:54.038" v="1240" actId="1076"/>
        <pc:sldMkLst>
          <pc:docMk/>
          <pc:sldMk cId="1812962466" sldId="324"/>
        </pc:sldMkLst>
        <pc:spChg chg="mod">
          <ac:chgData name="Nguyen Tuan. Long" userId="e4e93a65-ca82-41ec-92c8-0e4fdb0a72ae" providerId="ADAL" clId="{3CA47982-3EDB-4027-A75E-48CDEB6E8C2C}" dt="2024-07-13T15:04:39.817" v="1197" actId="404"/>
          <ac:spMkLst>
            <pc:docMk/>
            <pc:sldMk cId="1812962466" sldId="324"/>
            <ac:spMk id="4" creationId="{EFE970DA-31B3-48D7-84D8-E9CFD5B197FD}"/>
          </ac:spMkLst>
        </pc:spChg>
        <pc:spChg chg="add del">
          <ac:chgData name="Nguyen Tuan. Long" userId="e4e93a65-ca82-41ec-92c8-0e4fdb0a72ae" providerId="ADAL" clId="{3CA47982-3EDB-4027-A75E-48CDEB6E8C2C}" dt="2024-07-13T15:08:44.331" v="1199" actId="22"/>
          <ac:spMkLst>
            <pc:docMk/>
            <pc:sldMk cId="1812962466" sldId="324"/>
            <ac:spMk id="7" creationId="{F799C9A9-771A-F930-F5E4-16F59A368BED}"/>
          </ac:spMkLst>
        </pc:spChg>
        <pc:spChg chg="add del mod">
          <ac:chgData name="Nguyen Tuan. Long" userId="e4e93a65-ca82-41ec-92c8-0e4fdb0a72ae" providerId="ADAL" clId="{3CA47982-3EDB-4027-A75E-48CDEB6E8C2C}" dt="2024-07-13T15:08:52.246" v="1202" actId="478"/>
          <ac:spMkLst>
            <pc:docMk/>
            <pc:sldMk cId="1812962466" sldId="324"/>
            <ac:spMk id="11" creationId="{3BCFE684-6417-91E9-3999-841F6405884E}"/>
          </ac:spMkLst>
        </pc:spChg>
        <pc:spChg chg="add mod">
          <ac:chgData name="Nguyen Tuan. Long" userId="e4e93a65-ca82-41ec-92c8-0e4fdb0a72ae" providerId="ADAL" clId="{3CA47982-3EDB-4027-A75E-48CDEB6E8C2C}" dt="2024-07-13T15:10:12.853" v="1228" actId="6549"/>
          <ac:spMkLst>
            <pc:docMk/>
            <pc:sldMk cId="1812962466" sldId="324"/>
            <ac:spMk id="14" creationId="{7A6E0820-F823-299E-0E68-23D2196AFE75}"/>
          </ac:spMkLst>
        </pc:spChg>
        <pc:spChg chg="add mod">
          <ac:chgData name="Nguyen Tuan. Long" userId="e4e93a65-ca82-41ec-92c8-0e4fdb0a72ae" providerId="ADAL" clId="{3CA47982-3EDB-4027-A75E-48CDEB6E8C2C}" dt="2024-07-13T15:13:47.806" v="1239"/>
          <ac:spMkLst>
            <pc:docMk/>
            <pc:sldMk cId="1812962466" sldId="324"/>
            <ac:spMk id="15" creationId="{FEAAD126-0872-68A8-DE04-31839BED8BA4}"/>
          </ac:spMkLst>
        </pc:spChg>
        <pc:spChg chg="add mod">
          <ac:chgData name="Nguyen Tuan. Long" userId="e4e93a65-ca82-41ec-92c8-0e4fdb0a72ae" providerId="ADAL" clId="{3CA47982-3EDB-4027-A75E-48CDEB6E8C2C}" dt="2024-07-13T15:13:54.038" v="1240" actId="1076"/>
          <ac:spMkLst>
            <pc:docMk/>
            <pc:sldMk cId="1812962466" sldId="324"/>
            <ac:spMk id="17" creationId="{A5CAF1C0-75FD-5FC2-736A-BEF3C7C8CFE0}"/>
          </ac:spMkLst>
        </pc:spChg>
        <pc:picChg chg="del">
          <ac:chgData name="Nguyen Tuan. Long" userId="e4e93a65-ca82-41ec-92c8-0e4fdb0a72ae" providerId="ADAL" clId="{3CA47982-3EDB-4027-A75E-48CDEB6E8C2C}" dt="2024-07-13T14:59:51.914" v="1179" actId="478"/>
          <ac:picMkLst>
            <pc:docMk/>
            <pc:sldMk cId="1812962466" sldId="324"/>
            <ac:picMk id="6" creationId="{1E169B25-EA61-409E-A63B-DB9876538BDB}"/>
          </ac:picMkLst>
        </pc:picChg>
        <pc:picChg chg="del">
          <ac:chgData name="Nguyen Tuan. Long" userId="e4e93a65-ca82-41ec-92c8-0e4fdb0a72ae" providerId="ADAL" clId="{3CA47982-3EDB-4027-A75E-48CDEB6E8C2C}" dt="2024-07-13T14:59:54.393" v="1180" actId="478"/>
          <ac:picMkLst>
            <pc:docMk/>
            <pc:sldMk cId="1812962466" sldId="324"/>
            <ac:picMk id="8" creationId="{6F7918B4-8E6D-4D18-8FB6-56494879B74D}"/>
          </ac:picMkLst>
        </pc:picChg>
        <pc:picChg chg="del mod">
          <ac:chgData name="Nguyen Tuan. Long" userId="e4e93a65-ca82-41ec-92c8-0e4fdb0a72ae" providerId="ADAL" clId="{3CA47982-3EDB-4027-A75E-48CDEB6E8C2C}" dt="2024-07-13T14:59:56.689" v="1183" actId="478"/>
          <ac:picMkLst>
            <pc:docMk/>
            <pc:sldMk cId="1812962466" sldId="324"/>
            <ac:picMk id="10" creationId="{9EF0854A-EC41-40CB-A0DA-33649F0068F8}"/>
          </ac:picMkLst>
        </pc:picChg>
        <pc:picChg chg="del">
          <ac:chgData name="Nguyen Tuan. Long" userId="e4e93a65-ca82-41ec-92c8-0e4fdb0a72ae" providerId="ADAL" clId="{3CA47982-3EDB-4027-A75E-48CDEB6E8C2C}" dt="2024-07-13T14:59:55.713" v="1181" actId="478"/>
          <ac:picMkLst>
            <pc:docMk/>
            <pc:sldMk cId="1812962466" sldId="324"/>
            <ac:picMk id="12" creationId="{4748CA86-969B-48DA-B239-0E3DFE1EFD47}"/>
          </ac:picMkLst>
        </pc:picChg>
      </pc:sldChg>
      <pc:sldChg chg="del">
        <pc:chgData name="Nguyen Tuan. Long" userId="e4e93a65-ca82-41ec-92c8-0e4fdb0a72ae" providerId="ADAL" clId="{3CA47982-3EDB-4027-A75E-48CDEB6E8C2C}" dt="2024-07-13T15:14:06.909" v="1241" actId="47"/>
        <pc:sldMkLst>
          <pc:docMk/>
          <pc:sldMk cId="1548158913" sldId="325"/>
        </pc:sldMkLst>
      </pc:sldChg>
      <pc:sldChg chg="addSp delSp modSp mod delAnim modAnim">
        <pc:chgData name="Nguyen Tuan. Long" userId="e4e93a65-ca82-41ec-92c8-0e4fdb0a72ae" providerId="ADAL" clId="{3CA47982-3EDB-4027-A75E-48CDEB6E8C2C}" dt="2024-07-13T15:23:24.925" v="1368" actId="478"/>
        <pc:sldMkLst>
          <pc:docMk/>
          <pc:sldMk cId="3996310755" sldId="326"/>
        </pc:sldMkLst>
        <pc:spChg chg="add mod">
          <ac:chgData name="Nguyen Tuan. Long" userId="e4e93a65-ca82-41ec-92c8-0e4fdb0a72ae" providerId="ADAL" clId="{3CA47982-3EDB-4027-A75E-48CDEB6E8C2C}" dt="2024-07-13T15:22:02.400" v="1365" actId="1035"/>
          <ac:spMkLst>
            <pc:docMk/>
            <pc:sldMk cId="3996310755" sldId="326"/>
            <ac:spMk id="2" creationId="{50297516-AF12-B9D9-9152-C7748E3DAFCD}"/>
          </ac:spMkLst>
        </pc:spChg>
        <pc:spChg chg="add mod">
          <ac:chgData name="Nguyen Tuan. Long" userId="e4e93a65-ca82-41ec-92c8-0e4fdb0a72ae" providerId="ADAL" clId="{3CA47982-3EDB-4027-A75E-48CDEB6E8C2C}" dt="2024-07-13T15:22:02.400" v="1365" actId="1035"/>
          <ac:spMkLst>
            <pc:docMk/>
            <pc:sldMk cId="3996310755" sldId="326"/>
            <ac:spMk id="4" creationId="{6289467E-C377-1FE0-8824-772EB1B483B0}"/>
          </ac:spMkLst>
        </pc:spChg>
        <pc:spChg chg="add mod">
          <ac:chgData name="Nguyen Tuan. Long" userId="e4e93a65-ca82-41ec-92c8-0e4fdb0a72ae" providerId="ADAL" clId="{3CA47982-3EDB-4027-A75E-48CDEB6E8C2C}" dt="2024-07-13T15:22:02.400" v="1365" actId="1035"/>
          <ac:spMkLst>
            <pc:docMk/>
            <pc:sldMk cId="3996310755" sldId="326"/>
            <ac:spMk id="6" creationId="{12767CF4-4AAF-BA33-1FD0-1E1C28F4E893}"/>
          </ac:spMkLst>
        </pc:spChg>
        <pc:spChg chg="add del mod">
          <ac:chgData name="Nguyen Tuan. Long" userId="e4e93a65-ca82-41ec-92c8-0e4fdb0a72ae" providerId="ADAL" clId="{3CA47982-3EDB-4027-A75E-48CDEB6E8C2C}" dt="2024-07-13T15:23:24.925" v="1368" actId="478"/>
          <ac:spMkLst>
            <pc:docMk/>
            <pc:sldMk cId="3996310755" sldId="326"/>
            <ac:spMk id="7" creationId="{4BCD6F38-43BE-E651-4DB7-76CEE230E674}"/>
          </ac:spMkLst>
        </pc:spChg>
        <pc:spChg chg="del mod">
          <ac:chgData name="Nguyen Tuan. Long" userId="e4e93a65-ca82-41ec-92c8-0e4fdb0a72ae" providerId="ADAL" clId="{3CA47982-3EDB-4027-A75E-48CDEB6E8C2C}" dt="2024-07-13T15:15:31.374" v="1245" actId="478"/>
          <ac:spMkLst>
            <pc:docMk/>
            <pc:sldMk cId="3996310755" sldId="326"/>
            <ac:spMk id="9" creationId="{EDB5A2D8-5C78-4688-A7DB-2FA245FF734B}"/>
          </ac:spMkLst>
        </pc:spChg>
        <pc:spChg chg="del">
          <ac:chgData name="Nguyen Tuan. Long" userId="e4e93a65-ca82-41ec-92c8-0e4fdb0a72ae" providerId="ADAL" clId="{3CA47982-3EDB-4027-A75E-48CDEB6E8C2C}" dt="2024-07-13T15:15:53.861" v="1253" actId="478"/>
          <ac:spMkLst>
            <pc:docMk/>
            <pc:sldMk cId="3996310755" sldId="326"/>
            <ac:spMk id="17" creationId="{DB9762B0-A591-4885-B7E0-5D8DE1A64246}"/>
          </ac:spMkLst>
        </pc:spChg>
        <pc:spChg chg="mod">
          <ac:chgData name="Nguyen Tuan. Long" userId="e4e93a65-ca82-41ec-92c8-0e4fdb0a72ae" providerId="ADAL" clId="{3CA47982-3EDB-4027-A75E-48CDEB6E8C2C}" dt="2024-07-13T15:19:55.846" v="1338" actId="255"/>
          <ac:spMkLst>
            <pc:docMk/>
            <pc:sldMk cId="3996310755" sldId="326"/>
            <ac:spMk id="29" creationId="{3B44278A-8FC8-4EFB-A5FC-1EB70F6E7976}"/>
          </ac:spMkLst>
        </pc:spChg>
        <pc:picChg chg="mod modCrop">
          <ac:chgData name="Nguyen Tuan. Long" userId="e4e93a65-ca82-41ec-92c8-0e4fdb0a72ae" providerId="ADAL" clId="{3CA47982-3EDB-4027-A75E-48CDEB6E8C2C}" dt="2024-07-13T15:22:02.400" v="1365" actId="1035"/>
          <ac:picMkLst>
            <pc:docMk/>
            <pc:sldMk cId="3996310755" sldId="326"/>
            <ac:picMk id="10" creationId="{03FF43E3-EBB3-49E6-8D18-9A2DFF5109B2}"/>
          </ac:picMkLst>
        </pc:picChg>
        <pc:picChg chg="mod modCrop">
          <ac:chgData name="Nguyen Tuan. Long" userId="e4e93a65-ca82-41ec-92c8-0e4fdb0a72ae" providerId="ADAL" clId="{3CA47982-3EDB-4027-A75E-48CDEB6E8C2C}" dt="2024-07-13T15:22:02.400" v="1365" actId="1035"/>
          <ac:picMkLst>
            <pc:docMk/>
            <pc:sldMk cId="3996310755" sldId="326"/>
            <ac:picMk id="12" creationId="{BFA0559E-D4F2-4DDD-9E85-B07586F41F8D}"/>
          </ac:picMkLst>
        </pc:picChg>
        <pc:picChg chg="mod">
          <ac:chgData name="Nguyen Tuan. Long" userId="e4e93a65-ca82-41ec-92c8-0e4fdb0a72ae" providerId="ADAL" clId="{3CA47982-3EDB-4027-A75E-48CDEB6E8C2C}" dt="2024-07-13T15:22:02.400" v="1365" actId="1035"/>
          <ac:picMkLst>
            <pc:docMk/>
            <pc:sldMk cId="3996310755" sldId="326"/>
            <ac:picMk id="14" creationId="{7178AB23-180E-45D5-8DCB-70405081A7C4}"/>
          </ac:picMkLst>
        </pc:picChg>
      </pc:sldChg>
      <pc:sldChg chg="del">
        <pc:chgData name="Nguyen Tuan. Long" userId="e4e93a65-ca82-41ec-92c8-0e4fdb0a72ae" providerId="ADAL" clId="{3CA47982-3EDB-4027-A75E-48CDEB6E8C2C}" dt="2024-07-13T15:20:26.806" v="1339" actId="2696"/>
        <pc:sldMkLst>
          <pc:docMk/>
          <pc:sldMk cId="1423860730" sldId="327"/>
        </pc:sldMkLst>
      </pc:sldChg>
      <pc:sldChg chg="del">
        <pc:chgData name="Nguyen Tuan. Long" userId="e4e93a65-ca82-41ec-92c8-0e4fdb0a72ae" providerId="ADAL" clId="{3CA47982-3EDB-4027-A75E-48CDEB6E8C2C}" dt="2024-07-13T15:23:28.956" v="1369" actId="2696"/>
        <pc:sldMkLst>
          <pc:docMk/>
          <pc:sldMk cId="2073233524" sldId="328"/>
        </pc:sldMkLst>
      </pc:sldChg>
      <pc:sldChg chg="del">
        <pc:chgData name="Nguyen Tuan. Long" userId="e4e93a65-ca82-41ec-92c8-0e4fdb0a72ae" providerId="ADAL" clId="{3CA47982-3EDB-4027-A75E-48CDEB6E8C2C}" dt="2024-07-13T15:23:41.579" v="1370" actId="2696"/>
        <pc:sldMkLst>
          <pc:docMk/>
          <pc:sldMk cId="3774375456" sldId="329"/>
        </pc:sldMkLst>
      </pc:sldChg>
      <pc:sldChg chg="addSp delSp modSp mod modAnim">
        <pc:chgData name="Nguyen Tuan. Long" userId="e4e93a65-ca82-41ec-92c8-0e4fdb0a72ae" providerId="ADAL" clId="{3CA47982-3EDB-4027-A75E-48CDEB6E8C2C}" dt="2024-07-14T04:05:47.236" v="1514"/>
        <pc:sldMkLst>
          <pc:docMk/>
          <pc:sldMk cId="3733753095" sldId="330"/>
        </pc:sldMkLst>
        <pc:spChg chg="del">
          <ac:chgData name="Nguyen Tuan. Long" userId="e4e93a65-ca82-41ec-92c8-0e4fdb0a72ae" providerId="ADAL" clId="{3CA47982-3EDB-4027-A75E-48CDEB6E8C2C}" dt="2024-07-14T03:42:31.338" v="1390" actId="478"/>
          <ac:spMkLst>
            <pc:docMk/>
            <pc:sldMk cId="3733753095" sldId="330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3CA47982-3EDB-4027-A75E-48CDEB6E8C2C}" dt="2024-07-14T03:42:46.257" v="1393" actId="478"/>
          <ac:spMkLst>
            <pc:docMk/>
            <pc:sldMk cId="3733753095" sldId="330"/>
            <ac:spMk id="6" creationId="{F34513A1-5B9D-D604-F8D8-F0ED0780C531}"/>
          </ac:spMkLst>
        </pc:spChg>
        <pc:spChg chg="add">
          <ac:chgData name="Nguyen Tuan. Long" userId="e4e93a65-ca82-41ec-92c8-0e4fdb0a72ae" providerId="ADAL" clId="{3CA47982-3EDB-4027-A75E-48CDEB6E8C2C}" dt="2024-07-14T03:43:09.376" v="1394"/>
          <ac:spMkLst>
            <pc:docMk/>
            <pc:sldMk cId="3733753095" sldId="330"/>
            <ac:spMk id="7" creationId="{CAA0D63B-30B9-9E28-E2EE-9007F35A8731}"/>
          </ac:spMkLst>
        </pc:spChg>
        <pc:spChg chg="del">
          <ac:chgData name="Nguyen Tuan. Long" userId="e4e93a65-ca82-41ec-92c8-0e4fdb0a72ae" providerId="ADAL" clId="{3CA47982-3EDB-4027-A75E-48CDEB6E8C2C}" dt="2024-07-14T03:42:25.424" v="1389" actId="478"/>
          <ac:spMkLst>
            <pc:docMk/>
            <pc:sldMk cId="3733753095" sldId="330"/>
            <ac:spMk id="8" creationId="{2FC302AF-6774-4106-A58A-C33A2C60F6E8}"/>
          </ac:spMkLst>
        </pc:spChg>
        <pc:spChg chg="mod">
          <ac:chgData name="Nguyen Tuan. Long" userId="e4e93a65-ca82-41ec-92c8-0e4fdb0a72ae" providerId="ADAL" clId="{3CA47982-3EDB-4027-A75E-48CDEB6E8C2C}" dt="2024-07-14T03:44:26.688" v="1401" actId="1076"/>
          <ac:spMkLst>
            <pc:docMk/>
            <pc:sldMk cId="3733753095" sldId="330"/>
            <ac:spMk id="9" creationId="{A19F0BCB-A251-4AB5-B952-85A538544360}"/>
          </ac:spMkLst>
        </pc:spChg>
        <pc:spChg chg="mod">
          <ac:chgData name="Nguyen Tuan. Long" userId="e4e93a65-ca82-41ec-92c8-0e4fdb0a72ae" providerId="ADAL" clId="{3CA47982-3EDB-4027-A75E-48CDEB6E8C2C}" dt="2024-07-14T03:44:53.834" v="1456" actId="20577"/>
          <ac:spMkLst>
            <pc:docMk/>
            <pc:sldMk cId="3733753095" sldId="330"/>
            <ac:spMk id="10" creationId="{FF0DE6D1-595A-490D-9C66-FB3A00066274}"/>
          </ac:spMkLst>
        </pc:spChg>
        <pc:spChg chg="add mod">
          <ac:chgData name="Nguyen Tuan. Long" userId="e4e93a65-ca82-41ec-92c8-0e4fdb0a72ae" providerId="ADAL" clId="{3CA47982-3EDB-4027-A75E-48CDEB6E8C2C}" dt="2024-07-14T04:01:08.814" v="1474"/>
          <ac:spMkLst>
            <pc:docMk/>
            <pc:sldMk cId="3733753095" sldId="330"/>
            <ac:spMk id="11" creationId="{B2AC4C29-FE4C-1F54-E26B-AB0ACA03E2AF}"/>
          </ac:spMkLst>
        </pc:spChg>
        <pc:spChg chg="add del">
          <ac:chgData name="Nguyen Tuan. Long" userId="e4e93a65-ca82-41ec-92c8-0e4fdb0a72ae" providerId="ADAL" clId="{3CA47982-3EDB-4027-A75E-48CDEB6E8C2C}" dt="2024-07-14T04:00:24.130" v="1470" actId="22"/>
          <ac:spMkLst>
            <pc:docMk/>
            <pc:sldMk cId="3733753095" sldId="330"/>
            <ac:spMk id="13" creationId="{4D0AEFBE-D1CD-5DA4-59A1-0B54B85C2370}"/>
          </ac:spMkLst>
        </pc:spChg>
        <pc:spChg chg="add mod">
          <ac:chgData name="Nguyen Tuan. Long" userId="e4e93a65-ca82-41ec-92c8-0e4fdb0a72ae" providerId="ADAL" clId="{3CA47982-3EDB-4027-A75E-48CDEB6E8C2C}" dt="2024-07-14T04:05:12.593" v="1506" actId="14100"/>
          <ac:spMkLst>
            <pc:docMk/>
            <pc:sldMk cId="3733753095" sldId="330"/>
            <ac:spMk id="14" creationId="{B03F1BC3-843E-8C43-9F32-2734C678B63F}"/>
          </ac:spMkLst>
        </pc:spChg>
        <pc:picChg chg="add mod">
          <ac:chgData name="Nguyen Tuan. Long" userId="e4e93a65-ca82-41ec-92c8-0e4fdb0a72ae" providerId="ADAL" clId="{3CA47982-3EDB-4027-A75E-48CDEB6E8C2C}" dt="2024-07-14T04:05:18.492" v="1509" actId="1076"/>
          <ac:picMkLst>
            <pc:docMk/>
            <pc:sldMk cId="3733753095" sldId="330"/>
            <ac:picMk id="16" creationId="{0F7725AF-6175-EB7A-C7ED-8D6958E51EB9}"/>
          </ac:picMkLst>
        </pc:picChg>
        <pc:picChg chg="add del mod">
          <ac:chgData name="Nguyen Tuan. Long" userId="e4e93a65-ca82-41ec-92c8-0e4fdb0a72ae" providerId="ADAL" clId="{3CA47982-3EDB-4027-A75E-48CDEB6E8C2C}" dt="2024-07-14T04:04:20.167" v="1501" actId="478"/>
          <ac:picMkLst>
            <pc:docMk/>
            <pc:sldMk cId="3733753095" sldId="330"/>
            <ac:picMk id="1027" creationId="{7191D285-6918-97D4-6B44-A75C1AA441F9}"/>
          </ac:picMkLst>
        </pc:picChg>
      </pc:sldChg>
      <pc:sldChg chg="addSp delSp modSp mod ord delAnim modAnim modShow">
        <pc:chgData name="Nguyen Tuan. Long" userId="e4e93a65-ca82-41ec-92c8-0e4fdb0a72ae" providerId="ADAL" clId="{3CA47982-3EDB-4027-A75E-48CDEB6E8C2C}" dt="2024-07-14T05:04:21.351" v="2181" actId="1076"/>
        <pc:sldMkLst>
          <pc:docMk/>
          <pc:sldMk cId="793491857" sldId="331"/>
        </pc:sldMkLst>
        <pc:spChg chg="add del mod">
          <ac:chgData name="Nguyen Tuan. Long" userId="e4e93a65-ca82-41ec-92c8-0e4fdb0a72ae" providerId="ADAL" clId="{3CA47982-3EDB-4027-A75E-48CDEB6E8C2C}" dt="2024-07-14T04:15:29.085" v="1570" actId="478"/>
          <ac:spMkLst>
            <pc:docMk/>
            <pc:sldMk cId="793491857" sldId="331"/>
            <ac:spMk id="4" creationId="{2DCE454D-9CCF-B266-1123-0CF6D5974C3F}"/>
          </ac:spMkLst>
        </pc:spChg>
        <pc:spChg chg="del">
          <ac:chgData name="Nguyen Tuan. Long" userId="e4e93a65-ca82-41ec-92c8-0e4fdb0a72ae" providerId="ADAL" clId="{3CA47982-3EDB-4027-A75E-48CDEB6E8C2C}" dt="2024-07-14T04:07:16.909" v="1519" actId="478"/>
          <ac:spMkLst>
            <pc:docMk/>
            <pc:sldMk cId="793491857" sldId="331"/>
            <ac:spMk id="9" creationId="{4B31F449-B587-46C5-B1FA-29E8531E0FD1}"/>
          </ac:spMkLst>
        </pc:spChg>
        <pc:spChg chg="add del mod">
          <ac:chgData name="Nguyen Tuan. Long" userId="e4e93a65-ca82-41ec-92c8-0e4fdb0a72ae" providerId="ADAL" clId="{3CA47982-3EDB-4027-A75E-48CDEB6E8C2C}" dt="2024-07-14T04:08:14.004" v="1531" actId="1076"/>
          <ac:spMkLst>
            <pc:docMk/>
            <pc:sldMk cId="793491857" sldId="331"/>
            <ac:spMk id="29" creationId="{3B44278A-8FC8-4EFB-A5FC-1EB70F6E7976}"/>
          </ac:spMkLst>
        </pc:spChg>
        <pc:grpChg chg="del">
          <ac:chgData name="Nguyen Tuan. Long" userId="e4e93a65-ca82-41ec-92c8-0e4fdb0a72ae" providerId="ADAL" clId="{3CA47982-3EDB-4027-A75E-48CDEB6E8C2C}" dt="2024-07-14T04:07:19.469" v="1520" actId="478"/>
          <ac:grpSpMkLst>
            <pc:docMk/>
            <pc:sldMk cId="793491857" sldId="331"/>
            <ac:grpSpMk id="24" creationId="{FC78AA60-6F00-43CB-A0D8-8D47C369A0CA}"/>
          </ac:grpSpMkLst>
        </pc:grpChg>
        <pc:graphicFrameChg chg="add mod modGraphic">
          <ac:chgData name="Nguyen Tuan. Long" userId="e4e93a65-ca82-41ec-92c8-0e4fdb0a72ae" providerId="ADAL" clId="{3CA47982-3EDB-4027-A75E-48CDEB6E8C2C}" dt="2024-07-14T05:04:10.039" v="2178" actId="14100"/>
          <ac:graphicFrameMkLst>
            <pc:docMk/>
            <pc:sldMk cId="793491857" sldId="331"/>
            <ac:graphicFrameMk id="6" creationId="{2A0B3596-6E3C-B0E5-3A76-F91F22AA045B}"/>
          </ac:graphicFrameMkLst>
        </pc:graphicFrameChg>
        <pc:graphicFrameChg chg="add del mod modGraphic">
          <ac:chgData name="Nguyen Tuan. Long" userId="e4e93a65-ca82-41ec-92c8-0e4fdb0a72ae" providerId="ADAL" clId="{3CA47982-3EDB-4027-A75E-48CDEB6E8C2C}" dt="2024-07-14T04:27:29.156" v="1714" actId="1032"/>
          <ac:graphicFrameMkLst>
            <pc:docMk/>
            <pc:sldMk cId="793491857" sldId="331"/>
            <ac:graphicFrameMk id="7" creationId="{D410E0A8-83A8-9950-FFE1-5664824B0EC1}"/>
          </ac:graphicFrameMkLst>
        </pc:graphicFrameChg>
        <pc:picChg chg="add mod">
          <ac:chgData name="Nguyen Tuan. Long" userId="e4e93a65-ca82-41ec-92c8-0e4fdb0a72ae" providerId="ADAL" clId="{3CA47982-3EDB-4027-A75E-48CDEB6E8C2C}" dt="2024-07-14T05:04:21.351" v="2181" actId="1076"/>
          <ac:picMkLst>
            <pc:docMk/>
            <pc:sldMk cId="793491857" sldId="331"/>
            <ac:picMk id="8" creationId="{2AFD537A-741D-D4E5-CD74-36E9B5C344A2}"/>
          </ac:picMkLst>
        </pc:picChg>
        <pc:picChg chg="del">
          <ac:chgData name="Nguyen Tuan. Long" userId="e4e93a65-ca82-41ec-92c8-0e4fdb0a72ae" providerId="ADAL" clId="{3CA47982-3EDB-4027-A75E-48CDEB6E8C2C}" dt="2024-07-14T04:07:10.768" v="1515" actId="478"/>
          <ac:picMkLst>
            <pc:docMk/>
            <pc:sldMk cId="793491857" sldId="331"/>
            <ac:picMk id="10" creationId="{52DABCDF-A3B7-49B3-B0C1-A066513BC551}"/>
          </ac:picMkLst>
        </pc:picChg>
        <pc:picChg chg="del">
          <ac:chgData name="Nguyen Tuan. Long" userId="e4e93a65-ca82-41ec-92c8-0e4fdb0a72ae" providerId="ADAL" clId="{3CA47982-3EDB-4027-A75E-48CDEB6E8C2C}" dt="2024-07-14T04:07:15.638" v="1518" actId="478"/>
          <ac:picMkLst>
            <pc:docMk/>
            <pc:sldMk cId="793491857" sldId="331"/>
            <ac:picMk id="19" creationId="{774B0FAD-CB6B-4E24-91C6-6C0B4DAB1FDC}"/>
          </ac:picMkLst>
        </pc:picChg>
        <pc:picChg chg="del mod">
          <ac:chgData name="Nguyen Tuan. Long" userId="e4e93a65-ca82-41ec-92c8-0e4fdb0a72ae" providerId="ADAL" clId="{3CA47982-3EDB-4027-A75E-48CDEB6E8C2C}" dt="2024-07-14T04:07:14.533" v="1517" actId="478"/>
          <ac:picMkLst>
            <pc:docMk/>
            <pc:sldMk cId="793491857" sldId="331"/>
            <ac:picMk id="26" creationId="{7519274F-A565-4898-9ADF-3BB8255D36E3}"/>
          </ac:picMkLst>
        </pc:picChg>
        <pc:cxnChg chg="mod">
          <ac:chgData name="Nguyen Tuan. Long" userId="e4e93a65-ca82-41ec-92c8-0e4fdb0a72ae" providerId="ADAL" clId="{3CA47982-3EDB-4027-A75E-48CDEB6E8C2C}" dt="2024-07-14T04:07:19.469" v="1520" actId="478"/>
          <ac:cxnSpMkLst>
            <pc:docMk/>
            <pc:sldMk cId="793491857" sldId="331"/>
            <ac:cxnSpMk id="23" creationId="{D2B8B8A4-AC10-4346-9BC4-C6DE1DDBC414}"/>
          </ac:cxnSpMkLst>
        </pc:cxnChg>
      </pc:sldChg>
      <pc:sldChg chg="addSp delSp modSp mod delAnim modAnim modShow">
        <pc:chgData name="Nguyen Tuan. Long" userId="e4e93a65-ca82-41ec-92c8-0e4fdb0a72ae" providerId="ADAL" clId="{3CA47982-3EDB-4027-A75E-48CDEB6E8C2C}" dt="2024-07-14T12:43:38.031" v="2765" actId="15"/>
        <pc:sldMkLst>
          <pc:docMk/>
          <pc:sldMk cId="1649709414" sldId="332"/>
        </pc:sldMkLst>
        <pc:spChg chg="add mod">
          <ac:chgData name="Nguyen Tuan. Long" userId="e4e93a65-ca82-41ec-92c8-0e4fdb0a72ae" providerId="ADAL" clId="{3CA47982-3EDB-4027-A75E-48CDEB6E8C2C}" dt="2024-07-14T12:43:09.689" v="2762" actId="1076"/>
          <ac:spMkLst>
            <pc:docMk/>
            <pc:sldMk cId="1649709414" sldId="332"/>
            <ac:spMk id="4" creationId="{BDC2B089-BA23-AA5A-0CBD-F7429A632864}"/>
          </ac:spMkLst>
        </pc:spChg>
        <pc:spChg chg="add del mod">
          <ac:chgData name="Nguyen Tuan. Long" userId="e4e93a65-ca82-41ec-92c8-0e4fdb0a72ae" providerId="ADAL" clId="{3CA47982-3EDB-4027-A75E-48CDEB6E8C2C}" dt="2024-07-14T04:41:52.685" v="1883" actId="478"/>
          <ac:spMkLst>
            <pc:docMk/>
            <pc:sldMk cId="1649709414" sldId="332"/>
            <ac:spMk id="6" creationId="{013A47A1-7F82-9C18-D2F0-9D1AD95B5C67}"/>
          </ac:spMkLst>
        </pc:spChg>
        <pc:spChg chg="add del mod">
          <ac:chgData name="Nguyen Tuan. Long" userId="e4e93a65-ca82-41ec-92c8-0e4fdb0a72ae" providerId="ADAL" clId="{3CA47982-3EDB-4027-A75E-48CDEB6E8C2C}" dt="2024-07-14T10:46:39.247" v="2709" actId="478"/>
          <ac:spMkLst>
            <pc:docMk/>
            <pc:sldMk cId="1649709414" sldId="332"/>
            <ac:spMk id="7" creationId="{1315A810-114A-8F51-F69D-20A667B21C0E}"/>
          </ac:spMkLst>
        </pc:spChg>
        <pc:spChg chg="del mod">
          <ac:chgData name="Nguyen Tuan. Long" userId="e4e93a65-ca82-41ec-92c8-0e4fdb0a72ae" providerId="ADAL" clId="{3CA47982-3EDB-4027-A75E-48CDEB6E8C2C}" dt="2024-07-14T04:23:27.339" v="1651" actId="478"/>
          <ac:spMkLst>
            <pc:docMk/>
            <pc:sldMk cId="1649709414" sldId="332"/>
            <ac:spMk id="17" creationId="{8770BD45-05D9-42B0-BF17-0F8196BB2672}"/>
          </ac:spMkLst>
        </pc:spChg>
        <pc:spChg chg="del mod">
          <ac:chgData name="Nguyen Tuan. Long" userId="e4e93a65-ca82-41ec-92c8-0e4fdb0a72ae" providerId="ADAL" clId="{3CA47982-3EDB-4027-A75E-48CDEB6E8C2C}" dt="2024-07-14T04:23:24.649" v="1649" actId="478"/>
          <ac:spMkLst>
            <pc:docMk/>
            <pc:sldMk cId="1649709414" sldId="332"/>
            <ac:spMk id="19" creationId="{1A074D60-51E3-4AEF-ADE9-D6965FA53138}"/>
          </ac:spMkLst>
        </pc:spChg>
        <pc:spChg chg="mod">
          <ac:chgData name="Nguyen Tuan. Long" userId="e4e93a65-ca82-41ec-92c8-0e4fdb0a72ae" providerId="ADAL" clId="{3CA47982-3EDB-4027-A75E-48CDEB6E8C2C}" dt="2024-07-14T12:43:38.031" v="2765" actId="15"/>
          <ac:spMkLst>
            <pc:docMk/>
            <pc:sldMk cId="1649709414" sldId="332"/>
            <ac:spMk id="29" creationId="{3B44278A-8FC8-4EFB-A5FC-1EB70F6E7976}"/>
          </ac:spMkLst>
        </pc:spChg>
        <pc:picChg chg="del">
          <ac:chgData name="Nguyen Tuan. Long" userId="e4e93a65-ca82-41ec-92c8-0e4fdb0a72ae" providerId="ADAL" clId="{3CA47982-3EDB-4027-A75E-48CDEB6E8C2C}" dt="2024-07-14T04:23:17.584" v="1646" actId="478"/>
          <ac:picMkLst>
            <pc:docMk/>
            <pc:sldMk cId="1649709414" sldId="332"/>
            <ac:picMk id="8" creationId="{A1D7E07F-BB4A-459A-AEFE-1A19AEA620F8}"/>
          </ac:picMkLst>
        </pc:picChg>
        <pc:picChg chg="del">
          <ac:chgData name="Nguyen Tuan. Long" userId="e4e93a65-ca82-41ec-92c8-0e4fdb0a72ae" providerId="ADAL" clId="{3CA47982-3EDB-4027-A75E-48CDEB6E8C2C}" dt="2024-07-14T04:23:29.036" v="1653" actId="478"/>
          <ac:picMkLst>
            <pc:docMk/>
            <pc:sldMk cId="1649709414" sldId="332"/>
            <ac:picMk id="10" creationId="{9C02D13F-7862-4C37-8F93-0A63AF018F86}"/>
          </ac:picMkLst>
        </pc:picChg>
        <pc:picChg chg="del">
          <ac:chgData name="Nguyen Tuan. Long" userId="e4e93a65-ca82-41ec-92c8-0e4fdb0a72ae" providerId="ADAL" clId="{3CA47982-3EDB-4027-A75E-48CDEB6E8C2C}" dt="2024-07-14T04:23:28.234" v="1652" actId="478"/>
          <ac:picMkLst>
            <pc:docMk/>
            <pc:sldMk cId="1649709414" sldId="332"/>
            <ac:picMk id="12" creationId="{BAB9B48B-CEE9-4741-9B06-84A3A565D684}"/>
          </ac:picMkLst>
        </pc:picChg>
        <pc:picChg chg="del">
          <ac:chgData name="Nguyen Tuan. Long" userId="e4e93a65-ca82-41ec-92c8-0e4fdb0a72ae" providerId="ADAL" clId="{3CA47982-3EDB-4027-A75E-48CDEB6E8C2C}" dt="2024-07-14T04:23:30.224" v="1654" actId="478"/>
          <ac:picMkLst>
            <pc:docMk/>
            <pc:sldMk cId="1649709414" sldId="332"/>
            <ac:picMk id="14" creationId="{4C5A721D-F1D1-4DAA-9DD4-72CA5848606D}"/>
          </ac:picMkLst>
        </pc:picChg>
        <pc:picChg chg="del">
          <ac:chgData name="Nguyen Tuan. Long" userId="e4e93a65-ca82-41ec-92c8-0e4fdb0a72ae" providerId="ADAL" clId="{3CA47982-3EDB-4027-A75E-48CDEB6E8C2C}" dt="2024-07-14T04:23:21.676" v="1648" actId="478"/>
          <ac:picMkLst>
            <pc:docMk/>
            <pc:sldMk cId="1649709414" sldId="332"/>
            <ac:picMk id="22" creationId="{41665A30-87DC-4DB1-9933-A72676199674}"/>
          </ac:picMkLst>
        </pc:picChg>
      </pc:sldChg>
      <pc:sldChg chg="addSp delSp modSp mod modShow">
        <pc:chgData name="Nguyen Tuan. Long" userId="e4e93a65-ca82-41ec-92c8-0e4fdb0a72ae" providerId="ADAL" clId="{3CA47982-3EDB-4027-A75E-48CDEB6E8C2C}" dt="2024-07-14T12:44:35.187" v="2803" actId="20577"/>
        <pc:sldMkLst>
          <pc:docMk/>
          <pc:sldMk cId="2435738948" sldId="333"/>
        </pc:sldMkLst>
        <pc:spChg chg="add mod">
          <ac:chgData name="Nguyen Tuan. Long" userId="e4e93a65-ca82-41ec-92c8-0e4fdb0a72ae" providerId="ADAL" clId="{3CA47982-3EDB-4027-A75E-48CDEB6E8C2C}" dt="2024-07-14T10:24:45.774" v="2228" actId="14100"/>
          <ac:spMkLst>
            <pc:docMk/>
            <pc:sldMk cId="2435738948" sldId="333"/>
            <ac:spMk id="4" creationId="{0856416F-A466-7FFC-952B-D8EA221134AD}"/>
          </ac:spMkLst>
        </pc:spChg>
        <pc:spChg chg="add mod">
          <ac:chgData name="Nguyen Tuan. Long" userId="e4e93a65-ca82-41ec-92c8-0e4fdb0a72ae" providerId="ADAL" clId="{3CA47982-3EDB-4027-A75E-48CDEB6E8C2C}" dt="2024-07-14T10:22:18.348" v="2214" actId="1076"/>
          <ac:spMkLst>
            <pc:docMk/>
            <pc:sldMk cId="2435738948" sldId="333"/>
            <ac:spMk id="7" creationId="{F907A2E2-BD2D-0724-0A3E-72B063171E96}"/>
          </ac:spMkLst>
        </pc:spChg>
        <pc:spChg chg="add">
          <ac:chgData name="Nguyen Tuan. Long" userId="e4e93a65-ca82-41ec-92c8-0e4fdb0a72ae" providerId="ADAL" clId="{3CA47982-3EDB-4027-A75E-48CDEB6E8C2C}" dt="2024-07-14T04:59:33.853" v="2127"/>
          <ac:spMkLst>
            <pc:docMk/>
            <pc:sldMk cId="2435738948" sldId="333"/>
            <ac:spMk id="8" creationId="{138DFE09-CF1C-E0B4-E9EB-68C89610DB58}"/>
          </ac:spMkLst>
        </pc:spChg>
        <pc:spChg chg="del">
          <ac:chgData name="Nguyen Tuan. Long" userId="e4e93a65-ca82-41ec-92c8-0e4fdb0a72ae" providerId="ADAL" clId="{3CA47982-3EDB-4027-A75E-48CDEB6E8C2C}" dt="2024-07-14T04:55:44.825" v="2070" actId="478"/>
          <ac:spMkLst>
            <pc:docMk/>
            <pc:sldMk cId="2435738948" sldId="333"/>
            <ac:spMk id="9" creationId="{B0BAD8CA-04A9-40B6-9615-1A3521D79F4B}"/>
          </ac:spMkLst>
        </pc:spChg>
        <pc:spChg chg="add">
          <ac:chgData name="Nguyen Tuan. Long" userId="e4e93a65-ca82-41ec-92c8-0e4fdb0a72ae" providerId="ADAL" clId="{3CA47982-3EDB-4027-A75E-48CDEB6E8C2C}" dt="2024-07-14T04:59:36.773" v="2128"/>
          <ac:spMkLst>
            <pc:docMk/>
            <pc:sldMk cId="2435738948" sldId="333"/>
            <ac:spMk id="11" creationId="{2487153C-6300-4240-07DE-17B02C866AD5}"/>
          </ac:spMkLst>
        </pc:spChg>
        <pc:spChg chg="add">
          <ac:chgData name="Nguyen Tuan. Long" userId="e4e93a65-ca82-41ec-92c8-0e4fdb0a72ae" providerId="ADAL" clId="{3CA47982-3EDB-4027-A75E-48CDEB6E8C2C}" dt="2024-07-14T05:01:27.654" v="2154"/>
          <ac:spMkLst>
            <pc:docMk/>
            <pc:sldMk cId="2435738948" sldId="333"/>
            <ac:spMk id="12" creationId="{88AA064E-3C8D-8514-FD15-0FE2F9AFA260}"/>
          </ac:spMkLst>
        </pc:spChg>
        <pc:spChg chg="del">
          <ac:chgData name="Nguyen Tuan. Long" userId="e4e93a65-ca82-41ec-92c8-0e4fdb0a72ae" providerId="ADAL" clId="{3CA47982-3EDB-4027-A75E-48CDEB6E8C2C}" dt="2024-07-14T04:55:42.959" v="2068" actId="478"/>
          <ac:spMkLst>
            <pc:docMk/>
            <pc:sldMk cId="2435738948" sldId="333"/>
            <ac:spMk id="13" creationId="{8B8FAC8A-B369-4DBA-910F-60257A88855A}"/>
          </ac:spMkLst>
        </pc:spChg>
        <pc:spChg chg="add mod">
          <ac:chgData name="Nguyen Tuan. Long" userId="e4e93a65-ca82-41ec-92c8-0e4fdb0a72ae" providerId="ADAL" clId="{3CA47982-3EDB-4027-A75E-48CDEB6E8C2C}" dt="2024-07-14T12:44:35.187" v="2803" actId="20577"/>
          <ac:spMkLst>
            <pc:docMk/>
            <pc:sldMk cId="2435738948" sldId="333"/>
            <ac:spMk id="15" creationId="{1182B147-8550-F998-F04F-DD6EA7520538}"/>
          </ac:spMkLst>
        </pc:spChg>
        <pc:spChg chg="del">
          <ac:chgData name="Nguyen Tuan. Long" userId="e4e93a65-ca82-41ec-92c8-0e4fdb0a72ae" providerId="ADAL" clId="{3CA47982-3EDB-4027-A75E-48CDEB6E8C2C}" dt="2024-07-14T04:55:46.898" v="2072" actId="478"/>
          <ac:spMkLst>
            <pc:docMk/>
            <pc:sldMk cId="2435738948" sldId="333"/>
            <ac:spMk id="29" creationId="{3B44278A-8FC8-4EFB-A5FC-1EB70F6E7976}"/>
          </ac:spMkLst>
        </pc:spChg>
        <pc:picChg chg="del">
          <ac:chgData name="Nguyen Tuan. Long" userId="e4e93a65-ca82-41ec-92c8-0e4fdb0a72ae" providerId="ADAL" clId="{3CA47982-3EDB-4027-A75E-48CDEB6E8C2C}" dt="2024-07-14T04:55:43.924" v="2069" actId="478"/>
          <ac:picMkLst>
            <pc:docMk/>
            <pc:sldMk cId="2435738948" sldId="333"/>
            <ac:picMk id="10" creationId="{0E2813CB-7E90-4CAB-8F6A-2CE7CE673481}"/>
          </ac:picMkLst>
        </pc:picChg>
        <pc:picChg chg="del">
          <ac:chgData name="Nguyen Tuan. Long" userId="e4e93a65-ca82-41ec-92c8-0e4fdb0a72ae" providerId="ADAL" clId="{3CA47982-3EDB-4027-A75E-48CDEB6E8C2C}" dt="2024-07-14T04:55:45.596" v="2071" actId="478"/>
          <ac:picMkLst>
            <pc:docMk/>
            <pc:sldMk cId="2435738948" sldId="333"/>
            <ac:picMk id="14" creationId="{D7D30FA6-E5DB-4F1B-8D58-E486F1C779C3}"/>
          </ac:picMkLst>
        </pc:picChg>
      </pc:sldChg>
      <pc:sldChg chg="del">
        <pc:chgData name="Nguyen Tuan. Long" userId="e4e93a65-ca82-41ec-92c8-0e4fdb0a72ae" providerId="ADAL" clId="{3CA47982-3EDB-4027-A75E-48CDEB6E8C2C}" dt="2024-07-14T05:04:48.765" v="2182" actId="2696"/>
        <pc:sldMkLst>
          <pc:docMk/>
          <pc:sldMk cId="552481527" sldId="334"/>
        </pc:sldMkLst>
      </pc:sldChg>
      <pc:sldChg chg="del">
        <pc:chgData name="Nguyen Tuan. Long" userId="e4e93a65-ca82-41ec-92c8-0e4fdb0a72ae" providerId="ADAL" clId="{3CA47982-3EDB-4027-A75E-48CDEB6E8C2C}" dt="2024-07-14T05:04:58.069" v="2183" actId="2696"/>
        <pc:sldMkLst>
          <pc:docMk/>
          <pc:sldMk cId="823410867" sldId="335"/>
        </pc:sldMkLst>
      </pc:sldChg>
      <pc:sldChg chg="del">
        <pc:chgData name="Nguyen Tuan. Long" userId="e4e93a65-ca82-41ec-92c8-0e4fdb0a72ae" providerId="ADAL" clId="{3CA47982-3EDB-4027-A75E-48CDEB6E8C2C}" dt="2024-07-14T10:20:06.904" v="2204" actId="2696"/>
        <pc:sldMkLst>
          <pc:docMk/>
          <pc:sldMk cId="2969133937" sldId="336"/>
        </pc:sldMkLst>
      </pc:sldChg>
      <pc:sldChg chg="del">
        <pc:chgData name="Nguyen Tuan. Long" userId="e4e93a65-ca82-41ec-92c8-0e4fdb0a72ae" providerId="ADAL" clId="{3CA47982-3EDB-4027-A75E-48CDEB6E8C2C}" dt="2024-07-14T10:20:18.970" v="2205" actId="2696"/>
        <pc:sldMkLst>
          <pc:docMk/>
          <pc:sldMk cId="4139985948" sldId="337"/>
        </pc:sldMkLst>
      </pc:sldChg>
      <pc:sldChg chg="add del">
        <pc:chgData name="Nguyen Tuan. Long" userId="e4e93a65-ca82-41ec-92c8-0e4fdb0a72ae" providerId="ADAL" clId="{3CA47982-3EDB-4027-A75E-48CDEB6E8C2C}" dt="2024-07-14T10:21:27.266" v="2208" actId="2696"/>
        <pc:sldMkLst>
          <pc:docMk/>
          <pc:sldMk cId="3256425225" sldId="338"/>
        </pc:sldMkLst>
      </pc:sldChg>
      <pc:sldChg chg="addSp delSp modSp add del mod delAnim modAnim modShow">
        <pc:chgData name="Nguyen Tuan. Long" userId="e4e93a65-ca82-41ec-92c8-0e4fdb0a72ae" providerId="ADAL" clId="{3CA47982-3EDB-4027-A75E-48CDEB6E8C2C}" dt="2024-07-18T14:06:30.701" v="2926" actId="20577"/>
        <pc:sldMkLst>
          <pc:docMk/>
          <pc:sldMk cId="3094730242" sldId="339"/>
        </pc:sldMkLst>
        <pc:spChg chg="mod">
          <ac:chgData name="Nguyen Tuan. Long" userId="e4e93a65-ca82-41ec-92c8-0e4fdb0a72ae" providerId="ADAL" clId="{3CA47982-3EDB-4027-A75E-48CDEB6E8C2C}" dt="2024-07-18T14:06:30.701" v="2926" actId="20577"/>
          <ac:spMkLst>
            <pc:docMk/>
            <pc:sldMk cId="3094730242" sldId="339"/>
            <ac:spMk id="3" creationId="{62A79EAC-0BC8-4DF7-B963-899AA7EF67BA}"/>
          </ac:spMkLst>
        </pc:spChg>
        <pc:spChg chg="del">
          <ac:chgData name="Nguyen Tuan. Long" userId="e4e93a65-ca82-41ec-92c8-0e4fdb0a72ae" providerId="ADAL" clId="{3CA47982-3EDB-4027-A75E-48CDEB6E8C2C}" dt="2024-07-18T13:35:38.859" v="2808" actId="478"/>
          <ac:spMkLst>
            <pc:docMk/>
            <pc:sldMk cId="3094730242" sldId="339"/>
            <ac:spMk id="4" creationId="{EFE970DA-31B3-48D7-84D8-E9CFD5B197FD}"/>
          </ac:spMkLst>
        </pc:spChg>
        <pc:spChg chg="add del mod">
          <ac:chgData name="Nguyen Tuan. Long" userId="e4e93a65-ca82-41ec-92c8-0e4fdb0a72ae" providerId="ADAL" clId="{3CA47982-3EDB-4027-A75E-48CDEB6E8C2C}" dt="2024-07-18T13:35:58.083" v="2809" actId="478"/>
          <ac:spMkLst>
            <pc:docMk/>
            <pc:sldMk cId="3094730242" sldId="339"/>
            <ac:spMk id="6" creationId="{5FEEF5C6-AC13-5FC2-B20F-15A8A4313028}"/>
          </ac:spMkLst>
        </pc:spChg>
        <pc:spChg chg="add mod">
          <ac:chgData name="Nguyen Tuan. Long" userId="e4e93a65-ca82-41ec-92c8-0e4fdb0a72ae" providerId="ADAL" clId="{3CA47982-3EDB-4027-A75E-48CDEB6E8C2C}" dt="2024-07-18T14:03:58.078" v="2899" actId="1076"/>
          <ac:spMkLst>
            <pc:docMk/>
            <pc:sldMk cId="3094730242" sldId="339"/>
            <ac:spMk id="7" creationId="{0E05C5D3-7C84-D057-0C15-2CDEDBBECC9D}"/>
          </ac:spMkLst>
        </pc:spChg>
        <pc:spChg chg="add">
          <ac:chgData name="Nguyen Tuan. Long" userId="e4e93a65-ca82-41ec-92c8-0e4fdb0a72ae" providerId="ADAL" clId="{3CA47982-3EDB-4027-A75E-48CDEB6E8C2C}" dt="2024-07-18T13:39:07.281" v="2836"/>
          <ac:spMkLst>
            <pc:docMk/>
            <pc:sldMk cId="3094730242" sldId="339"/>
            <ac:spMk id="8" creationId="{138A7BFE-E930-074E-9EE3-A7C1B840C661}"/>
          </ac:spMkLst>
        </pc:spChg>
        <pc:spChg chg="add mod">
          <ac:chgData name="Nguyen Tuan. Long" userId="e4e93a65-ca82-41ec-92c8-0e4fdb0a72ae" providerId="ADAL" clId="{3CA47982-3EDB-4027-A75E-48CDEB6E8C2C}" dt="2024-07-18T13:43:44.714" v="2871" actId="14100"/>
          <ac:spMkLst>
            <pc:docMk/>
            <pc:sldMk cId="3094730242" sldId="339"/>
            <ac:spMk id="9" creationId="{0228E6B7-842E-23F6-E628-1E7DDA2B650D}"/>
          </ac:spMkLst>
        </pc:spChg>
        <pc:spChg chg="add mod">
          <ac:chgData name="Nguyen Tuan. Long" userId="e4e93a65-ca82-41ec-92c8-0e4fdb0a72ae" providerId="ADAL" clId="{3CA47982-3EDB-4027-A75E-48CDEB6E8C2C}" dt="2024-07-18T13:43:57.918" v="2874" actId="1076"/>
          <ac:spMkLst>
            <pc:docMk/>
            <pc:sldMk cId="3094730242" sldId="339"/>
            <ac:spMk id="13" creationId="{D790EDE7-16C3-1044-B8F6-BBA8661592AB}"/>
          </ac:spMkLst>
        </pc:spChg>
        <pc:spChg chg="del">
          <ac:chgData name="Nguyen Tuan. Long" userId="e4e93a65-ca82-41ec-92c8-0e4fdb0a72ae" providerId="ADAL" clId="{3CA47982-3EDB-4027-A75E-48CDEB6E8C2C}" dt="2024-07-18T13:35:38.859" v="2808" actId="478"/>
          <ac:spMkLst>
            <pc:docMk/>
            <pc:sldMk cId="3094730242" sldId="339"/>
            <ac:spMk id="19" creationId="{9871B2AF-2967-4420-8374-1BEE476107C7}"/>
          </ac:spMkLst>
        </pc:spChg>
        <pc:spChg chg="del">
          <ac:chgData name="Nguyen Tuan. Long" userId="e4e93a65-ca82-41ec-92c8-0e4fdb0a72ae" providerId="ADAL" clId="{3CA47982-3EDB-4027-A75E-48CDEB6E8C2C}" dt="2024-07-18T13:35:38.859" v="2808" actId="478"/>
          <ac:spMkLst>
            <pc:docMk/>
            <pc:sldMk cId="3094730242" sldId="339"/>
            <ac:spMk id="29" creationId="{3B44278A-8FC8-4EFB-A5FC-1EB70F6E7976}"/>
          </ac:spMkLst>
        </pc:spChg>
        <pc:spChg chg="add">
          <ac:chgData name="Nguyen Tuan. Long" userId="e4e93a65-ca82-41ec-92c8-0e4fdb0a72ae" providerId="ADAL" clId="{3CA47982-3EDB-4027-A75E-48CDEB6E8C2C}" dt="2024-07-18T14:02:43.295" v="2884"/>
          <ac:spMkLst>
            <pc:docMk/>
            <pc:sldMk cId="3094730242" sldId="339"/>
            <ac:spMk id="30" creationId="{4D50CD66-69C1-3F57-83FC-64B300D3FF31}"/>
          </ac:spMkLst>
        </pc:spChg>
        <pc:grpChg chg="add mod">
          <ac:chgData name="Nguyen Tuan. Long" userId="e4e93a65-ca82-41ec-92c8-0e4fdb0a72ae" providerId="ADAL" clId="{3CA47982-3EDB-4027-A75E-48CDEB6E8C2C}" dt="2024-07-18T13:43:47.494" v="2872" actId="1076"/>
          <ac:grpSpMkLst>
            <pc:docMk/>
            <pc:sldMk cId="3094730242" sldId="339"/>
            <ac:grpSpMk id="22" creationId="{C559D58A-FE0C-BE43-74EE-3AC141400B5E}"/>
          </ac:grpSpMkLst>
        </pc:grpChg>
        <pc:picChg chg="del">
          <ac:chgData name="Nguyen Tuan. Long" userId="e4e93a65-ca82-41ec-92c8-0e4fdb0a72ae" providerId="ADAL" clId="{3CA47982-3EDB-4027-A75E-48CDEB6E8C2C}" dt="2024-07-18T13:35:38.859" v="2808" actId="478"/>
          <ac:picMkLst>
            <pc:docMk/>
            <pc:sldMk cId="3094730242" sldId="339"/>
            <ac:picMk id="12" creationId="{3FAE1915-D5BF-44D5-8E09-FA06AD6A1F84}"/>
          </ac:picMkLst>
        </pc:picChg>
        <pc:picChg chg="del">
          <ac:chgData name="Nguyen Tuan. Long" userId="e4e93a65-ca82-41ec-92c8-0e4fdb0a72ae" providerId="ADAL" clId="{3CA47982-3EDB-4027-A75E-48CDEB6E8C2C}" dt="2024-07-18T13:35:38.859" v="2808" actId="478"/>
          <ac:picMkLst>
            <pc:docMk/>
            <pc:sldMk cId="3094730242" sldId="339"/>
            <ac:picMk id="16" creationId="{EA473637-FE16-4122-9166-63F17485D553}"/>
          </ac:picMkLst>
        </pc:picChg>
        <pc:picChg chg="del">
          <ac:chgData name="Nguyen Tuan. Long" userId="e4e93a65-ca82-41ec-92c8-0e4fdb0a72ae" providerId="ADAL" clId="{3CA47982-3EDB-4027-A75E-48CDEB6E8C2C}" dt="2024-07-18T13:35:38.859" v="2808" actId="478"/>
          <ac:picMkLst>
            <pc:docMk/>
            <pc:sldMk cId="3094730242" sldId="339"/>
            <ac:picMk id="20" creationId="{6ADE3482-D54B-4296-8672-B639DE9783EA}"/>
          </ac:picMkLst>
        </pc:picChg>
        <pc:picChg chg="add del mod ord modCrop">
          <ac:chgData name="Nguyen Tuan. Long" userId="e4e93a65-ca82-41ec-92c8-0e4fdb0a72ae" providerId="ADAL" clId="{3CA47982-3EDB-4027-A75E-48CDEB6E8C2C}" dt="2024-07-18T13:54:22.415" v="2875" actId="478"/>
          <ac:picMkLst>
            <pc:docMk/>
            <pc:sldMk cId="3094730242" sldId="339"/>
            <ac:picMk id="23" creationId="{313925C0-53D9-3FBA-A735-C713A9E522BA}"/>
          </ac:picMkLst>
        </pc:picChg>
        <pc:picChg chg="add mod ord">
          <ac:chgData name="Nguyen Tuan. Long" userId="e4e93a65-ca82-41ec-92c8-0e4fdb0a72ae" providerId="ADAL" clId="{3CA47982-3EDB-4027-A75E-48CDEB6E8C2C}" dt="2024-07-18T13:54:46.835" v="2882" actId="1076"/>
          <ac:picMkLst>
            <pc:docMk/>
            <pc:sldMk cId="3094730242" sldId="339"/>
            <ac:picMk id="28" creationId="{9085D8B8-4EFA-83A0-B01C-D8B4F1A53506}"/>
          </ac:picMkLst>
        </pc:picChg>
        <pc:picChg chg="add del mod">
          <ac:chgData name="Nguyen Tuan. Long" userId="e4e93a65-ca82-41ec-92c8-0e4fdb0a72ae" providerId="ADAL" clId="{3CA47982-3EDB-4027-A75E-48CDEB6E8C2C}" dt="2024-07-18T13:43:00.957" v="2865" actId="478"/>
          <ac:picMkLst>
            <pc:docMk/>
            <pc:sldMk cId="3094730242" sldId="339"/>
            <ac:picMk id="1029" creationId="{7173B3F7-7D90-8593-D9E3-7EB2013ACD31}"/>
          </ac:picMkLst>
        </pc:picChg>
        <pc:cxnChg chg="add mod">
          <ac:chgData name="Nguyen Tuan. Long" userId="e4e93a65-ca82-41ec-92c8-0e4fdb0a72ae" providerId="ADAL" clId="{3CA47982-3EDB-4027-A75E-48CDEB6E8C2C}" dt="2024-07-18T13:43:57.918" v="2874" actId="1076"/>
          <ac:cxnSpMkLst>
            <pc:docMk/>
            <pc:sldMk cId="3094730242" sldId="339"/>
            <ac:cxnSpMk id="11" creationId="{85001B37-AD93-D925-A98F-15EE84E3BDC9}"/>
          </ac:cxnSpMkLst>
        </pc:cxnChg>
      </pc:sldChg>
      <pc:sldChg chg="addSp delSp modSp add del mod delAnim modAnim modShow">
        <pc:chgData name="Nguyen Tuan. Long" userId="e4e93a65-ca82-41ec-92c8-0e4fdb0a72ae" providerId="ADAL" clId="{3CA47982-3EDB-4027-A75E-48CDEB6E8C2C}" dt="2024-07-18T14:13:42.091" v="2995"/>
        <pc:sldMkLst>
          <pc:docMk/>
          <pc:sldMk cId="3665099535" sldId="340"/>
        </pc:sldMkLst>
        <pc:spChg chg="mod">
          <ac:chgData name="Nguyen Tuan. Long" userId="e4e93a65-ca82-41ec-92c8-0e4fdb0a72ae" providerId="ADAL" clId="{3CA47982-3EDB-4027-A75E-48CDEB6E8C2C}" dt="2024-07-18T14:06:43.922" v="2927"/>
          <ac:spMkLst>
            <pc:docMk/>
            <pc:sldMk cId="3665099535" sldId="340"/>
            <ac:spMk id="3" creationId="{62A79EAC-0BC8-4DF7-B963-899AA7EF67BA}"/>
          </ac:spMkLst>
        </pc:spChg>
        <pc:spChg chg="add mod">
          <ac:chgData name="Nguyen Tuan. Long" userId="e4e93a65-ca82-41ec-92c8-0e4fdb0a72ae" providerId="ADAL" clId="{3CA47982-3EDB-4027-A75E-48CDEB6E8C2C}" dt="2024-07-18T14:09:11.589" v="2943" actId="1076"/>
          <ac:spMkLst>
            <pc:docMk/>
            <pc:sldMk cId="3665099535" sldId="340"/>
            <ac:spMk id="4" creationId="{5756B728-0FB8-FF1D-28A9-8880F4ACFFE8}"/>
          </ac:spMkLst>
        </pc:spChg>
        <pc:spChg chg="add del mod">
          <ac:chgData name="Nguyen Tuan. Long" userId="e4e93a65-ca82-41ec-92c8-0e4fdb0a72ae" providerId="ADAL" clId="{3CA47982-3EDB-4027-A75E-48CDEB6E8C2C}" dt="2024-07-18T14:09:45.915" v="2949" actId="478"/>
          <ac:spMkLst>
            <pc:docMk/>
            <pc:sldMk cId="3665099535" sldId="340"/>
            <ac:spMk id="6" creationId="{A13C4BFA-DD1E-2D2A-A61F-A5FD25EC5D3E}"/>
          </ac:spMkLst>
        </pc:spChg>
        <pc:spChg chg="add del mod">
          <ac:chgData name="Nguyen Tuan. Long" userId="e4e93a65-ca82-41ec-92c8-0e4fdb0a72ae" providerId="ADAL" clId="{3CA47982-3EDB-4027-A75E-48CDEB6E8C2C}" dt="2024-07-18T14:12:49.543" v="2986" actId="21"/>
          <ac:spMkLst>
            <pc:docMk/>
            <pc:sldMk cId="3665099535" sldId="340"/>
            <ac:spMk id="9" creationId="{44A8DBBF-1370-0662-D121-CEC10CA355EF}"/>
          </ac:spMkLst>
        </pc:spChg>
        <pc:spChg chg="del">
          <ac:chgData name="Nguyen Tuan. Long" userId="e4e93a65-ca82-41ec-92c8-0e4fdb0a72ae" providerId="ADAL" clId="{3CA47982-3EDB-4027-A75E-48CDEB6E8C2C}" dt="2024-07-18T14:04:09.896" v="2900" actId="478"/>
          <ac:spMkLst>
            <pc:docMk/>
            <pc:sldMk cId="3665099535" sldId="340"/>
            <ac:spMk id="13" creationId="{FED67D06-96A9-4DFE-8A30-65E4426B5640}"/>
          </ac:spMkLst>
        </pc:spChg>
        <pc:spChg chg="del">
          <ac:chgData name="Nguyen Tuan. Long" userId="e4e93a65-ca82-41ec-92c8-0e4fdb0a72ae" providerId="ADAL" clId="{3CA47982-3EDB-4027-A75E-48CDEB6E8C2C}" dt="2024-07-18T14:04:09.896" v="2900" actId="478"/>
          <ac:spMkLst>
            <pc:docMk/>
            <pc:sldMk cId="3665099535" sldId="340"/>
            <ac:spMk id="29" creationId="{3B44278A-8FC8-4EFB-A5FC-1EB70F6E7976}"/>
          </ac:spMkLst>
        </pc:spChg>
        <pc:picChg chg="del">
          <ac:chgData name="Nguyen Tuan. Long" userId="e4e93a65-ca82-41ec-92c8-0e4fdb0a72ae" providerId="ADAL" clId="{3CA47982-3EDB-4027-A75E-48CDEB6E8C2C}" dt="2024-07-18T14:04:09.896" v="2900" actId="478"/>
          <ac:picMkLst>
            <pc:docMk/>
            <pc:sldMk cId="3665099535" sldId="340"/>
            <ac:picMk id="8" creationId="{29683F76-605E-4FB8-8565-93AA5E744A90}"/>
          </ac:picMkLst>
        </pc:picChg>
        <pc:picChg chg="del">
          <ac:chgData name="Nguyen Tuan. Long" userId="e4e93a65-ca82-41ec-92c8-0e4fdb0a72ae" providerId="ADAL" clId="{3CA47982-3EDB-4027-A75E-48CDEB6E8C2C}" dt="2024-07-18T14:04:09.896" v="2900" actId="478"/>
          <ac:picMkLst>
            <pc:docMk/>
            <pc:sldMk cId="3665099535" sldId="340"/>
            <ac:picMk id="10" creationId="{E99313C0-948D-4150-94D7-75BD06D9A0CB}"/>
          </ac:picMkLst>
        </pc:picChg>
        <pc:picChg chg="del">
          <ac:chgData name="Nguyen Tuan. Long" userId="e4e93a65-ca82-41ec-92c8-0e4fdb0a72ae" providerId="ADAL" clId="{3CA47982-3EDB-4027-A75E-48CDEB6E8C2C}" dt="2024-07-18T14:04:09.896" v="2900" actId="478"/>
          <ac:picMkLst>
            <pc:docMk/>
            <pc:sldMk cId="3665099535" sldId="340"/>
            <ac:picMk id="14" creationId="{5536EC92-5A23-4B95-928F-154C765FABA0}"/>
          </ac:picMkLst>
        </pc:picChg>
        <pc:picChg chg="add mod">
          <ac:chgData name="Nguyen Tuan. Long" userId="e4e93a65-ca82-41ec-92c8-0e4fdb0a72ae" providerId="ADAL" clId="{3CA47982-3EDB-4027-A75E-48CDEB6E8C2C}" dt="2024-07-18T14:11:51.656" v="2981" actId="1076"/>
          <ac:picMkLst>
            <pc:docMk/>
            <pc:sldMk cId="3665099535" sldId="340"/>
            <ac:picMk id="2051" creationId="{683FE8AB-B9B3-3967-F49D-23508FE8C6F0}"/>
          </ac:picMkLst>
        </pc:picChg>
        <pc:picChg chg="add mod">
          <ac:chgData name="Nguyen Tuan. Long" userId="e4e93a65-ca82-41ec-92c8-0e4fdb0a72ae" providerId="ADAL" clId="{3CA47982-3EDB-4027-A75E-48CDEB6E8C2C}" dt="2024-07-18T14:11:54.673" v="2982" actId="1076"/>
          <ac:picMkLst>
            <pc:docMk/>
            <pc:sldMk cId="3665099535" sldId="340"/>
            <ac:picMk id="2053" creationId="{11741667-C6C2-AFBE-7CE2-267935491F43}"/>
          </ac:picMkLst>
        </pc:picChg>
        <pc:picChg chg="add mod">
          <ac:chgData name="Nguyen Tuan. Long" userId="e4e93a65-ca82-41ec-92c8-0e4fdb0a72ae" providerId="ADAL" clId="{3CA47982-3EDB-4027-A75E-48CDEB6E8C2C}" dt="2024-07-18T14:11:47.491" v="2979" actId="1076"/>
          <ac:picMkLst>
            <pc:docMk/>
            <pc:sldMk cId="3665099535" sldId="340"/>
            <ac:picMk id="2055" creationId="{7ED23989-056B-C673-29F6-9F428F812A3B}"/>
          </ac:picMkLst>
        </pc:picChg>
      </pc:sldChg>
      <pc:sldChg chg="addSp delSp modSp add del mod delAnim modShow">
        <pc:chgData name="Nguyen Tuan. Long" userId="e4e93a65-ca82-41ec-92c8-0e4fdb0a72ae" providerId="ADAL" clId="{3CA47982-3EDB-4027-A75E-48CDEB6E8C2C}" dt="2024-07-18T14:22:11.128" v="3216" actId="1035"/>
        <pc:sldMkLst>
          <pc:docMk/>
          <pc:sldMk cId="660332516" sldId="341"/>
        </pc:sldMkLst>
        <pc:spChg chg="mod">
          <ac:chgData name="Nguyen Tuan. Long" userId="e4e93a65-ca82-41ec-92c8-0e4fdb0a72ae" providerId="ADAL" clId="{3CA47982-3EDB-4027-A75E-48CDEB6E8C2C}" dt="2024-07-18T14:21:47.111" v="3194" actId="20577"/>
          <ac:spMkLst>
            <pc:docMk/>
            <pc:sldMk cId="660332516" sldId="341"/>
            <ac:spMk id="3" creationId="{62A79EAC-0BC8-4DF7-B963-899AA7EF67BA}"/>
          </ac:spMkLst>
        </pc:spChg>
        <pc:spChg chg="add mod">
          <ac:chgData name="Nguyen Tuan. Long" userId="e4e93a65-ca82-41ec-92c8-0e4fdb0a72ae" providerId="ADAL" clId="{3CA47982-3EDB-4027-A75E-48CDEB6E8C2C}" dt="2024-07-18T14:22:11.128" v="3216" actId="1035"/>
          <ac:spMkLst>
            <pc:docMk/>
            <pc:sldMk cId="660332516" sldId="341"/>
            <ac:spMk id="4" creationId="{BD42C769-A79A-8F09-D686-F1F496D9D2B0}"/>
          </ac:spMkLst>
        </pc:spChg>
        <pc:spChg chg="add mod">
          <ac:chgData name="Nguyen Tuan. Long" userId="e4e93a65-ca82-41ec-92c8-0e4fdb0a72ae" providerId="ADAL" clId="{3CA47982-3EDB-4027-A75E-48CDEB6E8C2C}" dt="2024-07-18T14:22:02.156" v="3202" actId="1035"/>
          <ac:spMkLst>
            <pc:docMk/>
            <pc:sldMk cId="660332516" sldId="341"/>
            <ac:spMk id="6" creationId="{0E0D6E94-33F6-0B1E-8A4A-2F561D82BED2}"/>
          </ac:spMkLst>
        </pc:spChg>
        <pc:spChg chg="mod">
          <ac:chgData name="Nguyen Tuan. Long" userId="e4e93a65-ca82-41ec-92c8-0e4fdb0a72ae" providerId="ADAL" clId="{3CA47982-3EDB-4027-A75E-48CDEB6E8C2C}" dt="2024-07-18T14:22:11.128" v="3216" actId="1035"/>
          <ac:spMkLst>
            <pc:docMk/>
            <pc:sldMk cId="660332516" sldId="341"/>
            <ac:spMk id="8" creationId="{4510D08E-B5C2-4C8F-85BF-C9398E391767}"/>
          </ac:spMkLst>
        </pc:spChg>
        <pc:spChg chg="add mod">
          <ac:chgData name="Nguyen Tuan. Long" userId="e4e93a65-ca82-41ec-92c8-0e4fdb0a72ae" providerId="ADAL" clId="{3CA47982-3EDB-4027-A75E-48CDEB6E8C2C}" dt="2024-07-18T14:22:05.422" v="3203" actId="1076"/>
          <ac:spMkLst>
            <pc:docMk/>
            <pc:sldMk cId="660332516" sldId="341"/>
            <ac:spMk id="9" creationId="{44A8DBBF-1370-0662-D121-CEC10CA355EF}"/>
          </ac:spMkLst>
        </pc:spChg>
        <pc:spChg chg="del">
          <ac:chgData name="Nguyen Tuan. Long" userId="e4e93a65-ca82-41ec-92c8-0e4fdb0a72ae" providerId="ADAL" clId="{3CA47982-3EDB-4027-A75E-48CDEB6E8C2C}" dt="2024-07-18T14:12:55.557" v="2987" actId="478"/>
          <ac:spMkLst>
            <pc:docMk/>
            <pc:sldMk cId="660332516" sldId="341"/>
            <ac:spMk id="10" creationId="{E773FC6B-BF46-483F-B3AC-5B31955F653E}"/>
          </ac:spMkLst>
        </pc:spChg>
        <pc:spChg chg="del">
          <ac:chgData name="Nguyen Tuan. Long" userId="e4e93a65-ca82-41ec-92c8-0e4fdb0a72ae" providerId="ADAL" clId="{3CA47982-3EDB-4027-A75E-48CDEB6E8C2C}" dt="2024-07-18T14:12:59.403" v="2990" actId="478"/>
          <ac:spMkLst>
            <pc:docMk/>
            <pc:sldMk cId="660332516" sldId="341"/>
            <ac:spMk id="14" creationId="{CCB46A68-55A6-46AA-9B07-82A637AA8FD1}"/>
          </ac:spMkLst>
        </pc:spChg>
        <pc:picChg chg="del">
          <ac:chgData name="Nguyen Tuan. Long" userId="e4e93a65-ca82-41ec-92c8-0e4fdb0a72ae" providerId="ADAL" clId="{3CA47982-3EDB-4027-A75E-48CDEB6E8C2C}" dt="2024-07-18T14:12:56.428" v="2988" actId="478"/>
          <ac:picMkLst>
            <pc:docMk/>
            <pc:sldMk cId="660332516" sldId="341"/>
            <ac:picMk id="11" creationId="{43550D03-CA19-4351-AA4E-226AF32DEC60}"/>
          </ac:picMkLst>
        </pc:picChg>
        <pc:picChg chg="del">
          <ac:chgData name="Nguyen Tuan. Long" userId="e4e93a65-ca82-41ec-92c8-0e4fdb0a72ae" providerId="ADAL" clId="{3CA47982-3EDB-4027-A75E-48CDEB6E8C2C}" dt="2024-07-18T14:12:58.601" v="2989" actId="478"/>
          <ac:picMkLst>
            <pc:docMk/>
            <pc:sldMk cId="660332516" sldId="341"/>
            <ac:picMk id="15" creationId="{8CFB7AA0-2083-47F7-9B69-2ED05151D4D2}"/>
          </ac:picMkLst>
        </pc:picChg>
      </pc:sldChg>
      <pc:sldChg chg="add del mod modShow">
        <pc:chgData name="Nguyen Tuan. Long" userId="e4e93a65-ca82-41ec-92c8-0e4fdb0a72ae" providerId="ADAL" clId="{3CA47982-3EDB-4027-A75E-48CDEB6E8C2C}" dt="2024-07-18T14:23:05.657" v="3219" actId="2696"/>
        <pc:sldMkLst>
          <pc:docMk/>
          <pc:sldMk cId="2024997047" sldId="342"/>
        </pc:sldMkLst>
      </pc:sldChg>
      <pc:sldChg chg="add del mod modShow">
        <pc:chgData name="Nguyen Tuan. Long" userId="e4e93a65-ca82-41ec-92c8-0e4fdb0a72ae" providerId="ADAL" clId="{3CA47982-3EDB-4027-A75E-48CDEB6E8C2C}" dt="2024-07-18T13:56:58.685" v="2883" actId="47"/>
        <pc:sldMkLst>
          <pc:docMk/>
          <pc:sldMk cId="2956957432" sldId="343"/>
        </pc:sldMkLst>
      </pc:sldChg>
      <pc:sldChg chg="add del mod modShow">
        <pc:chgData name="Nguyen Tuan. Long" userId="e4e93a65-ca82-41ec-92c8-0e4fdb0a72ae" providerId="ADAL" clId="{3CA47982-3EDB-4027-A75E-48CDEB6E8C2C}" dt="2024-07-18T13:56:58.685" v="2883" actId="47"/>
        <pc:sldMkLst>
          <pc:docMk/>
          <pc:sldMk cId="751811691" sldId="344"/>
        </pc:sldMkLst>
      </pc:sldChg>
      <pc:sldChg chg="add del mod modShow">
        <pc:chgData name="Nguyen Tuan. Long" userId="e4e93a65-ca82-41ec-92c8-0e4fdb0a72ae" providerId="ADAL" clId="{3CA47982-3EDB-4027-A75E-48CDEB6E8C2C}" dt="2024-07-18T13:56:58.685" v="2883" actId="47"/>
        <pc:sldMkLst>
          <pc:docMk/>
          <pc:sldMk cId="1771045203" sldId="345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3772961550" sldId="346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2699557155" sldId="347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1556497453" sldId="348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972531690" sldId="349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1118796187" sldId="350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3218720348" sldId="351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2523908307" sldId="352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3428076026" sldId="353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397617757" sldId="354"/>
        </pc:sldMkLst>
      </pc:sldChg>
      <pc:sldChg chg="add del">
        <pc:chgData name="Nguyen Tuan. Long" userId="e4e93a65-ca82-41ec-92c8-0e4fdb0a72ae" providerId="ADAL" clId="{3CA47982-3EDB-4027-A75E-48CDEB6E8C2C}" dt="2024-07-18T13:56:58.685" v="2883" actId="47"/>
        <pc:sldMkLst>
          <pc:docMk/>
          <pc:sldMk cId="395124176" sldId="355"/>
        </pc:sldMkLst>
      </pc:sldChg>
      <pc:sldChg chg="addSp delSp modSp add mod delAnim modAnim">
        <pc:chgData name="Nguyen Tuan. Long" userId="e4e93a65-ca82-41ec-92c8-0e4fdb0a72ae" providerId="ADAL" clId="{3CA47982-3EDB-4027-A75E-48CDEB6E8C2C}" dt="2024-07-13T13:40:06.237" v="698" actId="15"/>
        <pc:sldMkLst>
          <pc:docMk/>
          <pc:sldMk cId="2670786406" sldId="356"/>
        </pc:sldMkLst>
        <pc:spChg chg="add mod">
          <ac:chgData name="Nguyen Tuan. Long" userId="e4e93a65-ca82-41ec-92c8-0e4fdb0a72ae" providerId="ADAL" clId="{3CA47982-3EDB-4027-A75E-48CDEB6E8C2C}" dt="2024-07-13T12:42:47.310" v="109"/>
          <ac:spMkLst>
            <pc:docMk/>
            <pc:sldMk cId="2670786406" sldId="356"/>
            <ac:spMk id="2" creationId="{E020DFC1-7240-A85C-3C21-DC8927EE31EE}"/>
          </ac:spMkLst>
        </pc:spChg>
        <pc:spChg chg="del">
          <ac:chgData name="Nguyen Tuan. Long" userId="e4e93a65-ca82-41ec-92c8-0e4fdb0a72ae" providerId="ADAL" clId="{3CA47982-3EDB-4027-A75E-48CDEB6E8C2C}" dt="2024-07-13T12:42:17.585" v="104" actId="478"/>
          <ac:spMkLst>
            <pc:docMk/>
            <pc:sldMk cId="2670786406" sldId="356"/>
            <ac:spMk id="4" creationId="{EFE970DA-31B3-48D7-84D8-E9CFD5B197FD}"/>
          </ac:spMkLst>
        </pc:spChg>
        <pc:spChg chg="del mod">
          <ac:chgData name="Nguyen Tuan. Long" userId="e4e93a65-ca82-41ec-92c8-0e4fdb0a72ae" providerId="ADAL" clId="{3CA47982-3EDB-4027-A75E-48CDEB6E8C2C}" dt="2024-07-13T12:45:55.467" v="185"/>
          <ac:spMkLst>
            <pc:docMk/>
            <pc:sldMk cId="2670786406" sldId="356"/>
            <ac:spMk id="6" creationId="{5077B7BC-D41D-506B-4876-C237D2ED2A38}"/>
          </ac:spMkLst>
        </pc:spChg>
        <pc:spChg chg="add mod">
          <ac:chgData name="Nguyen Tuan. Long" userId="e4e93a65-ca82-41ec-92c8-0e4fdb0a72ae" providerId="ADAL" clId="{3CA47982-3EDB-4027-A75E-48CDEB6E8C2C}" dt="2024-07-13T13:40:06.237" v="698" actId="15"/>
          <ac:spMkLst>
            <pc:docMk/>
            <pc:sldMk cId="2670786406" sldId="356"/>
            <ac:spMk id="8" creationId="{1B9CAE42-26D9-30E7-00B4-C45807830AF5}"/>
          </ac:spMkLst>
        </pc:spChg>
        <pc:spChg chg="del">
          <ac:chgData name="Nguyen Tuan. Long" userId="e4e93a65-ca82-41ec-92c8-0e4fdb0a72ae" providerId="ADAL" clId="{3CA47982-3EDB-4027-A75E-48CDEB6E8C2C}" dt="2024-07-13T12:42:24.700" v="106" actId="478"/>
          <ac:spMkLst>
            <pc:docMk/>
            <pc:sldMk cId="2670786406" sldId="356"/>
            <ac:spMk id="13" creationId="{CEE4767D-D093-59C8-5C98-24BA7060ED35}"/>
          </ac:spMkLst>
        </pc:spChg>
        <pc:spChg chg="del mod">
          <ac:chgData name="Nguyen Tuan. Long" userId="e4e93a65-ca82-41ec-92c8-0e4fdb0a72ae" providerId="ADAL" clId="{3CA47982-3EDB-4027-A75E-48CDEB6E8C2C}" dt="2024-07-13T12:44:45.712" v="152" actId="478"/>
          <ac:spMkLst>
            <pc:docMk/>
            <pc:sldMk cId="2670786406" sldId="356"/>
            <ac:spMk id="21" creationId="{4BF2B51A-D7F2-455E-8134-4CAE283F4287}"/>
          </ac:spMkLst>
        </pc:spChg>
        <pc:picChg chg="del">
          <ac:chgData name="Nguyen Tuan. Long" userId="e4e93a65-ca82-41ec-92c8-0e4fdb0a72ae" providerId="ADAL" clId="{3CA47982-3EDB-4027-A75E-48CDEB6E8C2C}" dt="2024-07-13T12:42:17.585" v="104" actId="478"/>
          <ac:picMkLst>
            <pc:docMk/>
            <pc:sldMk cId="2670786406" sldId="356"/>
            <ac:picMk id="1030" creationId="{70C1F3EB-EBD8-1060-6D46-94B526C0A4F3}"/>
          </ac:picMkLst>
        </pc:picChg>
        <pc:picChg chg="del">
          <ac:chgData name="Nguyen Tuan. Long" userId="e4e93a65-ca82-41ec-92c8-0e4fdb0a72ae" providerId="ADAL" clId="{3CA47982-3EDB-4027-A75E-48CDEB6E8C2C}" dt="2024-07-13T12:42:21.592" v="105" actId="478"/>
          <ac:picMkLst>
            <pc:docMk/>
            <pc:sldMk cId="2670786406" sldId="356"/>
            <ac:picMk id="1032" creationId="{D484D9DF-DE64-61AF-9966-854DDF54CE3C}"/>
          </ac:picMkLst>
        </pc:picChg>
      </pc:sldChg>
      <pc:sldChg chg="addSp delSp modSp add mod delAnim">
        <pc:chgData name="Nguyen Tuan. Long" userId="e4e93a65-ca82-41ec-92c8-0e4fdb0a72ae" providerId="ADAL" clId="{3CA47982-3EDB-4027-A75E-48CDEB6E8C2C}" dt="2024-07-14T03:37:13.666" v="1388" actId="20577"/>
        <pc:sldMkLst>
          <pc:docMk/>
          <pc:sldMk cId="2020772383" sldId="357"/>
        </pc:sldMkLst>
        <pc:spChg chg="del">
          <ac:chgData name="Nguyen Tuan. Long" userId="e4e93a65-ca82-41ec-92c8-0e4fdb0a72ae" providerId="ADAL" clId="{3CA47982-3EDB-4027-A75E-48CDEB6E8C2C}" dt="2024-07-13T14:56:53.879" v="1128" actId="478"/>
          <ac:spMkLst>
            <pc:docMk/>
            <pc:sldMk cId="2020772383" sldId="357"/>
            <ac:spMk id="2" creationId="{FD599C9B-0210-85F6-8CE5-DFD7F9B7C209}"/>
          </ac:spMkLst>
        </pc:spChg>
        <pc:spChg chg="del">
          <ac:chgData name="Nguyen Tuan. Long" userId="e4e93a65-ca82-41ec-92c8-0e4fdb0a72ae" providerId="ADAL" clId="{3CA47982-3EDB-4027-A75E-48CDEB6E8C2C}" dt="2024-07-13T14:56:49.108" v="1127" actId="478"/>
          <ac:spMkLst>
            <pc:docMk/>
            <pc:sldMk cId="2020772383" sldId="357"/>
            <ac:spMk id="4" creationId="{EFE970DA-31B3-48D7-84D8-E9CFD5B197FD}"/>
          </ac:spMkLst>
        </pc:spChg>
        <pc:spChg chg="add mod">
          <ac:chgData name="Nguyen Tuan. Long" userId="e4e93a65-ca82-41ec-92c8-0e4fdb0a72ae" providerId="ADAL" clId="{3CA47982-3EDB-4027-A75E-48CDEB6E8C2C}" dt="2024-07-14T03:37:13.666" v="1388" actId="20577"/>
          <ac:spMkLst>
            <pc:docMk/>
            <pc:sldMk cId="2020772383" sldId="357"/>
            <ac:spMk id="7" creationId="{786F6845-84F7-32CF-3972-4258B20AE137}"/>
          </ac:spMkLst>
        </pc:spChg>
        <pc:picChg chg="add mod">
          <ac:chgData name="Nguyen Tuan. Long" userId="e4e93a65-ca82-41ec-92c8-0e4fdb0a72ae" providerId="ADAL" clId="{3CA47982-3EDB-4027-A75E-48CDEB6E8C2C}" dt="2024-07-13T14:58:55.695" v="1177" actId="1076"/>
          <ac:picMkLst>
            <pc:docMk/>
            <pc:sldMk cId="2020772383" sldId="357"/>
            <ac:picMk id="2050" creationId="{803672DC-E578-F48F-6CEA-8DC1D2422FD1}"/>
          </ac:picMkLst>
        </pc:picChg>
        <pc:picChg chg="add mod">
          <ac:chgData name="Nguyen Tuan. Long" userId="e4e93a65-ca82-41ec-92c8-0e4fdb0a72ae" providerId="ADAL" clId="{3CA47982-3EDB-4027-A75E-48CDEB6E8C2C}" dt="2024-07-13T14:58:58.513" v="1178" actId="1076"/>
          <ac:picMkLst>
            <pc:docMk/>
            <pc:sldMk cId="2020772383" sldId="357"/>
            <ac:picMk id="2052" creationId="{CA0CC61E-BE26-A16A-F705-976BA31FCB6E}"/>
          </ac:picMkLst>
        </pc:picChg>
      </pc:sldChg>
      <pc:sldChg chg="addSp delSp modSp add mod delAnim modAnim">
        <pc:chgData name="Nguyen Tuan. Long" userId="e4e93a65-ca82-41ec-92c8-0e4fdb0a72ae" providerId="ADAL" clId="{3CA47982-3EDB-4027-A75E-48CDEB6E8C2C}" dt="2024-07-14T11:05:17.324" v="2737" actId="20577"/>
        <pc:sldMkLst>
          <pc:docMk/>
          <pc:sldMk cId="2609535880" sldId="358"/>
        </pc:sldMkLst>
        <pc:spChg chg="del">
          <ac:chgData name="Nguyen Tuan. Long" userId="e4e93a65-ca82-41ec-92c8-0e4fdb0a72ae" providerId="ADAL" clId="{3CA47982-3EDB-4027-A75E-48CDEB6E8C2C}" dt="2024-07-14T10:29:02.393" v="2298" actId="478"/>
          <ac:spMkLst>
            <pc:docMk/>
            <pc:sldMk cId="2609535880" sldId="358"/>
            <ac:spMk id="2" creationId="{50297516-AF12-B9D9-9152-C7748E3DAFCD}"/>
          </ac:spMkLst>
        </pc:spChg>
        <pc:spChg chg="mod">
          <ac:chgData name="Nguyen Tuan. Long" userId="e4e93a65-ca82-41ec-92c8-0e4fdb0a72ae" providerId="ADAL" clId="{3CA47982-3EDB-4027-A75E-48CDEB6E8C2C}" dt="2024-07-14T10:28:57.172" v="2295" actId="20577"/>
          <ac:spMkLst>
            <pc:docMk/>
            <pc:sldMk cId="2609535880" sldId="358"/>
            <ac:spMk id="3" creationId="{62A79EAC-0BC8-4DF7-B963-899AA7EF67BA}"/>
          </ac:spMkLst>
        </pc:spChg>
        <pc:spChg chg="del">
          <ac:chgData name="Nguyen Tuan. Long" userId="e4e93a65-ca82-41ec-92c8-0e4fdb0a72ae" providerId="ADAL" clId="{3CA47982-3EDB-4027-A75E-48CDEB6E8C2C}" dt="2024-07-14T10:29:04.463" v="2299" actId="478"/>
          <ac:spMkLst>
            <pc:docMk/>
            <pc:sldMk cId="2609535880" sldId="358"/>
            <ac:spMk id="4" creationId="{6289467E-C377-1FE0-8824-772EB1B483B0}"/>
          </ac:spMkLst>
        </pc:spChg>
        <pc:spChg chg="del">
          <ac:chgData name="Nguyen Tuan. Long" userId="e4e93a65-ca82-41ec-92c8-0e4fdb0a72ae" providerId="ADAL" clId="{3CA47982-3EDB-4027-A75E-48CDEB6E8C2C}" dt="2024-07-14T10:29:05.373" v="2300" actId="478"/>
          <ac:spMkLst>
            <pc:docMk/>
            <pc:sldMk cId="2609535880" sldId="358"/>
            <ac:spMk id="6" creationId="{12767CF4-4AAF-BA33-1FD0-1E1C28F4E893}"/>
          </ac:spMkLst>
        </pc:spChg>
        <pc:spChg chg="add mod">
          <ac:chgData name="Nguyen Tuan. Long" userId="e4e93a65-ca82-41ec-92c8-0e4fdb0a72ae" providerId="ADAL" clId="{3CA47982-3EDB-4027-A75E-48CDEB6E8C2C}" dt="2024-07-14T10:46:01.436" v="2708" actId="1076"/>
          <ac:spMkLst>
            <pc:docMk/>
            <pc:sldMk cId="2609535880" sldId="358"/>
            <ac:spMk id="8" creationId="{CD0BC99E-A901-C5E9-A31B-6E4CD9965D5A}"/>
          </ac:spMkLst>
        </pc:spChg>
        <pc:spChg chg="mod">
          <ac:chgData name="Nguyen Tuan. Long" userId="e4e93a65-ca82-41ec-92c8-0e4fdb0a72ae" providerId="ADAL" clId="{3CA47982-3EDB-4027-A75E-48CDEB6E8C2C}" dt="2024-07-14T11:05:17.324" v="2737" actId="20577"/>
          <ac:spMkLst>
            <pc:docMk/>
            <pc:sldMk cId="2609535880" sldId="358"/>
            <ac:spMk id="29" creationId="{3B44278A-8FC8-4EFB-A5FC-1EB70F6E7976}"/>
          </ac:spMkLst>
        </pc:spChg>
        <pc:picChg chg="del">
          <ac:chgData name="Nguyen Tuan. Long" userId="e4e93a65-ca82-41ec-92c8-0e4fdb0a72ae" providerId="ADAL" clId="{3CA47982-3EDB-4027-A75E-48CDEB6E8C2C}" dt="2024-07-14T10:29:00.837" v="2296" actId="478"/>
          <ac:picMkLst>
            <pc:docMk/>
            <pc:sldMk cId="2609535880" sldId="358"/>
            <ac:picMk id="10" creationId="{03FF43E3-EBB3-49E6-8D18-9A2DFF5109B2}"/>
          </ac:picMkLst>
        </pc:picChg>
        <pc:picChg chg="del">
          <ac:chgData name="Nguyen Tuan. Long" userId="e4e93a65-ca82-41ec-92c8-0e4fdb0a72ae" providerId="ADAL" clId="{3CA47982-3EDB-4027-A75E-48CDEB6E8C2C}" dt="2024-07-14T10:29:01.533" v="2297" actId="478"/>
          <ac:picMkLst>
            <pc:docMk/>
            <pc:sldMk cId="2609535880" sldId="358"/>
            <ac:picMk id="12" creationId="{BFA0559E-D4F2-4DDD-9E85-B07586F41F8D}"/>
          </ac:picMkLst>
        </pc:picChg>
        <pc:picChg chg="del">
          <ac:chgData name="Nguyen Tuan. Long" userId="e4e93a65-ca82-41ec-92c8-0e4fdb0a72ae" providerId="ADAL" clId="{3CA47982-3EDB-4027-A75E-48CDEB6E8C2C}" dt="2024-07-14T10:29:05.982" v="2301" actId="478"/>
          <ac:picMkLst>
            <pc:docMk/>
            <pc:sldMk cId="2609535880" sldId="358"/>
            <ac:picMk id="14" creationId="{7178AB23-180E-45D5-8DCB-70405081A7C4}"/>
          </ac:picMkLst>
        </pc:picChg>
      </pc:sldChg>
      <pc:sldChg chg="addSp delSp modSp new mod modAnim">
        <pc:chgData name="Nguyen Tuan. Long" userId="e4e93a65-ca82-41ec-92c8-0e4fdb0a72ae" providerId="ADAL" clId="{3CA47982-3EDB-4027-A75E-48CDEB6E8C2C}" dt="2024-07-18T14:44:20.902" v="3319"/>
        <pc:sldMkLst>
          <pc:docMk/>
          <pc:sldMk cId="526770358" sldId="359"/>
        </pc:sldMkLst>
        <pc:spChg chg="del">
          <ac:chgData name="Nguyen Tuan. Long" userId="e4e93a65-ca82-41ec-92c8-0e4fdb0a72ae" providerId="ADAL" clId="{3CA47982-3EDB-4027-A75E-48CDEB6E8C2C}" dt="2024-07-18T14:37:41.724" v="3226" actId="478"/>
          <ac:spMkLst>
            <pc:docMk/>
            <pc:sldMk cId="526770358" sldId="359"/>
            <ac:spMk id="2" creationId="{00D110F8-FF49-354A-3B38-88F44461BD02}"/>
          </ac:spMkLst>
        </pc:spChg>
        <pc:spChg chg="mod">
          <ac:chgData name="Nguyen Tuan. Long" userId="e4e93a65-ca82-41ec-92c8-0e4fdb0a72ae" providerId="ADAL" clId="{3CA47982-3EDB-4027-A75E-48CDEB6E8C2C}" dt="2024-07-18T14:38:59.392" v="3247" actId="20577"/>
          <ac:spMkLst>
            <pc:docMk/>
            <pc:sldMk cId="526770358" sldId="359"/>
            <ac:spMk id="3" creationId="{C3100CE9-9D7C-1ED9-D6AE-C9A7655910D7}"/>
          </ac:spMkLst>
        </pc:spChg>
        <pc:spChg chg="add mod">
          <ac:chgData name="Nguyen Tuan. Long" userId="e4e93a65-ca82-41ec-92c8-0e4fdb0a72ae" providerId="ADAL" clId="{3CA47982-3EDB-4027-A75E-48CDEB6E8C2C}" dt="2024-07-18T14:44:08.592" v="3317" actId="20577"/>
          <ac:spMkLst>
            <pc:docMk/>
            <pc:sldMk cId="526770358" sldId="359"/>
            <ac:spMk id="6" creationId="{D99AF27E-942C-CEAE-3BF3-DBC4A3DFCDF5}"/>
          </ac:spMkLst>
        </pc:spChg>
      </pc:sldChg>
      <pc:sldChg chg="modSp new del mod">
        <pc:chgData name="Nguyen Tuan. Long" userId="e4e93a65-ca82-41ec-92c8-0e4fdb0a72ae" providerId="ADAL" clId="{3CA47982-3EDB-4027-A75E-48CDEB6E8C2C}" dt="2024-07-18T14:06:22.203" v="2925" actId="2696"/>
        <pc:sldMkLst>
          <pc:docMk/>
          <pc:sldMk cId="595607045" sldId="359"/>
        </pc:sldMkLst>
        <pc:spChg chg="mod">
          <ac:chgData name="Nguyen Tuan. Long" userId="e4e93a65-ca82-41ec-92c8-0e4fdb0a72ae" providerId="ADAL" clId="{3CA47982-3EDB-4027-A75E-48CDEB6E8C2C}" dt="2024-07-18T14:05:48.914" v="2906" actId="27636"/>
          <ac:spMkLst>
            <pc:docMk/>
            <pc:sldMk cId="595607045" sldId="359"/>
            <ac:spMk id="3" creationId="{EA9893C4-6FDA-BDD8-9056-69B3B24E7C35}"/>
          </ac:spMkLst>
        </pc:spChg>
      </pc:sldChg>
      <pc:sldChg chg="add del">
        <pc:chgData name="Nguyen Tuan. Long" userId="e4e93a65-ca82-41ec-92c8-0e4fdb0a72ae" providerId="ADAL" clId="{3CA47982-3EDB-4027-A75E-48CDEB6E8C2C}" dt="2024-07-18T13:33:50.879" v="2806" actId="2696"/>
        <pc:sldMkLst>
          <pc:docMk/>
          <pc:sldMk cId="1285650267" sldId="359"/>
        </pc:sldMkLst>
      </pc:sldChg>
      <pc:sldChg chg="new del">
        <pc:chgData name="Nguyen Tuan. Long" userId="e4e93a65-ca82-41ec-92c8-0e4fdb0a72ae" providerId="ADAL" clId="{3CA47982-3EDB-4027-A75E-48CDEB6E8C2C}" dt="2024-07-18T14:05:07.949" v="2904" actId="2696"/>
        <pc:sldMkLst>
          <pc:docMk/>
          <pc:sldMk cId="1814894421" sldId="359"/>
        </pc:sldMkLst>
      </pc:sldChg>
      <pc:sldChg chg="new del">
        <pc:chgData name="Nguyen Tuan. Long" userId="e4e93a65-ca82-41ec-92c8-0e4fdb0a72ae" providerId="ADAL" clId="{3CA47982-3EDB-4027-A75E-48CDEB6E8C2C}" dt="2024-07-18T14:05:01.401" v="2902" actId="2696"/>
        <pc:sldMkLst>
          <pc:docMk/>
          <pc:sldMk cId="4085352480" sldId="359"/>
        </pc:sldMkLst>
      </pc:sldChg>
      <pc:sldChg chg="addSp modSp new mod">
        <pc:chgData name="Nguyen Tuan. Long" userId="e4e93a65-ca82-41ec-92c8-0e4fdb0a72ae" providerId="ADAL" clId="{3CA47982-3EDB-4027-A75E-48CDEB6E8C2C}" dt="2024-07-18T14:52:06.735" v="3376" actId="20577"/>
        <pc:sldMkLst>
          <pc:docMk/>
          <pc:sldMk cId="3836970317" sldId="360"/>
        </pc:sldMkLst>
        <pc:spChg chg="mod">
          <ac:chgData name="Nguyen Tuan. Long" userId="e4e93a65-ca82-41ec-92c8-0e4fdb0a72ae" providerId="ADAL" clId="{3CA47982-3EDB-4027-A75E-48CDEB6E8C2C}" dt="2024-07-18T14:50:06.796" v="3322" actId="27636"/>
          <ac:spMkLst>
            <pc:docMk/>
            <pc:sldMk cId="3836970317" sldId="360"/>
            <ac:spMk id="2" creationId="{CF64984B-0F8E-3C05-2F15-ACD4E24939DE}"/>
          </ac:spMkLst>
        </pc:spChg>
        <pc:spChg chg="mod">
          <ac:chgData name="Nguyen Tuan. Long" userId="e4e93a65-ca82-41ec-92c8-0e4fdb0a72ae" providerId="ADAL" clId="{3CA47982-3EDB-4027-A75E-48CDEB6E8C2C}" dt="2024-07-18T14:50:18.634" v="3324" actId="27636"/>
          <ac:spMkLst>
            <pc:docMk/>
            <pc:sldMk cId="3836970317" sldId="360"/>
            <ac:spMk id="3" creationId="{14D31D9A-0F8B-3563-22CB-DF226F3FC678}"/>
          </ac:spMkLst>
        </pc:spChg>
        <pc:spChg chg="mod">
          <ac:chgData name="Nguyen Tuan. Long" userId="e4e93a65-ca82-41ec-92c8-0e4fdb0a72ae" providerId="ADAL" clId="{3CA47982-3EDB-4027-A75E-48CDEB6E8C2C}" dt="2024-07-18T14:52:06.735" v="3376" actId="20577"/>
          <ac:spMkLst>
            <pc:docMk/>
            <pc:sldMk cId="3836970317" sldId="360"/>
            <ac:spMk id="4" creationId="{63893F3E-7D60-1D6A-F682-3111EB21D118}"/>
          </ac:spMkLst>
        </pc:spChg>
        <pc:spChg chg="add">
          <ac:chgData name="Nguyen Tuan. Long" userId="e4e93a65-ca82-41ec-92c8-0e4fdb0a72ae" providerId="ADAL" clId="{3CA47982-3EDB-4027-A75E-48CDEB6E8C2C}" dt="2024-07-18T14:51:05.553" v="3331"/>
          <ac:spMkLst>
            <pc:docMk/>
            <pc:sldMk cId="3836970317" sldId="360"/>
            <ac:spMk id="6" creationId="{2F82F07B-47BD-E6D4-81EF-787D0FD82797}"/>
          </ac:spMkLst>
        </pc:spChg>
        <pc:spChg chg="add">
          <ac:chgData name="Nguyen Tuan. Long" userId="e4e93a65-ca82-41ec-92c8-0e4fdb0a72ae" providerId="ADAL" clId="{3CA47982-3EDB-4027-A75E-48CDEB6E8C2C}" dt="2024-07-18T14:51:09.522" v="3332"/>
          <ac:spMkLst>
            <pc:docMk/>
            <pc:sldMk cId="3836970317" sldId="360"/>
            <ac:spMk id="7" creationId="{78DD4EDA-264A-0033-23FF-3232CEBF00B3}"/>
          </ac:spMkLst>
        </pc:spChg>
        <pc:spChg chg="add">
          <ac:chgData name="Nguyen Tuan. Long" userId="e4e93a65-ca82-41ec-92c8-0e4fdb0a72ae" providerId="ADAL" clId="{3CA47982-3EDB-4027-A75E-48CDEB6E8C2C}" dt="2024-07-18T14:51:13.903" v="3333"/>
          <ac:spMkLst>
            <pc:docMk/>
            <pc:sldMk cId="3836970317" sldId="360"/>
            <ac:spMk id="8" creationId="{A54FE777-8133-2F27-6406-BF5C93359FD7}"/>
          </ac:spMkLst>
        </pc:spChg>
        <pc:spChg chg="add">
          <ac:chgData name="Nguyen Tuan. Long" userId="e4e93a65-ca82-41ec-92c8-0e4fdb0a72ae" providerId="ADAL" clId="{3CA47982-3EDB-4027-A75E-48CDEB6E8C2C}" dt="2024-07-18T14:51:19.458" v="3334"/>
          <ac:spMkLst>
            <pc:docMk/>
            <pc:sldMk cId="3836970317" sldId="360"/>
            <ac:spMk id="9" creationId="{6482977A-45B9-F7A6-91BF-04ADA38C90F9}"/>
          </ac:spMkLst>
        </pc:spChg>
        <pc:spChg chg="add">
          <ac:chgData name="Nguyen Tuan. Long" userId="e4e93a65-ca82-41ec-92c8-0e4fdb0a72ae" providerId="ADAL" clId="{3CA47982-3EDB-4027-A75E-48CDEB6E8C2C}" dt="2024-07-18T14:51:21.559" v="3335"/>
          <ac:spMkLst>
            <pc:docMk/>
            <pc:sldMk cId="3836970317" sldId="360"/>
            <ac:spMk id="10" creationId="{E94C2814-49D1-2800-FFCB-11356D544D0C}"/>
          </ac:spMkLst>
        </pc:spChg>
      </pc:sldChg>
      <pc:sldMasterChg chg="modSp modSldLayout">
        <pc:chgData name="Nguyen Tuan. Long" userId="e4e93a65-ca82-41ec-92c8-0e4fdb0a72ae" providerId="ADAL" clId="{3CA47982-3EDB-4027-A75E-48CDEB6E8C2C}" dt="2024-07-13T10:45:12.478" v="8" actId="735"/>
        <pc:sldMasterMkLst>
          <pc:docMk/>
          <pc:sldMasterMk cId="3244191442" sldId="2147483660"/>
        </pc:sldMasterMkLst>
        <pc:sldLayoutChg chg="modSp mod">
          <pc:chgData name="Nguyen Tuan. Long" userId="e4e93a65-ca82-41ec-92c8-0e4fdb0a72ae" providerId="ADAL" clId="{3CA47982-3EDB-4027-A75E-48CDEB6E8C2C}" dt="2024-07-13T10:45:03.167" v="7" actId="121"/>
          <pc:sldLayoutMkLst>
            <pc:docMk/>
            <pc:sldMasterMk cId="3244191442" sldId="2147483660"/>
            <pc:sldLayoutMk cId="1448851604" sldId="2147483661"/>
          </pc:sldLayoutMkLst>
          <pc:graphicFrameChg chg="modGraphic">
            <ac:chgData name="Nguyen Tuan. Long" userId="e4e93a65-ca82-41ec-92c8-0e4fdb0a72ae" providerId="ADAL" clId="{3CA47982-3EDB-4027-A75E-48CDEB6E8C2C}" dt="2024-07-13T10:45:03.167" v="7" actId="121"/>
            <ac:graphicFrameMkLst>
              <pc:docMk/>
              <pc:sldMasterMk cId="3244191442" sldId="2147483660"/>
              <pc:sldLayoutMk cId="1448851604" sldId="2147483661"/>
              <ac:graphicFrameMk id="3" creationId="{C3A53F34-7F05-4D86-BA99-9731333F7624}"/>
            </ac:graphicFrameMkLst>
          </pc:graphicFrameChg>
        </pc:sldLayoutChg>
      </pc:sldMasterChg>
    </pc:docChg>
  </pc:docChgLst>
  <pc:docChgLst>
    <pc:chgData name="Nguyen Long" userId="e4e93a65-ca82-41ec-92c8-0e4fdb0a72ae" providerId="ADAL" clId="{D78BCD63-069C-4B2A-B7FE-F6EBBEA6BFC6}"/>
    <pc:docChg chg="modSld">
      <pc:chgData name="Nguyen Long" userId="e4e93a65-ca82-41ec-92c8-0e4fdb0a72ae" providerId="ADAL" clId="{D78BCD63-069C-4B2A-B7FE-F6EBBEA6BFC6}" dt="2021-11-01T03:13:18.974" v="12" actId="729"/>
      <pc:docMkLst>
        <pc:docMk/>
      </pc:docMkLst>
      <pc:sldChg chg="modAnim">
        <pc:chgData name="Nguyen Long" userId="e4e93a65-ca82-41ec-92c8-0e4fdb0a72ae" providerId="ADAL" clId="{D78BCD63-069C-4B2A-B7FE-F6EBBEA6BFC6}" dt="2021-11-01T03:00:59.979" v="2"/>
        <pc:sldMkLst>
          <pc:docMk/>
          <pc:sldMk cId="1548158913" sldId="325"/>
        </pc:sldMkLst>
      </pc:sldChg>
      <pc:sldChg chg="mod modShow">
        <pc:chgData name="Nguyen Long" userId="e4e93a65-ca82-41ec-92c8-0e4fdb0a72ae" providerId="ADAL" clId="{D78BCD63-069C-4B2A-B7FE-F6EBBEA6BFC6}" dt="2021-11-01T03:07:57.892" v="3" actId="729"/>
        <pc:sldMkLst>
          <pc:docMk/>
          <pc:sldMk cId="1423860730" sldId="327"/>
        </pc:sldMkLst>
      </pc:sldChg>
      <pc:sldChg chg="mod modShow">
        <pc:chgData name="Nguyen Long" userId="e4e93a65-ca82-41ec-92c8-0e4fdb0a72ae" providerId="ADAL" clId="{D78BCD63-069C-4B2A-B7FE-F6EBBEA6BFC6}" dt="2021-11-01T03:08:42.237" v="4" actId="729"/>
        <pc:sldMkLst>
          <pc:docMk/>
          <pc:sldMk cId="3774375456" sldId="329"/>
        </pc:sldMkLst>
      </pc:sldChg>
      <pc:sldChg chg="mod modShow">
        <pc:chgData name="Nguyen Long" userId="e4e93a65-ca82-41ec-92c8-0e4fdb0a72ae" providerId="ADAL" clId="{D78BCD63-069C-4B2A-B7FE-F6EBBEA6BFC6}" dt="2021-11-01T03:12:01.834" v="5" actId="729"/>
        <pc:sldMkLst>
          <pc:docMk/>
          <pc:sldMk cId="793491857" sldId="331"/>
        </pc:sldMkLst>
      </pc:sldChg>
      <pc:sldChg chg="mod modShow">
        <pc:chgData name="Nguyen Long" userId="e4e93a65-ca82-41ec-92c8-0e4fdb0a72ae" providerId="ADAL" clId="{D78BCD63-069C-4B2A-B7FE-F6EBBEA6BFC6}" dt="2021-11-01T03:12:12.231" v="6" actId="729"/>
        <pc:sldMkLst>
          <pc:docMk/>
          <pc:sldMk cId="1649709414" sldId="332"/>
        </pc:sldMkLst>
      </pc:sldChg>
      <pc:sldChg chg="mod modShow">
        <pc:chgData name="Nguyen Long" userId="e4e93a65-ca82-41ec-92c8-0e4fdb0a72ae" providerId="ADAL" clId="{D78BCD63-069C-4B2A-B7FE-F6EBBEA6BFC6}" dt="2021-11-01T03:12:28.835" v="7" actId="729"/>
        <pc:sldMkLst>
          <pc:docMk/>
          <pc:sldMk cId="2435738948" sldId="333"/>
        </pc:sldMkLst>
      </pc:sldChg>
      <pc:sldChg chg="mod modShow">
        <pc:chgData name="Nguyen Long" userId="e4e93a65-ca82-41ec-92c8-0e4fdb0a72ae" providerId="ADAL" clId="{D78BCD63-069C-4B2A-B7FE-F6EBBEA6BFC6}" dt="2021-11-01T03:13:18.974" v="12" actId="729"/>
        <pc:sldMkLst>
          <pc:docMk/>
          <pc:sldMk cId="552481527" sldId="334"/>
        </pc:sldMkLst>
      </pc:sldChg>
      <pc:sldChg chg="mod modShow">
        <pc:chgData name="Nguyen Long" userId="e4e93a65-ca82-41ec-92c8-0e4fdb0a72ae" providerId="ADAL" clId="{D78BCD63-069C-4B2A-B7FE-F6EBBEA6BFC6}" dt="2021-11-01T03:12:39.590" v="8" actId="729"/>
        <pc:sldMkLst>
          <pc:docMk/>
          <pc:sldMk cId="823410867" sldId="335"/>
        </pc:sldMkLst>
      </pc:sldChg>
      <pc:sldChg chg="mod modShow">
        <pc:chgData name="Nguyen Long" userId="e4e93a65-ca82-41ec-92c8-0e4fdb0a72ae" providerId="ADAL" clId="{D78BCD63-069C-4B2A-B7FE-F6EBBEA6BFC6}" dt="2021-11-01T03:12:46.795" v="9" actId="729"/>
        <pc:sldMkLst>
          <pc:docMk/>
          <pc:sldMk cId="2969133937" sldId="336"/>
        </pc:sldMkLst>
      </pc:sldChg>
      <pc:sldChg chg="mod modShow">
        <pc:chgData name="Nguyen Long" userId="e4e93a65-ca82-41ec-92c8-0e4fdb0a72ae" providerId="ADAL" clId="{D78BCD63-069C-4B2A-B7FE-F6EBBEA6BFC6}" dt="2021-11-01T03:12:56.444" v="10" actId="729"/>
        <pc:sldMkLst>
          <pc:docMk/>
          <pc:sldMk cId="4139985948" sldId="337"/>
        </pc:sldMkLst>
      </pc:sldChg>
      <pc:sldChg chg="mod modShow">
        <pc:chgData name="Nguyen Long" userId="e4e93a65-ca82-41ec-92c8-0e4fdb0a72ae" providerId="ADAL" clId="{D78BCD63-069C-4B2A-B7FE-F6EBBEA6BFC6}" dt="2021-11-01T03:13:03.704" v="11" actId="729"/>
        <pc:sldMkLst>
          <pc:docMk/>
          <pc:sldMk cId="3256425225" sldId="338"/>
        </pc:sldMkLst>
      </pc:sldChg>
    </pc:docChg>
  </pc:docChgLst>
  <pc:docChgLst>
    <pc:chgData name="Nguyen Long" userId="e4e93a65-ca82-41ec-92c8-0e4fdb0a72ae" providerId="ADAL" clId="{8EB380BB-A71A-4CD2-9680-567485BE2474}"/>
    <pc:docChg chg="undo custSel addSld delSld modSld">
      <pc:chgData name="Nguyen Long" userId="e4e93a65-ca82-41ec-92c8-0e4fdb0a72ae" providerId="ADAL" clId="{8EB380BB-A71A-4CD2-9680-567485BE2474}" dt="2020-11-08T01:29:14.066" v="4344" actId="20577"/>
      <pc:docMkLst>
        <pc:docMk/>
      </pc:docMkLst>
      <pc:sldChg chg="addSp delSp modSp mod">
        <pc:chgData name="Nguyen Long" userId="e4e93a65-ca82-41ec-92c8-0e4fdb0a72ae" providerId="ADAL" clId="{8EB380BB-A71A-4CD2-9680-567485BE2474}" dt="2020-11-07T08:34:53.238" v="4340" actId="1076"/>
        <pc:sldMkLst>
          <pc:docMk/>
          <pc:sldMk cId="1829236185" sldId="258"/>
        </pc:sldMkLst>
        <pc:spChg chg="mod">
          <ac:chgData name="Nguyen Long" userId="e4e93a65-ca82-41ec-92c8-0e4fdb0a72ae" providerId="ADAL" clId="{8EB380BB-A71A-4CD2-9680-567485BE2474}" dt="2020-11-07T08:34:53.238" v="4340" actId="1076"/>
          <ac:spMkLst>
            <pc:docMk/>
            <pc:sldMk cId="1829236185" sldId="258"/>
            <ac:spMk id="2" creationId="{80FE5516-7451-46AD-A1E8-26D02D286C28}"/>
          </ac:spMkLst>
        </pc:spChg>
        <pc:spChg chg="del">
          <ac:chgData name="Nguyen Long" userId="e4e93a65-ca82-41ec-92c8-0e4fdb0a72ae" providerId="ADAL" clId="{8EB380BB-A71A-4CD2-9680-567485BE2474}" dt="2020-11-04T10:33:58.808" v="1625" actId="478"/>
          <ac:spMkLst>
            <pc:docMk/>
            <pc:sldMk cId="1829236185" sldId="258"/>
            <ac:spMk id="3" creationId="{3A8C07BF-72E4-45F4-A6F8-EF5D73F904C5}"/>
          </ac:spMkLst>
        </pc:spChg>
        <pc:spChg chg="add del">
          <ac:chgData name="Nguyen Long" userId="e4e93a65-ca82-41ec-92c8-0e4fdb0a72ae" providerId="ADAL" clId="{8EB380BB-A71A-4CD2-9680-567485BE2474}" dt="2020-11-06T08:44:30.860" v="4329" actId="22"/>
          <ac:spMkLst>
            <pc:docMk/>
            <pc:sldMk cId="1829236185" sldId="258"/>
            <ac:spMk id="4" creationId="{0658539F-E53A-40D7-87E3-88B060CF93CD}"/>
          </ac:spMkLst>
        </pc:spChg>
      </pc:sldChg>
      <pc:sldChg chg="addSp delSp modSp mod delAnim modAnim">
        <pc:chgData name="Nguyen Long" userId="e4e93a65-ca82-41ec-92c8-0e4fdb0a72ae" providerId="ADAL" clId="{8EB380BB-A71A-4CD2-9680-567485BE2474}" dt="2020-11-07T08:36:12.216" v="4343" actId="20577"/>
        <pc:sldMkLst>
          <pc:docMk/>
          <pc:sldMk cId="2848987940" sldId="263"/>
        </pc:sldMkLst>
        <pc:spChg chg="add del mod">
          <ac:chgData name="Nguyen Long" userId="e4e93a65-ca82-41ec-92c8-0e4fdb0a72ae" providerId="ADAL" clId="{8EB380BB-A71A-4CD2-9680-567485BE2474}" dt="2020-11-05T13:18:15.595" v="2669" actId="478"/>
          <ac:spMkLst>
            <pc:docMk/>
            <pc:sldMk cId="2848987940" sldId="263"/>
            <ac:spMk id="3" creationId="{1DBB6571-1E04-4D74-A587-F9C22E5AA457}"/>
          </ac:spMkLst>
        </pc:spChg>
        <pc:spChg chg="del">
          <ac:chgData name="Nguyen Long" userId="e4e93a65-ca82-41ec-92c8-0e4fdb0a72ae" providerId="ADAL" clId="{8EB380BB-A71A-4CD2-9680-567485BE2474}" dt="2020-11-05T13:18:10.082" v="2668" actId="478"/>
          <ac:spMkLst>
            <pc:docMk/>
            <pc:sldMk cId="2848987940" sldId="263"/>
            <ac:spMk id="10" creationId="{5DC21B99-FD41-43AC-B189-6669F46B487A}"/>
          </ac:spMkLst>
        </pc:spChg>
        <pc:spChg chg="mod">
          <ac:chgData name="Nguyen Long" userId="e4e93a65-ca82-41ec-92c8-0e4fdb0a72ae" providerId="ADAL" clId="{8EB380BB-A71A-4CD2-9680-567485BE2474}" dt="2020-11-07T08:36:12.216" v="4343" actId="20577"/>
          <ac:spMkLst>
            <pc:docMk/>
            <pc:sldMk cId="2848987940" sldId="263"/>
            <ac:spMk id="11" creationId="{F413AA2B-2D90-4655-837E-D9E3CC06BC5C}"/>
          </ac:spMkLst>
        </pc:spChg>
        <pc:spChg chg="mod">
          <ac:chgData name="Nguyen Long" userId="e4e93a65-ca82-41ec-92c8-0e4fdb0a72ae" providerId="ADAL" clId="{8EB380BB-A71A-4CD2-9680-567485BE2474}" dt="2020-11-05T15:12:19.684" v="3397" actId="1076"/>
          <ac:spMkLst>
            <pc:docMk/>
            <pc:sldMk cId="2848987940" sldId="263"/>
            <ac:spMk id="13" creationId="{8DCBFF2C-2C51-47AD-942A-27C9869AB267}"/>
          </ac:spMkLst>
        </pc:spChg>
      </pc:sldChg>
      <pc:sldChg chg="addSp delSp modSp mod delAnim modAnim">
        <pc:chgData name="Nguyen Long" userId="e4e93a65-ca82-41ec-92c8-0e4fdb0a72ae" providerId="ADAL" clId="{8EB380BB-A71A-4CD2-9680-567485BE2474}" dt="2020-11-05T13:16:03.852" v="2624" actId="27636"/>
        <pc:sldMkLst>
          <pc:docMk/>
          <pc:sldMk cId="2093628872" sldId="264"/>
        </pc:sldMkLst>
        <pc:spChg chg="mod">
          <ac:chgData name="Nguyen Long" userId="e4e93a65-ca82-41ec-92c8-0e4fdb0a72ae" providerId="ADAL" clId="{8EB380BB-A71A-4CD2-9680-567485BE2474}" dt="2020-11-04T01:22:04.439" v="94" actId="20577"/>
          <ac:spMkLst>
            <pc:docMk/>
            <pc:sldMk cId="2093628872" sldId="264"/>
            <ac:spMk id="3" creationId="{90BF82D9-793B-4262-BF41-DD01625D0D2A}"/>
          </ac:spMkLst>
        </pc:spChg>
        <pc:spChg chg="mod">
          <ac:chgData name="Nguyen Long" userId="e4e93a65-ca82-41ec-92c8-0e4fdb0a72ae" providerId="ADAL" clId="{8EB380BB-A71A-4CD2-9680-567485BE2474}" dt="2020-11-05T13:16:03.852" v="2624" actId="27636"/>
          <ac:spMkLst>
            <pc:docMk/>
            <pc:sldMk cId="2093628872" sldId="264"/>
            <ac:spMk id="4" creationId="{F19861AE-5C9F-471D-AAA9-5DB1F0ADDB56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28" creationId="{7CC5C5E3-8BAC-4798-8612-1D8B60B972F5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0" creationId="{3747B7A7-317A-47AB-B063-564D1410D64D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2" creationId="{13870196-54D9-41BE-A99A-C987985B98AF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4" creationId="{28FA9543-EF1C-46A5-B6E0-72701D08CEFA}"/>
          </ac:spMkLst>
        </pc:spChg>
        <pc:spChg chg="mod">
          <ac:chgData name="Nguyen Long" userId="e4e93a65-ca82-41ec-92c8-0e4fdb0a72ae" providerId="ADAL" clId="{8EB380BB-A71A-4CD2-9680-567485BE2474}" dt="2020-11-04T01:15:53.134" v="65" actId="571"/>
          <ac:spMkLst>
            <pc:docMk/>
            <pc:sldMk cId="2093628872" sldId="264"/>
            <ac:spMk id="37" creationId="{644E72BC-644B-4E70-A68A-86A727FF36C8}"/>
          </ac:spMkLst>
        </pc:spChg>
        <pc:spChg chg="add del mod">
          <ac:chgData name="Nguyen Long" userId="e4e93a65-ca82-41ec-92c8-0e4fdb0a72ae" providerId="ADAL" clId="{8EB380BB-A71A-4CD2-9680-567485BE2474}" dt="2020-11-04T01:22:22.587" v="95" actId="478"/>
          <ac:spMkLst>
            <pc:docMk/>
            <pc:sldMk cId="2093628872" sldId="264"/>
            <ac:spMk id="38" creationId="{5A4F69BD-F1DE-4EE5-8C8E-45786DD0B9ED}"/>
          </ac:spMkLst>
        </pc:spChg>
        <pc:spChg chg="mod">
          <ac:chgData name="Nguyen Long" userId="e4e93a65-ca82-41ec-92c8-0e4fdb0a72ae" providerId="ADAL" clId="{8EB380BB-A71A-4CD2-9680-567485BE2474}" dt="2020-11-04T01:15:58.985" v="69" actId="6549"/>
          <ac:spMkLst>
            <pc:docMk/>
            <pc:sldMk cId="2093628872" sldId="264"/>
            <ac:spMk id="42" creationId="{727E80E6-BB58-424C-9072-ABC9A4643CCB}"/>
          </ac:spMkLst>
        </pc:spChg>
        <pc:spChg chg="del topLvl">
          <ac:chgData name="Nguyen Long" userId="e4e93a65-ca82-41ec-92c8-0e4fdb0a72ae" providerId="ADAL" clId="{8EB380BB-A71A-4CD2-9680-567485BE2474}" dt="2020-11-04T01:16:04.379" v="73" actId="478"/>
          <ac:spMkLst>
            <pc:docMk/>
            <pc:sldMk cId="2093628872" sldId="264"/>
            <ac:spMk id="54" creationId="{5AF26D76-A2CF-4B0C-84E1-4642FF581CAD}"/>
          </ac:spMkLst>
        </pc:spChg>
        <pc:grpChg chg="del">
          <ac:chgData name="Nguyen Long" userId="e4e93a65-ca82-41ec-92c8-0e4fdb0a72ae" providerId="ADAL" clId="{8EB380BB-A71A-4CD2-9680-567485BE2474}" dt="2020-11-04T01:16:01.002" v="70" actId="478"/>
          <ac:grpSpMkLst>
            <pc:docMk/>
            <pc:sldMk cId="2093628872" sldId="264"/>
            <ac:grpSpMk id="12" creationId="{9735967D-4A24-431B-8E7B-24312483E5BE}"/>
          </ac:grpSpMkLst>
        </pc:grpChg>
        <pc:grpChg chg="add del mod">
          <ac:chgData name="Nguyen Long" userId="e4e93a65-ca82-41ec-92c8-0e4fdb0a72ae" providerId="ADAL" clId="{8EB380BB-A71A-4CD2-9680-567485BE2474}" dt="2020-11-04T01:15:54.776" v="66" actId="478"/>
          <ac:grpSpMkLst>
            <pc:docMk/>
            <pc:sldMk cId="2093628872" sldId="264"/>
            <ac:grpSpMk id="23" creationId="{5CA1E55C-E308-4EBA-A46A-CB74B51F4BD3}"/>
          </ac:grpSpMkLst>
        </pc:grpChg>
        <pc:grpChg chg="del">
          <ac:chgData name="Nguyen Long" userId="e4e93a65-ca82-41ec-92c8-0e4fdb0a72ae" providerId="ADAL" clId="{8EB380BB-A71A-4CD2-9680-567485BE2474}" dt="2020-11-04T01:16:02.777" v="72" actId="478"/>
          <ac:grpSpMkLst>
            <pc:docMk/>
            <pc:sldMk cId="2093628872" sldId="264"/>
            <ac:grpSpMk id="24" creationId="{EF30068C-B1FB-4B96-B416-2C7D625EE462}"/>
          </ac:grpSpMkLst>
        </pc:grpChg>
        <pc:grpChg chg="add del mod">
          <ac:chgData name="Nguyen Long" userId="e4e93a65-ca82-41ec-92c8-0e4fdb0a72ae" providerId="ADAL" clId="{8EB380BB-A71A-4CD2-9680-567485BE2474}" dt="2020-11-04T01:15:54.776" v="66" actId="478"/>
          <ac:grpSpMkLst>
            <pc:docMk/>
            <pc:sldMk cId="2093628872" sldId="264"/>
            <ac:grpSpMk id="31" creationId="{D3E1A191-35E6-4B9B-B2D7-989D71039399}"/>
          </ac:grpSpMkLst>
        </pc:grpChg>
        <pc:grpChg chg="add del mod">
          <ac:chgData name="Nguyen Long" userId="e4e93a65-ca82-41ec-92c8-0e4fdb0a72ae" providerId="ADAL" clId="{8EB380BB-A71A-4CD2-9680-567485BE2474}" dt="2020-11-04T01:15:54.776" v="66" actId="478"/>
          <ac:grpSpMkLst>
            <pc:docMk/>
            <pc:sldMk cId="2093628872" sldId="264"/>
            <ac:grpSpMk id="35" creationId="{235D797A-C8BB-4D4B-8F72-7B12BD078353}"/>
          </ac:grpSpMkLst>
        </pc:grpChg>
        <pc:grpChg chg="del">
          <ac:chgData name="Nguyen Long" userId="e4e93a65-ca82-41ec-92c8-0e4fdb0a72ae" providerId="ADAL" clId="{8EB380BB-A71A-4CD2-9680-567485BE2474}" dt="2020-11-04T01:16:07.388" v="75" actId="478"/>
          <ac:grpSpMkLst>
            <pc:docMk/>
            <pc:sldMk cId="2093628872" sldId="264"/>
            <ac:grpSpMk id="39" creationId="{4F0BDB6D-F2A1-420E-9D8D-DFCB55FE3CE8}"/>
          </ac:grpSpMkLst>
        </pc:grpChg>
        <pc:grpChg chg="del">
          <ac:chgData name="Nguyen Long" userId="e4e93a65-ca82-41ec-92c8-0e4fdb0a72ae" providerId="ADAL" clId="{8EB380BB-A71A-4CD2-9680-567485BE2474}" dt="2020-11-04T01:16:04.379" v="73" actId="478"/>
          <ac:grpSpMkLst>
            <pc:docMk/>
            <pc:sldMk cId="2093628872" sldId="264"/>
            <ac:grpSpMk id="59" creationId="{12F668D5-A30D-4BC3-8500-95DD4403DC63}"/>
          </ac:grpSpMkLst>
        </pc:grpChg>
        <pc:picChg chg="del">
          <ac:chgData name="Nguyen Long" userId="e4e93a65-ca82-41ec-92c8-0e4fdb0a72ae" providerId="ADAL" clId="{8EB380BB-A71A-4CD2-9680-567485BE2474}" dt="2020-11-04T01:16:01.781" v="71" actId="478"/>
          <ac:picMkLst>
            <pc:docMk/>
            <pc:sldMk cId="2093628872" sldId="264"/>
            <ac:picMk id="7" creationId="{2328F1E7-10ED-44E1-9297-4B39AC841B89}"/>
          </ac:picMkLst>
        </pc:picChg>
        <pc:picChg chg="del">
          <ac:chgData name="Nguyen Long" userId="e4e93a65-ca82-41ec-92c8-0e4fdb0a72ae" providerId="ADAL" clId="{8EB380BB-A71A-4CD2-9680-567485BE2474}" dt="2020-11-04T01:15:58.282" v="68" actId="478"/>
          <ac:picMkLst>
            <pc:docMk/>
            <pc:sldMk cId="2093628872" sldId="264"/>
            <ac:picMk id="9" creationId="{33DCD389-4300-4C14-8519-1495D3D2B24C}"/>
          </ac:picMkLst>
        </pc:picChg>
        <pc:picChg chg="del">
          <ac:chgData name="Nguyen Long" userId="e4e93a65-ca82-41ec-92c8-0e4fdb0a72ae" providerId="ADAL" clId="{8EB380BB-A71A-4CD2-9680-567485BE2474}" dt="2020-11-04T01:15:57.740" v="67" actId="478"/>
          <ac:picMkLst>
            <pc:docMk/>
            <pc:sldMk cId="2093628872" sldId="264"/>
            <ac:picMk id="11" creationId="{E38FBE56-E790-49C9-A488-4B42F792C696}"/>
          </ac:picMkLst>
        </pc:picChg>
        <pc:picChg chg="add del mod">
          <ac:chgData name="Nguyen Long" userId="e4e93a65-ca82-41ec-92c8-0e4fdb0a72ae" providerId="ADAL" clId="{8EB380BB-A71A-4CD2-9680-567485BE2474}" dt="2020-11-04T01:15:54.776" v="66" actId="478"/>
          <ac:picMkLst>
            <pc:docMk/>
            <pc:sldMk cId="2093628872" sldId="264"/>
            <ac:picMk id="22" creationId="{6B5C1D98-8782-4644-AB35-FB1C81EB23E4}"/>
          </ac:picMkLst>
        </pc:picChg>
        <pc:cxnChg chg="mod">
          <ac:chgData name="Nguyen Long" userId="e4e93a65-ca82-41ec-92c8-0e4fdb0a72ae" providerId="ADAL" clId="{8EB380BB-A71A-4CD2-9680-567485BE2474}" dt="2020-11-04T01:16:01.002" v="70" actId="478"/>
          <ac:cxnSpMkLst>
            <pc:docMk/>
            <pc:sldMk cId="2093628872" sldId="264"/>
            <ac:cxnSpMk id="14" creationId="{19000759-1862-4984-BDD4-1804555480F1}"/>
          </ac:cxnSpMkLst>
        </pc:cxnChg>
        <pc:cxnChg chg="mod">
          <ac:chgData name="Nguyen Long" userId="e4e93a65-ca82-41ec-92c8-0e4fdb0a72ae" providerId="ADAL" clId="{8EB380BB-A71A-4CD2-9680-567485BE2474}" dt="2020-11-04T01:16:02.777" v="72" actId="478"/>
          <ac:cxnSpMkLst>
            <pc:docMk/>
            <pc:sldMk cId="2093628872" sldId="264"/>
            <ac:cxnSpMk id="26" creationId="{168361D2-400F-441C-A081-BA2D01B76B21}"/>
          </ac:cxnSpMkLst>
        </pc:cxnChg>
        <pc:cxnChg chg="mod">
          <ac:chgData name="Nguyen Long" userId="e4e93a65-ca82-41ec-92c8-0e4fdb0a72ae" providerId="ADAL" clId="{8EB380BB-A71A-4CD2-9680-567485BE2474}" dt="2020-11-04T01:15:54.776" v="66" actId="478"/>
          <ac:cxnSpMkLst>
            <pc:docMk/>
            <pc:sldMk cId="2093628872" sldId="264"/>
            <ac:cxnSpMk id="29" creationId="{5FD66800-1A2C-45E8-816F-FAAF50C02FD2}"/>
          </ac:cxnSpMkLst>
        </pc:cxnChg>
        <pc:cxnChg chg="mod">
          <ac:chgData name="Nguyen Long" userId="e4e93a65-ca82-41ec-92c8-0e4fdb0a72ae" providerId="ADAL" clId="{8EB380BB-A71A-4CD2-9680-567485BE2474}" dt="2020-11-04T01:15:54.776" v="66" actId="478"/>
          <ac:cxnSpMkLst>
            <pc:docMk/>
            <pc:sldMk cId="2093628872" sldId="264"/>
            <ac:cxnSpMk id="33" creationId="{65DB346B-FB4E-49B1-80BF-BAA8F9BA98E1}"/>
          </ac:cxnSpMkLst>
        </pc:cxnChg>
        <pc:cxnChg chg="mod">
          <ac:chgData name="Nguyen Long" userId="e4e93a65-ca82-41ec-92c8-0e4fdb0a72ae" providerId="ADAL" clId="{8EB380BB-A71A-4CD2-9680-567485BE2474}" dt="2020-11-04T01:15:54.776" v="66" actId="478"/>
          <ac:cxnSpMkLst>
            <pc:docMk/>
            <pc:sldMk cId="2093628872" sldId="264"/>
            <ac:cxnSpMk id="36" creationId="{CB725FD0-E808-4BA4-A6F9-6E775B16C7E6}"/>
          </ac:cxnSpMkLst>
        </pc:cxnChg>
        <pc:cxnChg chg="mod">
          <ac:chgData name="Nguyen Long" userId="e4e93a65-ca82-41ec-92c8-0e4fdb0a72ae" providerId="ADAL" clId="{8EB380BB-A71A-4CD2-9680-567485BE2474}" dt="2020-11-04T01:16:07.388" v="75" actId="478"/>
          <ac:cxnSpMkLst>
            <pc:docMk/>
            <pc:sldMk cId="2093628872" sldId="264"/>
            <ac:cxnSpMk id="41" creationId="{3FA475DA-F7E6-43E3-BDDC-AC664B83A279}"/>
          </ac:cxnSpMkLst>
        </pc:cxnChg>
        <pc:cxnChg chg="del mod topLvl">
          <ac:chgData name="Nguyen Long" userId="e4e93a65-ca82-41ec-92c8-0e4fdb0a72ae" providerId="ADAL" clId="{8EB380BB-A71A-4CD2-9680-567485BE2474}" dt="2020-11-04T01:16:05.642" v="74" actId="478"/>
          <ac:cxnSpMkLst>
            <pc:docMk/>
            <pc:sldMk cId="2093628872" sldId="264"/>
            <ac:cxnSpMk id="53" creationId="{5C0DCABD-031E-41C3-B4E9-987CD5BCE391}"/>
          </ac:cxnSpMkLst>
        </pc:cxnChg>
      </pc:sldChg>
      <pc:sldChg chg="addSp delSp modSp add del mod delAnim modAnim">
        <pc:chgData name="Nguyen Long" userId="e4e93a65-ca82-41ec-92c8-0e4fdb0a72ae" providerId="ADAL" clId="{8EB380BB-A71A-4CD2-9680-567485BE2474}" dt="2020-11-05T02:59:02.223" v="2500" actId="14100"/>
        <pc:sldMkLst>
          <pc:docMk/>
          <pc:sldMk cId="2084599407" sldId="265"/>
        </pc:sldMkLst>
        <pc:spChg chg="del mod">
          <ac:chgData name="Nguyen Long" userId="e4e93a65-ca82-41ec-92c8-0e4fdb0a72ae" providerId="ADAL" clId="{8EB380BB-A71A-4CD2-9680-567485BE2474}" dt="2020-11-04T09:21:42.772" v="710" actId="478"/>
          <ac:spMkLst>
            <pc:docMk/>
            <pc:sldMk cId="2084599407" sldId="265"/>
            <ac:spMk id="2" creationId="{5781CA2E-A35A-4B65-8304-917D3CF8BA29}"/>
          </ac:spMkLst>
        </pc:spChg>
        <pc:spChg chg="mod">
          <ac:chgData name="Nguyen Long" userId="e4e93a65-ca82-41ec-92c8-0e4fdb0a72ae" providerId="ADAL" clId="{8EB380BB-A71A-4CD2-9680-567485BE2474}" dt="2020-11-04T09:15:12.574" v="691"/>
          <ac:spMkLst>
            <pc:docMk/>
            <pc:sldMk cId="2084599407" sldId="265"/>
            <ac:spMk id="3" creationId="{90BF82D9-793B-4262-BF41-DD01625D0D2A}"/>
          </ac:spMkLst>
        </pc:spChg>
        <pc:spChg chg="mod">
          <ac:chgData name="Nguyen Long" userId="e4e93a65-ca82-41ec-92c8-0e4fdb0a72ae" providerId="ADAL" clId="{8EB380BB-A71A-4CD2-9680-567485BE2474}" dt="2020-11-04T09:15:02.486" v="690"/>
          <ac:spMkLst>
            <pc:docMk/>
            <pc:sldMk cId="2084599407" sldId="265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5T02:57:24.485" v="2498" actId="14100"/>
          <ac:spMkLst>
            <pc:docMk/>
            <pc:sldMk cId="2084599407" sldId="265"/>
            <ac:spMk id="5" creationId="{F06249C0-AE55-4CB3-89EA-403B5A14975D}"/>
          </ac:spMkLst>
        </pc:spChg>
        <pc:spChg chg="add mod">
          <ac:chgData name="Nguyen Long" userId="e4e93a65-ca82-41ec-92c8-0e4fdb0a72ae" providerId="ADAL" clId="{8EB380BB-A71A-4CD2-9680-567485BE2474}" dt="2020-11-04T09:29:02.422" v="797" actId="113"/>
          <ac:spMkLst>
            <pc:docMk/>
            <pc:sldMk cId="2084599407" sldId="265"/>
            <ac:spMk id="7" creationId="{7938CF27-3285-4605-B6A5-0AC152EAD016}"/>
          </ac:spMkLst>
        </pc:spChg>
        <pc:spChg chg="add mod">
          <ac:chgData name="Nguyen Long" userId="e4e93a65-ca82-41ec-92c8-0e4fdb0a72ae" providerId="ADAL" clId="{8EB380BB-A71A-4CD2-9680-567485BE2474}" dt="2020-11-05T02:59:02.223" v="2500" actId="14100"/>
          <ac:spMkLst>
            <pc:docMk/>
            <pc:sldMk cId="2084599407" sldId="265"/>
            <ac:spMk id="8" creationId="{0C506368-D2BF-46B6-840C-C61507DD9921}"/>
          </ac:spMkLst>
        </pc:spChg>
        <pc:spChg chg="add mod">
          <ac:chgData name="Nguyen Long" userId="e4e93a65-ca82-41ec-92c8-0e4fdb0a72ae" providerId="ADAL" clId="{8EB380BB-A71A-4CD2-9680-567485BE2474}" dt="2020-11-04T09:28:51.065" v="796" actId="113"/>
          <ac:spMkLst>
            <pc:docMk/>
            <pc:sldMk cId="2084599407" sldId="265"/>
            <ac:spMk id="14" creationId="{E3AA5958-9CFA-4F87-8875-E78D175E4573}"/>
          </ac:spMkLst>
        </pc:spChg>
        <pc:spChg chg="del mod topLvl">
          <ac:chgData name="Nguyen Long" userId="e4e93a65-ca82-41ec-92c8-0e4fdb0a72ae" providerId="ADAL" clId="{8EB380BB-A71A-4CD2-9680-567485BE2474}" dt="2020-11-04T09:32:48.970" v="865" actId="478"/>
          <ac:spMkLst>
            <pc:docMk/>
            <pc:sldMk cId="2084599407" sldId="265"/>
            <ac:spMk id="25" creationId="{ABC845E3-3F13-4619-9367-4525C4DF45FC}"/>
          </ac:spMkLst>
        </pc:spChg>
        <pc:spChg chg="mod">
          <ac:chgData name="Nguyen Long" userId="e4e93a65-ca82-41ec-92c8-0e4fdb0a72ae" providerId="ADAL" clId="{8EB380BB-A71A-4CD2-9680-567485BE2474}" dt="2020-11-04T09:34:42.227" v="891" actId="208"/>
          <ac:spMkLst>
            <pc:docMk/>
            <pc:sldMk cId="2084599407" sldId="265"/>
            <ac:spMk id="26" creationId="{C2CBC15F-5F2A-4ACC-9BC4-6D024B4AFD16}"/>
          </ac:spMkLst>
        </pc:spChg>
        <pc:spChg chg="add mod">
          <ac:chgData name="Nguyen Long" userId="e4e93a65-ca82-41ec-92c8-0e4fdb0a72ae" providerId="ADAL" clId="{8EB380BB-A71A-4CD2-9680-567485BE2474}" dt="2020-11-04T09:34:42.227" v="891" actId="208"/>
          <ac:spMkLst>
            <pc:docMk/>
            <pc:sldMk cId="2084599407" sldId="265"/>
            <ac:spMk id="30" creationId="{10F163E2-5CB3-4C37-98EC-DC091073F3E2}"/>
          </ac:spMkLst>
        </pc:spChg>
        <pc:spChg chg="mod">
          <ac:chgData name="Nguyen Long" userId="e4e93a65-ca82-41ec-92c8-0e4fdb0a72ae" providerId="ADAL" clId="{8EB380BB-A71A-4CD2-9680-567485BE2474}" dt="2020-11-04T09:36:24.887" v="899" actId="1036"/>
          <ac:spMkLst>
            <pc:docMk/>
            <pc:sldMk cId="2084599407" sldId="265"/>
            <ac:spMk id="36" creationId="{752AA880-8671-4DE5-B273-85BA009FFED5}"/>
          </ac:spMkLst>
        </pc:spChg>
        <pc:spChg chg="mod">
          <ac:chgData name="Nguyen Long" userId="e4e93a65-ca82-41ec-92c8-0e4fdb0a72ae" providerId="ADAL" clId="{8EB380BB-A71A-4CD2-9680-567485BE2474}" dt="2020-11-04T09:34:58.944" v="892"/>
          <ac:spMkLst>
            <pc:docMk/>
            <pc:sldMk cId="2084599407" sldId="265"/>
            <ac:spMk id="37" creationId="{52313388-31CD-4E3D-BD09-BF1133F47E72}"/>
          </ac:spMkLst>
        </pc:spChg>
        <pc:spChg chg="mod">
          <ac:chgData name="Nguyen Long" userId="e4e93a65-ca82-41ec-92c8-0e4fdb0a72ae" providerId="ADAL" clId="{8EB380BB-A71A-4CD2-9680-567485BE2474}" dt="2020-11-04T09:36:47.139" v="901"/>
          <ac:spMkLst>
            <pc:docMk/>
            <pc:sldMk cId="2084599407" sldId="265"/>
            <ac:spMk id="43" creationId="{DD5648C0-D514-4041-9AC4-D87BD3D59E2E}"/>
          </ac:spMkLst>
        </pc:spChg>
        <pc:spChg chg="mod">
          <ac:chgData name="Nguyen Long" userId="e4e93a65-ca82-41ec-92c8-0e4fdb0a72ae" providerId="ADAL" clId="{8EB380BB-A71A-4CD2-9680-567485BE2474}" dt="2020-11-04T09:36:47.139" v="901"/>
          <ac:spMkLst>
            <pc:docMk/>
            <pc:sldMk cId="2084599407" sldId="265"/>
            <ac:spMk id="44" creationId="{5F869992-D346-4FC0-8B92-C4FB571B7218}"/>
          </ac:spMkLst>
        </pc:spChg>
        <pc:spChg chg="mod">
          <ac:chgData name="Nguyen Long" userId="e4e93a65-ca82-41ec-92c8-0e4fdb0a72ae" providerId="ADAL" clId="{8EB380BB-A71A-4CD2-9680-567485BE2474}" dt="2020-11-04T09:36:48.470" v="903" actId="571"/>
          <ac:spMkLst>
            <pc:docMk/>
            <pc:sldMk cId="2084599407" sldId="265"/>
            <ac:spMk id="48" creationId="{0E2CACDF-D10C-46F6-82B1-D353B5A0B925}"/>
          </ac:spMkLst>
        </pc:spChg>
        <pc:spChg chg="mod">
          <ac:chgData name="Nguyen Long" userId="e4e93a65-ca82-41ec-92c8-0e4fdb0a72ae" providerId="ADAL" clId="{8EB380BB-A71A-4CD2-9680-567485BE2474}" dt="2020-11-04T09:36:48.470" v="903" actId="571"/>
          <ac:spMkLst>
            <pc:docMk/>
            <pc:sldMk cId="2084599407" sldId="265"/>
            <ac:spMk id="49" creationId="{6D620781-064B-47DA-B3FF-740944431097}"/>
          </ac:spMkLst>
        </pc:spChg>
        <pc:spChg chg="mod">
          <ac:chgData name="Nguyen Long" userId="e4e93a65-ca82-41ec-92c8-0e4fdb0a72ae" providerId="ADAL" clId="{8EB380BB-A71A-4CD2-9680-567485BE2474}" dt="2020-11-04T09:42:55.200" v="928" actId="1036"/>
          <ac:spMkLst>
            <pc:docMk/>
            <pc:sldMk cId="2084599407" sldId="265"/>
            <ac:spMk id="53" creationId="{6333AF4D-49BF-4185-AA4C-0A6EE3B84257}"/>
          </ac:spMkLst>
        </pc:spChg>
        <pc:spChg chg="mod">
          <ac:chgData name="Nguyen Long" userId="e4e93a65-ca82-41ec-92c8-0e4fdb0a72ae" providerId="ADAL" clId="{8EB380BB-A71A-4CD2-9680-567485BE2474}" dt="2020-11-04T09:37:05.333" v="905"/>
          <ac:spMkLst>
            <pc:docMk/>
            <pc:sldMk cId="2084599407" sldId="265"/>
            <ac:spMk id="54" creationId="{D1EABE38-73A5-42CE-9C82-8E16A5B14D6C}"/>
          </ac:spMkLst>
        </pc:spChg>
        <pc:spChg chg="add del mod">
          <ac:chgData name="Nguyen Long" userId="e4e93a65-ca82-41ec-92c8-0e4fdb0a72ae" providerId="ADAL" clId="{8EB380BB-A71A-4CD2-9680-567485BE2474}" dt="2020-11-04T09:45:30.586" v="942" actId="478"/>
          <ac:spMkLst>
            <pc:docMk/>
            <pc:sldMk cId="2084599407" sldId="265"/>
            <ac:spMk id="58" creationId="{551C640E-3901-49BE-81E3-637813C99BDD}"/>
          </ac:spMkLst>
        </pc:spChg>
        <pc:spChg chg="add mod">
          <ac:chgData name="Nguyen Long" userId="e4e93a65-ca82-41ec-92c8-0e4fdb0a72ae" providerId="ADAL" clId="{8EB380BB-A71A-4CD2-9680-567485BE2474}" dt="2020-11-04T11:58:22.258" v="1754" actId="1035"/>
          <ac:spMkLst>
            <pc:docMk/>
            <pc:sldMk cId="2084599407" sldId="265"/>
            <ac:spMk id="60" creationId="{D3E092A1-4B5C-44EB-B3F2-BB49117A1130}"/>
          </ac:spMkLst>
        </pc:spChg>
        <pc:spChg chg="del mod topLvl">
          <ac:chgData name="Nguyen Long" userId="e4e93a65-ca82-41ec-92c8-0e4fdb0a72ae" providerId="ADAL" clId="{8EB380BB-A71A-4CD2-9680-567485BE2474}" dt="2020-11-04T10:10:34.174" v="1371" actId="478"/>
          <ac:spMkLst>
            <pc:docMk/>
            <pc:sldMk cId="2084599407" sldId="265"/>
            <ac:spMk id="63" creationId="{2BD86AC2-E70B-4FDB-8E80-F1D7DE2F8ED5}"/>
          </ac:spMkLst>
        </pc:spChg>
        <pc:spChg chg="mod">
          <ac:chgData name="Nguyen Long" userId="e4e93a65-ca82-41ec-92c8-0e4fdb0a72ae" providerId="ADAL" clId="{8EB380BB-A71A-4CD2-9680-567485BE2474}" dt="2020-11-04T10:23:13.129" v="1595" actId="1037"/>
          <ac:spMkLst>
            <pc:docMk/>
            <pc:sldMk cId="2084599407" sldId="265"/>
            <ac:spMk id="64" creationId="{D4A4FF19-FBBB-49C8-84E7-4CCD7538CFE1}"/>
          </ac:spMkLst>
        </pc:spChg>
        <pc:spChg chg="add del">
          <ac:chgData name="Nguyen Long" userId="e4e93a65-ca82-41ec-92c8-0e4fdb0a72ae" providerId="ADAL" clId="{8EB380BB-A71A-4CD2-9680-567485BE2474}" dt="2020-11-04T10:11:12.884" v="1374" actId="11529"/>
          <ac:spMkLst>
            <pc:docMk/>
            <pc:sldMk cId="2084599407" sldId="265"/>
            <ac:spMk id="68" creationId="{D061F431-999B-44FE-8D32-4935CB0B0B7B}"/>
          </ac:spMkLst>
        </pc:spChg>
        <pc:spChg chg="add mod">
          <ac:chgData name="Nguyen Long" userId="e4e93a65-ca82-41ec-92c8-0e4fdb0a72ae" providerId="ADAL" clId="{8EB380BB-A71A-4CD2-9680-567485BE2474}" dt="2020-11-04T10:13:38.237" v="1485" actId="2085"/>
          <ac:spMkLst>
            <pc:docMk/>
            <pc:sldMk cId="2084599407" sldId="265"/>
            <ac:spMk id="69" creationId="{5D8DFC41-735F-4D8A-9D84-10CDE5E8B870}"/>
          </ac:spMkLst>
        </pc:spChg>
        <pc:spChg chg="add del mod">
          <ac:chgData name="Nguyen Long" userId="e4e93a65-ca82-41ec-92c8-0e4fdb0a72ae" providerId="ADAL" clId="{8EB380BB-A71A-4CD2-9680-567485BE2474}" dt="2020-11-04T10:12:42.988" v="1427" actId="22"/>
          <ac:spMkLst>
            <pc:docMk/>
            <pc:sldMk cId="2084599407" sldId="265"/>
            <ac:spMk id="71" creationId="{92E14C63-E7BC-41A6-BC29-DD4FBA131852}"/>
          </ac:spMkLst>
        </pc:spChg>
        <pc:spChg chg="add mod">
          <ac:chgData name="Nguyen Long" userId="e4e93a65-ca82-41ec-92c8-0e4fdb0a72ae" providerId="ADAL" clId="{8EB380BB-A71A-4CD2-9680-567485BE2474}" dt="2020-11-04T10:13:44.025" v="1486" actId="20577"/>
          <ac:spMkLst>
            <pc:docMk/>
            <pc:sldMk cId="2084599407" sldId="265"/>
            <ac:spMk id="73" creationId="{96879228-D1F7-40E4-A9C6-5B6895F0A455}"/>
          </ac:spMkLst>
        </pc:spChg>
        <pc:spChg chg="add mod">
          <ac:chgData name="Nguyen Long" userId="e4e93a65-ca82-41ec-92c8-0e4fdb0a72ae" providerId="ADAL" clId="{8EB380BB-A71A-4CD2-9680-567485BE2474}" dt="2020-11-04T10:13:48.728" v="1487" actId="20577"/>
          <ac:spMkLst>
            <pc:docMk/>
            <pc:sldMk cId="2084599407" sldId="265"/>
            <ac:spMk id="75" creationId="{06E8AACD-FF50-4569-A782-FD64117AAAFA}"/>
          </ac:spMkLst>
        </pc:spChg>
        <pc:spChg chg="del mod">
          <ac:chgData name="Nguyen Long" userId="e4e93a65-ca82-41ec-92c8-0e4fdb0a72ae" providerId="ADAL" clId="{8EB380BB-A71A-4CD2-9680-567485BE2474}" dt="2020-11-04T10:16:36.458" v="1502" actId="478"/>
          <ac:spMkLst>
            <pc:docMk/>
            <pc:sldMk cId="2084599407" sldId="265"/>
            <ac:spMk id="86" creationId="{0100F8C2-75E8-4F98-9A72-8F8B6645CC6D}"/>
          </ac:spMkLst>
        </pc:spChg>
        <pc:spChg chg="del mod">
          <ac:chgData name="Nguyen Long" userId="e4e93a65-ca82-41ec-92c8-0e4fdb0a72ae" providerId="ADAL" clId="{8EB380BB-A71A-4CD2-9680-567485BE2474}" dt="2020-11-04T10:16:36.458" v="1502" actId="478"/>
          <ac:spMkLst>
            <pc:docMk/>
            <pc:sldMk cId="2084599407" sldId="265"/>
            <ac:spMk id="87" creationId="{76E6E207-0EA3-4F82-BF53-29380540A1FE}"/>
          </ac:spMkLst>
        </pc:spChg>
        <pc:spChg chg="del mod">
          <ac:chgData name="Nguyen Long" userId="e4e93a65-ca82-41ec-92c8-0e4fdb0a72ae" providerId="ADAL" clId="{8EB380BB-A71A-4CD2-9680-567485BE2474}" dt="2020-11-04T10:16:36.458" v="1502" actId="478"/>
          <ac:spMkLst>
            <pc:docMk/>
            <pc:sldMk cId="2084599407" sldId="265"/>
            <ac:spMk id="88" creationId="{B8E10F0A-2D59-4625-9CE1-173867977142}"/>
          </ac:spMkLst>
        </pc:spChg>
        <pc:spChg chg="mod">
          <ac:chgData name="Nguyen Long" userId="e4e93a65-ca82-41ec-92c8-0e4fdb0a72ae" providerId="ADAL" clId="{8EB380BB-A71A-4CD2-9680-567485BE2474}" dt="2020-11-04T10:22:47.683" v="1588" actId="207"/>
          <ac:spMkLst>
            <pc:docMk/>
            <pc:sldMk cId="2084599407" sldId="265"/>
            <ac:spMk id="91" creationId="{F239989B-45FF-44E4-A013-EE68B4A99284}"/>
          </ac:spMkLst>
        </pc:spChg>
        <pc:spChg chg="add mod">
          <ac:chgData name="Nguyen Long" userId="e4e93a65-ca82-41ec-92c8-0e4fdb0a72ae" providerId="ADAL" clId="{8EB380BB-A71A-4CD2-9680-567485BE2474}" dt="2020-11-04T10:17:58.248" v="1513" actId="207"/>
          <ac:spMkLst>
            <pc:docMk/>
            <pc:sldMk cId="2084599407" sldId="265"/>
            <ac:spMk id="96" creationId="{7017991C-995B-448E-807E-BF123796DFA3}"/>
          </ac:spMkLst>
        </pc:spChg>
        <pc:spChg chg="add mod">
          <ac:chgData name="Nguyen Long" userId="e4e93a65-ca82-41ec-92c8-0e4fdb0a72ae" providerId="ADAL" clId="{8EB380BB-A71A-4CD2-9680-567485BE2474}" dt="2020-11-04T10:18:29.127" v="1550" actId="20577"/>
          <ac:spMkLst>
            <pc:docMk/>
            <pc:sldMk cId="2084599407" sldId="265"/>
            <ac:spMk id="98" creationId="{42F0EC0E-8FE7-42E8-B875-ED0F13DBE2B3}"/>
          </ac:spMkLst>
        </pc:spChg>
        <pc:spChg chg="add mod">
          <ac:chgData name="Nguyen Long" userId="e4e93a65-ca82-41ec-92c8-0e4fdb0a72ae" providerId="ADAL" clId="{8EB380BB-A71A-4CD2-9680-567485BE2474}" dt="2020-11-04T10:18:34.270" v="1551" actId="20577"/>
          <ac:spMkLst>
            <pc:docMk/>
            <pc:sldMk cId="2084599407" sldId="265"/>
            <ac:spMk id="100" creationId="{42C1FB83-A06A-4A77-B005-72AD501BBF11}"/>
          </ac:spMkLst>
        </pc:spChg>
        <pc:spChg chg="add mod">
          <ac:chgData name="Nguyen Long" userId="e4e93a65-ca82-41ec-92c8-0e4fdb0a72ae" providerId="ADAL" clId="{8EB380BB-A71A-4CD2-9680-567485BE2474}" dt="2020-11-04T10:18:37.927" v="1552" actId="20577"/>
          <ac:spMkLst>
            <pc:docMk/>
            <pc:sldMk cId="2084599407" sldId="265"/>
            <ac:spMk id="102" creationId="{AD7038FC-A245-41C8-8222-FF99F74D3BEC}"/>
          </ac:spMkLst>
        </pc:spChg>
        <pc:grpChg chg="add">
          <ac:chgData name="Nguyen Long" userId="e4e93a65-ca82-41ec-92c8-0e4fdb0a72ae" providerId="ADAL" clId="{8EB380BB-A71A-4CD2-9680-567485BE2474}" dt="2020-11-04T12:01:24.502" v="1842" actId="164"/>
          <ac:grpSpMkLst>
            <pc:docMk/>
            <pc:sldMk cId="2084599407" sldId="265"/>
            <ac:grpSpMk id="17" creationId="{BA391674-78E5-4DCD-93C0-E1C2EA662255}"/>
          </ac:grpSpMkLst>
        </pc:grpChg>
        <pc:grpChg chg="add del mod">
          <ac:chgData name="Nguyen Long" userId="e4e93a65-ca82-41ec-92c8-0e4fdb0a72ae" providerId="ADAL" clId="{8EB380BB-A71A-4CD2-9680-567485BE2474}" dt="2020-11-04T09:32:48.970" v="865" actId="478"/>
          <ac:grpSpMkLst>
            <pc:docMk/>
            <pc:sldMk cId="2084599407" sldId="265"/>
            <ac:grpSpMk id="22" creationId="{4DE3F329-4379-467E-B484-7B7212AB7164}"/>
          </ac:grpSpMkLst>
        </pc:grpChg>
        <pc:grpChg chg="mod topLvl">
          <ac:chgData name="Nguyen Long" userId="e4e93a65-ca82-41ec-92c8-0e4fdb0a72ae" providerId="ADAL" clId="{8EB380BB-A71A-4CD2-9680-567485BE2474}" dt="2020-11-04T09:33:29.511" v="877" actId="14100"/>
          <ac:grpSpMkLst>
            <pc:docMk/>
            <pc:sldMk cId="2084599407" sldId="265"/>
            <ac:grpSpMk id="23" creationId="{CBD06989-DC91-40AB-8A96-D448F572382F}"/>
          </ac:grpSpMkLst>
        </pc:grpChg>
        <pc:grpChg chg="del mod">
          <ac:chgData name="Nguyen Long" userId="e4e93a65-ca82-41ec-92c8-0e4fdb0a72ae" providerId="ADAL" clId="{8EB380BB-A71A-4CD2-9680-567485BE2474}" dt="2020-11-04T09:27:32.913" v="780" actId="478"/>
          <ac:grpSpMkLst>
            <pc:docMk/>
            <pc:sldMk cId="2084599407" sldId="265"/>
            <ac:grpSpMk id="24" creationId="{50D1C546-92AA-4ECA-977B-1400026A99A6}"/>
          </ac:grpSpMkLst>
        </pc:grpChg>
        <pc:grpChg chg="add">
          <ac:chgData name="Nguyen Long" userId="e4e93a65-ca82-41ec-92c8-0e4fdb0a72ae" providerId="ADAL" clId="{8EB380BB-A71A-4CD2-9680-567485BE2474}" dt="2020-11-04T09:34:36.645" v="890" actId="164"/>
          <ac:grpSpMkLst>
            <pc:docMk/>
            <pc:sldMk cId="2084599407" sldId="265"/>
            <ac:grpSpMk id="33" creationId="{82565AC8-0AC1-4AF0-997C-3FEF97C92CDC}"/>
          </ac:grpSpMkLst>
        </pc:grpChg>
        <pc:grpChg chg="add mod">
          <ac:chgData name="Nguyen Long" userId="e4e93a65-ca82-41ec-92c8-0e4fdb0a72ae" providerId="ADAL" clId="{8EB380BB-A71A-4CD2-9680-567485BE2474}" dt="2020-11-04T09:35:04.328" v="893" actId="1076"/>
          <ac:grpSpMkLst>
            <pc:docMk/>
            <pc:sldMk cId="2084599407" sldId="265"/>
            <ac:grpSpMk id="34" creationId="{A378FCE0-6A11-4D16-A9DA-55A30C26A532}"/>
          </ac:grpSpMkLst>
        </pc:grpChg>
        <pc:grpChg chg="mod">
          <ac:chgData name="Nguyen Long" userId="e4e93a65-ca82-41ec-92c8-0e4fdb0a72ae" providerId="ADAL" clId="{8EB380BB-A71A-4CD2-9680-567485BE2474}" dt="2020-11-04T09:34:58.944" v="892"/>
          <ac:grpSpMkLst>
            <pc:docMk/>
            <pc:sldMk cId="2084599407" sldId="265"/>
            <ac:grpSpMk id="35" creationId="{2E3A93D9-EAA6-499F-B607-00844C75D5BF}"/>
          </ac:grpSpMkLst>
        </pc:grpChg>
        <pc:grpChg chg="add del mod">
          <ac:chgData name="Nguyen Long" userId="e4e93a65-ca82-41ec-92c8-0e4fdb0a72ae" providerId="ADAL" clId="{8EB380BB-A71A-4CD2-9680-567485BE2474}" dt="2020-11-04T09:37:00.262" v="904"/>
          <ac:grpSpMkLst>
            <pc:docMk/>
            <pc:sldMk cId="2084599407" sldId="265"/>
            <ac:grpSpMk id="41" creationId="{E2870F58-C880-496F-89F9-C98639AC57A0}"/>
          </ac:grpSpMkLst>
        </pc:grpChg>
        <pc:grpChg chg="mod">
          <ac:chgData name="Nguyen Long" userId="e4e93a65-ca82-41ec-92c8-0e4fdb0a72ae" providerId="ADAL" clId="{8EB380BB-A71A-4CD2-9680-567485BE2474}" dt="2020-11-04T09:36:47.139" v="901"/>
          <ac:grpSpMkLst>
            <pc:docMk/>
            <pc:sldMk cId="2084599407" sldId="265"/>
            <ac:grpSpMk id="42" creationId="{C4251CC6-6156-4571-BC11-C5F1E5E14B1F}"/>
          </ac:grpSpMkLst>
        </pc:grpChg>
        <pc:grpChg chg="add mod">
          <ac:chgData name="Nguyen Long" userId="e4e93a65-ca82-41ec-92c8-0e4fdb0a72ae" providerId="ADAL" clId="{8EB380BB-A71A-4CD2-9680-567485BE2474}" dt="2020-11-04T09:36:48.470" v="903" actId="571"/>
          <ac:grpSpMkLst>
            <pc:docMk/>
            <pc:sldMk cId="2084599407" sldId="265"/>
            <ac:grpSpMk id="46" creationId="{5D707952-4A96-4E71-A98D-2CBA37BAEFB2}"/>
          </ac:grpSpMkLst>
        </pc:grpChg>
        <pc:grpChg chg="mod">
          <ac:chgData name="Nguyen Long" userId="e4e93a65-ca82-41ec-92c8-0e4fdb0a72ae" providerId="ADAL" clId="{8EB380BB-A71A-4CD2-9680-567485BE2474}" dt="2020-11-04T09:36:48.470" v="903" actId="571"/>
          <ac:grpSpMkLst>
            <pc:docMk/>
            <pc:sldMk cId="2084599407" sldId="265"/>
            <ac:grpSpMk id="47" creationId="{B81F4C97-8178-4F97-A7D9-F5AF4512ACFA}"/>
          </ac:grpSpMkLst>
        </pc:grpChg>
        <pc:grpChg chg="add mod">
          <ac:chgData name="Nguyen Long" userId="e4e93a65-ca82-41ec-92c8-0e4fdb0a72ae" providerId="ADAL" clId="{8EB380BB-A71A-4CD2-9680-567485BE2474}" dt="2020-11-04T09:37:12.675" v="911" actId="1037"/>
          <ac:grpSpMkLst>
            <pc:docMk/>
            <pc:sldMk cId="2084599407" sldId="265"/>
            <ac:grpSpMk id="51" creationId="{E5D26BC0-69DB-465B-BB69-A2AE354C91E9}"/>
          </ac:grpSpMkLst>
        </pc:grpChg>
        <pc:grpChg chg="mod">
          <ac:chgData name="Nguyen Long" userId="e4e93a65-ca82-41ec-92c8-0e4fdb0a72ae" providerId="ADAL" clId="{8EB380BB-A71A-4CD2-9680-567485BE2474}" dt="2020-11-04T09:37:05.333" v="905"/>
          <ac:grpSpMkLst>
            <pc:docMk/>
            <pc:sldMk cId="2084599407" sldId="265"/>
            <ac:grpSpMk id="52" creationId="{6514151D-EE4F-45E1-A296-28126DC97177}"/>
          </ac:grpSpMkLst>
        </pc:grpChg>
        <pc:grpChg chg="add del mod">
          <ac:chgData name="Nguyen Long" userId="e4e93a65-ca82-41ec-92c8-0e4fdb0a72ae" providerId="ADAL" clId="{8EB380BB-A71A-4CD2-9680-567485BE2474}" dt="2020-11-04T10:10:34.174" v="1371" actId="478"/>
          <ac:grpSpMkLst>
            <pc:docMk/>
            <pc:sldMk cId="2084599407" sldId="265"/>
            <ac:grpSpMk id="61" creationId="{694F4BA3-9A7C-4370-8369-2D1DE35FA9FC}"/>
          </ac:grpSpMkLst>
        </pc:grpChg>
        <pc:grpChg chg="mod topLvl">
          <ac:chgData name="Nguyen Long" userId="e4e93a65-ca82-41ec-92c8-0e4fdb0a72ae" providerId="ADAL" clId="{8EB380BB-A71A-4CD2-9680-567485BE2474}" dt="2020-11-04T10:10:34.174" v="1371" actId="478"/>
          <ac:grpSpMkLst>
            <pc:docMk/>
            <pc:sldMk cId="2084599407" sldId="265"/>
            <ac:grpSpMk id="62" creationId="{87AA8208-0FF7-492C-919D-73711A948D51}"/>
          </ac:grpSpMkLst>
        </pc:grpChg>
        <pc:grpChg chg="add">
          <ac:chgData name="Nguyen Long" userId="e4e93a65-ca82-41ec-92c8-0e4fdb0a72ae" providerId="ADAL" clId="{8EB380BB-A71A-4CD2-9680-567485BE2474}" dt="2020-11-04T10:15:56.695" v="1497" actId="164"/>
          <ac:grpSpMkLst>
            <pc:docMk/>
            <pc:sldMk cId="2084599407" sldId="265"/>
            <ac:grpSpMk id="83" creationId="{FAFFDDE2-3D21-4972-8701-683C6DBA6ACD}"/>
          </ac:grpSpMkLst>
        </pc:grpChg>
        <pc:grpChg chg="add mod">
          <ac:chgData name="Nguyen Long" userId="e4e93a65-ca82-41ec-92c8-0e4fdb0a72ae" providerId="ADAL" clId="{8EB380BB-A71A-4CD2-9680-567485BE2474}" dt="2020-11-04T10:16:24.124" v="1500" actId="1076"/>
          <ac:grpSpMkLst>
            <pc:docMk/>
            <pc:sldMk cId="2084599407" sldId="265"/>
            <ac:grpSpMk id="84" creationId="{EC800142-6E93-4138-91A5-7E8278020A72}"/>
          </ac:grpSpMkLst>
        </pc:grpChg>
        <pc:grpChg chg="mod">
          <ac:chgData name="Nguyen Long" userId="e4e93a65-ca82-41ec-92c8-0e4fdb0a72ae" providerId="ADAL" clId="{8EB380BB-A71A-4CD2-9680-567485BE2474}" dt="2020-11-04T10:16:20.050" v="1499"/>
          <ac:grpSpMkLst>
            <pc:docMk/>
            <pc:sldMk cId="2084599407" sldId="265"/>
            <ac:grpSpMk id="85" creationId="{ACAA6227-E93F-4F39-96F5-7A007C5B6D92}"/>
          </ac:grpSpMkLst>
        </pc:grpChg>
        <pc:grpChg chg="add">
          <ac:chgData name="Nguyen Long" userId="e4e93a65-ca82-41ec-92c8-0e4fdb0a72ae" providerId="ADAL" clId="{8EB380BB-A71A-4CD2-9680-567485BE2474}" dt="2020-11-04T10:19:53.470" v="1571" actId="164"/>
          <ac:grpSpMkLst>
            <pc:docMk/>
            <pc:sldMk cId="2084599407" sldId="265"/>
            <ac:grpSpMk id="111" creationId="{88D52028-0BA0-4CD1-9140-D0AFAD9801B5}"/>
          </ac:grpSpMkLst>
        </pc:grpChg>
        <pc:grpChg chg="add">
          <ac:chgData name="Nguyen Long" userId="e4e93a65-ca82-41ec-92c8-0e4fdb0a72ae" providerId="ADAL" clId="{8EB380BB-A71A-4CD2-9680-567485BE2474}" dt="2020-11-04T10:20:21.735" v="1573" actId="164"/>
          <ac:grpSpMkLst>
            <pc:docMk/>
            <pc:sldMk cId="2084599407" sldId="265"/>
            <ac:grpSpMk id="112" creationId="{465CF42F-5A90-4215-92C7-F054B425360D}"/>
          </ac:grpSpMkLst>
        </pc:grpChg>
        <pc:graphicFrameChg chg="del">
          <ac:chgData name="Nguyen Long" userId="e4e93a65-ca82-41ec-92c8-0e4fdb0a72ae" providerId="ADAL" clId="{8EB380BB-A71A-4CD2-9680-567485BE2474}" dt="2020-11-04T09:14:08.099" v="684" actId="478"/>
          <ac:graphicFrameMkLst>
            <pc:docMk/>
            <pc:sldMk cId="2084599407" sldId="265"/>
            <ac:graphicFrameMk id="8" creationId="{1BB03246-ACF3-4B27-B275-5FA9706CF443}"/>
          </ac:graphicFrameMkLst>
        </pc:graphicFrameChg>
        <pc:picChg chg="add mod">
          <ac:chgData name="Nguyen Long" userId="e4e93a65-ca82-41ec-92c8-0e4fdb0a72ae" providerId="ADAL" clId="{8EB380BB-A71A-4CD2-9680-567485BE2474}" dt="2020-11-04T09:27:42.065" v="783" actId="1076"/>
          <ac:picMkLst>
            <pc:docMk/>
            <pc:sldMk cId="2084599407" sldId="265"/>
            <ac:picMk id="6" creationId="{04FB5C5C-AAC1-4CDF-9D8B-F1A85BB049F1}"/>
          </ac:picMkLst>
        </pc:picChg>
        <pc:picChg chg="del">
          <ac:chgData name="Nguyen Long" userId="e4e93a65-ca82-41ec-92c8-0e4fdb0a72ae" providerId="ADAL" clId="{8EB380BB-A71A-4CD2-9680-567485BE2474}" dt="2020-11-04T09:14:04.755" v="682" actId="478"/>
          <ac:picMkLst>
            <pc:docMk/>
            <pc:sldMk cId="2084599407" sldId="265"/>
            <ac:picMk id="7" creationId="{FCEA9F38-ABE9-4173-9172-A2CB2CB91D8D}"/>
          </ac:picMkLst>
        </pc:picChg>
        <pc:picChg chg="del">
          <ac:chgData name="Nguyen Long" userId="e4e93a65-ca82-41ec-92c8-0e4fdb0a72ae" providerId="ADAL" clId="{8EB380BB-A71A-4CD2-9680-567485BE2474}" dt="2020-11-04T09:14:03.919" v="681" actId="478"/>
          <ac:picMkLst>
            <pc:docMk/>
            <pc:sldMk cId="2084599407" sldId="265"/>
            <ac:picMk id="9" creationId="{26FD2A1C-3866-437E-8995-6BB118A44B21}"/>
          </ac:picMkLst>
        </pc:picChg>
        <pc:picChg chg="add del mod">
          <ac:chgData name="Nguyen Long" userId="e4e93a65-ca82-41ec-92c8-0e4fdb0a72ae" providerId="ADAL" clId="{8EB380BB-A71A-4CD2-9680-567485BE2474}" dt="2020-11-04T09:31:16.046" v="810" actId="478"/>
          <ac:picMkLst>
            <pc:docMk/>
            <pc:sldMk cId="2084599407" sldId="265"/>
            <ac:picMk id="9" creationId="{58BA9E6B-9579-4FC2-8EEC-14D245FAD5E9}"/>
          </ac:picMkLst>
        </pc:picChg>
        <pc:picChg chg="del">
          <ac:chgData name="Nguyen Long" userId="e4e93a65-ca82-41ec-92c8-0e4fdb0a72ae" providerId="ADAL" clId="{8EB380BB-A71A-4CD2-9680-567485BE2474}" dt="2020-11-04T09:14:05.515" v="683" actId="478"/>
          <ac:picMkLst>
            <pc:docMk/>
            <pc:sldMk cId="2084599407" sldId="265"/>
            <ac:picMk id="10" creationId="{53EB4B56-9211-403A-AB80-4E517BE91E23}"/>
          </ac:picMkLst>
        </pc:picChg>
        <pc:picChg chg="add mod">
          <ac:chgData name="Nguyen Long" userId="e4e93a65-ca82-41ec-92c8-0e4fdb0a72ae" providerId="ADAL" clId="{8EB380BB-A71A-4CD2-9680-567485BE2474}" dt="2020-11-04T09:31:47.848" v="861" actId="1035"/>
          <ac:picMkLst>
            <pc:docMk/>
            <pc:sldMk cId="2084599407" sldId="265"/>
            <ac:picMk id="16" creationId="{3E4C6269-71E0-4BA8-948A-ADE5C0CD6424}"/>
          </ac:picMkLst>
        </pc:picChg>
        <pc:picChg chg="add mod">
          <ac:chgData name="Nguyen Long" userId="e4e93a65-ca82-41ec-92c8-0e4fdb0a72ae" providerId="ADAL" clId="{8EB380BB-A71A-4CD2-9680-567485BE2474}" dt="2020-11-04T09:31:50.941" v="862" actId="1076"/>
          <ac:picMkLst>
            <pc:docMk/>
            <pc:sldMk cId="2084599407" sldId="265"/>
            <ac:picMk id="18" creationId="{BD6F4724-B632-420F-B251-FB537F022D6F}"/>
          </ac:picMkLst>
        </pc:picChg>
        <pc:cxnChg chg="add mod">
          <ac:chgData name="Nguyen Long" userId="e4e93a65-ca82-41ec-92c8-0e4fdb0a72ae" providerId="ADAL" clId="{8EB380BB-A71A-4CD2-9680-567485BE2474}" dt="2020-11-05T02:57:24.485" v="2498" actId="14100"/>
          <ac:cxnSpMkLst>
            <pc:docMk/>
            <pc:sldMk cId="2084599407" sldId="265"/>
            <ac:cxnSpMk id="10" creationId="{C76F3F91-7DCE-4380-9AAA-1B88BADF749D}"/>
          </ac:cxnSpMkLst>
        </pc:cxnChg>
        <pc:cxnChg chg="add mod">
          <ac:chgData name="Nguyen Long" userId="e4e93a65-ca82-41ec-92c8-0e4fdb0a72ae" providerId="ADAL" clId="{8EB380BB-A71A-4CD2-9680-567485BE2474}" dt="2020-11-05T02:59:02.223" v="2500" actId="14100"/>
          <ac:cxnSpMkLst>
            <pc:docMk/>
            <pc:sldMk cId="2084599407" sldId="265"/>
            <ac:cxnSpMk id="11" creationId="{773F31F1-B9A3-4CCE-9676-070E8570CF2B}"/>
          </ac:cxnSpMkLst>
        </pc:cxnChg>
        <pc:cxnChg chg="mod">
          <ac:chgData name="Nguyen Long" userId="e4e93a65-ca82-41ec-92c8-0e4fdb0a72ae" providerId="ADAL" clId="{8EB380BB-A71A-4CD2-9680-567485BE2474}" dt="2020-11-04T09:27:32.913" v="780" actId="478"/>
          <ac:cxnSpMkLst>
            <pc:docMk/>
            <pc:sldMk cId="2084599407" sldId="265"/>
            <ac:cxnSpMk id="13" creationId="{19A456C6-1CB8-4728-BEE7-70F0EE6FA2D8}"/>
          </ac:cxnSpMkLst>
        </pc:cxnChg>
        <pc:cxnChg chg="mod">
          <ac:chgData name="Nguyen Long" userId="e4e93a65-ca82-41ec-92c8-0e4fdb0a72ae" providerId="ADAL" clId="{8EB380BB-A71A-4CD2-9680-567485BE2474}" dt="2020-11-04T09:34:42.227" v="891" actId="208"/>
          <ac:cxnSpMkLst>
            <pc:docMk/>
            <pc:sldMk cId="2084599407" sldId="265"/>
            <ac:cxnSpMk id="27" creationId="{C4A361CA-0216-4DF3-AE4E-2EB85C5C0BA2}"/>
          </ac:cxnSpMkLst>
        </pc:cxnChg>
        <pc:cxnChg chg="mod">
          <ac:chgData name="Nguyen Long" userId="e4e93a65-ca82-41ec-92c8-0e4fdb0a72ae" providerId="ADAL" clId="{8EB380BB-A71A-4CD2-9680-567485BE2474}" dt="2020-11-04T09:36:31.635" v="900" actId="14100"/>
          <ac:cxnSpMkLst>
            <pc:docMk/>
            <pc:sldMk cId="2084599407" sldId="265"/>
            <ac:cxnSpMk id="38" creationId="{E814AC8E-2826-46D6-8B16-DBB470AB9EFF}"/>
          </ac:cxnSpMkLst>
        </pc:cxnChg>
        <pc:cxnChg chg="mod">
          <ac:chgData name="Nguyen Long" userId="e4e93a65-ca82-41ec-92c8-0e4fdb0a72ae" providerId="ADAL" clId="{8EB380BB-A71A-4CD2-9680-567485BE2474}" dt="2020-11-04T09:36:47.139" v="901"/>
          <ac:cxnSpMkLst>
            <pc:docMk/>
            <pc:sldMk cId="2084599407" sldId="265"/>
            <ac:cxnSpMk id="45" creationId="{BA9AA40A-1B1C-433C-8E10-BFC647C8A641}"/>
          </ac:cxnSpMkLst>
        </pc:cxnChg>
        <pc:cxnChg chg="mod">
          <ac:chgData name="Nguyen Long" userId="e4e93a65-ca82-41ec-92c8-0e4fdb0a72ae" providerId="ADAL" clId="{8EB380BB-A71A-4CD2-9680-567485BE2474}" dt="2020-11-04T09:36:48.470" v="903" actId="571"/>
          <ac:cxnSpMkLst>
            <pc:docMk/>
            <pc:sldMk cId="2084599407" sldId="265"/>
            <ac:cxnSpMk id="50" creationId="{D8EBB9DB-D3D9-468F-BC88-5814BCAB4F16}"/>
          </ac:cxnSpMkLst>
        </pc:cxnChg>
        <pc:cxnChg chg="mod">
          <ac:chgData name="Nguyen Long" userId="e4e93a65-ca82-41ec-92c8-0e4fdb0a72ae" providerId="ADAL" clId="{8EB380BB-A71A-4CD2-9680-567485BE2474}" dt="2020-11-04T09:42:55.200" v="928" actId="1036"/>
          <ac:cxnSpMkLst>
            <pc:docMk/>
            <pc:sldMk cId="2084599407" sldId="265"/>
            <ac:cxnSpMk id="55" creationId="{3749CE63-4947-43A5-8780-78249E1FF9F1}"/>
          </ac:cxnSpMkLst>
        </pc:cxnChg>
        <pc:cxnChg chg="mod">
          <ac:chgData name="Nguyen Long" userId="e4e93a65-ca82-41ec-92c8-0e4fdb0a72ae" providerId="ADAL" clId="{8EB380BB-A71A-4CD2-9680-567485BE2474}" dt="2020-11-04T10:23:13.129" v="1595" actId="1037"/>
          <ac:cxnSpMkLst>
            <pc:docMk/>
            <pc:sldMk cId="2084599407" sldId="265"/>
            <ac:cxnSpMk id="65" creationId="{EAB04A82-81A9-4EC8-9A69-F503E64034C8}"/>
          </ac:cxnSpMkLst>
        </pc:cxnChg>
        <pc:cxnChg chg="add mod">
          <ac:chgData name="Nguyen Long" userId="e4e93a65-ca82-41ec-92c8-0e4fdb0a72ae" providerId="ADAL" clId="{8EB380BB-A71A-4CD2-9680-567485BE2474}" dt="2020-11-04T10:23:13.129" v="1595" actId="1037"/>
          <ac:cxnSpMkLst>
            <pc:docMk/>
            <pc:sldMk cId="2084599407" sldId="265"/>
            <ac:cxnSpMk id="78" creationId="{4866B28C-A4DA-411E-980D-B7997C399320}"/>
          </ac:cxnSpMkLst>
        </pc:cxnChg>
        <pc:cxnChg chg="add mod">
          <ac:chgData name="Nguyen Long" userId="e4e93a65-ca82-41ec-92c8-0e4fdb0a72ae" providerId="ADAL" clId="{8EB380BB-A71A-4CD2-9680-567485BE2474}" dt="2020-11-04T10:23:13.129" v="1595" actId="1037"/>
          <ac:cxnSpMkLst>
            <pc:docMk/>
            <pc:sldMk cId="2084599407" sldId="265"/>
            <ac:cxnSpMk id="80" creationId="{CB894A40-B2E0-4EBC-920E-2275140EEAEA}"/>
          </ac:cxnSpMkLst>
        </pc:cxnChg>
        <pc:cxnChg chg="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89" creationId="{F2C86EC8-FD19-40F7-ADF6-28AF8BD7C53A}"/>
          </ac:cxnSpMkLst>
        </pc:cxnChg>
        <pc:cxnChg chg="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90" creationId="{CA71BF7F-7F43-4FEB-8ACA-E98E0AEB5478}"/>
          </ac:cxnSpMkLst>
        </pc:cxnChg>
        <pc:cxnChg chg="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92" creationId="{4809B5E3-8E0B-4CB7-A776-614284BA5164}"/>
          </ac:cxnSpMkLst>
        </pc:cxnChg>
        <pc:cxnChg chg="add mod">
          <ac:chgData name="Nguyen Long" userId="e4e93a65-ca82-41ec-92c8-0e4fdb0a72ae" providerId="ADAL" clId="{8EB380BB-A71A-4CD2-9680-567485BE2474}" dt="2020-11-04T10:22:25.790" v="1585" actId="1038"/>
          <ac:cxnSpMkLst>
            <pc:docMk/>
            <pc:sldMk cId="2084599407" sldId="265"/>
            <ac:cxnSpMk id="107" creationId="{B871E0CF-53FD-48C2-9250-CFDA1716FC18}"/>
          </ac:cxnSpMkLst>
        </pc:cxnChg>
      </pc:sldChg>
      <pc:sldChg chg="addSp">
        <pc:chgData name="Nguyen Long" userId="e4e93a65-ca82-41ec-92c8-0e4fdb0a72ae" providerId="ADAL" clId="{8EB380BB-A71A-4CD2-9680-567485BE2474}" dt="2020-11-04T09:21:33.123" v="707"/>
        <pc:sldMkLst>
          <pc:docMk/>
          <pc:sldMk cId="2980850592" sldId="265"/>
        </pc:sldMkLst>
        <pc:spChg chg="add">
          <ac:chgData name="Nguyen Long" userId="e4e93a65-ca82-41ec-92c8-0e4fdb0a72ae" providerId="ADAL" clId="{8EB380BB-A71A-4CD2-9680-567485BE2474}" dt="2020-11-04T09:21:33.123" v="707"/>
          <ac:spMkLst>
            <pc:docMk/>
            <pc:sldMk cId="2980850592" sldId="265"/>
            <ac:spMk id="2" creationId="{5781CA2E-A35A-4B65-8304-917D3CF8BA29}"/>
          </ac:spMkLst>
        </pc:spChg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2435727989" sldId="266"/>
        </pc:sldMkLst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4223157378" sldId="267"/>
        </pc:sldMkLst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2309778063" sldId="268"/>
        </pc:sldMkLst>
      </pc:sldChg>
      <pc:sldChg chg="del">
        <pc:chgData name="Nguyen Long" userId="e4e93a65-ca82-41ec-92c8-0e4fdb0a72ae" providerId="ADAL" clId="{8EB380BB-A71A-4CD2-9680-567485BE2474}" dt="2020-11-04T01:27:02.891" v="98" actId="47"/>
        <pc:sldMkLst>
          <pc:docMk/>
          <pc:sldMk cId="184234009" sldId="269"/>
        </pc:sldMkLst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1091770401" sldId="270"/>
        </pc:sldMkLst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856112368" sldId="271"/>
        </pc:sldMkLst>
      </pc:sldChg>
      <pc:sldChg chg="del">
        <pc:chgData name="Nguyen Long" userId="e4e93a65-ca82-41ec-92c8-0e4fdb0a72ae" providerId="ADAL" clId="{8EB380BB-A71A-4CD2-9680-567485BE2474}" dt="2020-11-04T09:15:30.192" v="694" actId="47"/>
        <pc:sldMkLst>
          <pc:docMk/>
          <pc:sldMk cId="2643710165" sldId="272"/>
        </pc:sldMkLst>
      </pc:sldChg>
      <pc:sldChg chg="addSp">
        <pc:chgData name="Nguyen Long" userId="e4e93a65-ca82-41ec-92c8-0e4fdb0a72ae" providerId="ADAL" clId="{8EB380BB-A71A-4CD2-9680-567485BE2474}" dt="2020-11-04T02:46:14.048" v="217"/>
        <pc:sldMkLst>
          <pc:docMk/>
          <pc:sldMk cId="688216" sldId="273"/>
        </pc:sldMkLst>
        <pc:spChg chg="add">
          <ac:chgData name="Nguyen Long" userId="e4e93a65-ca82-41ec-92c8-0e4fdb0a72ae" providerId="ADAL" clId="{8EB380BB-A71A-4CD2-9680-567485BE2474}" dt="2020-11-04T02:46:14.048" v="217"/>
          <ac:spMkLst>
            <pc:docMk/>
            <pc:sldMk cId="688216" sldId="273"/>
            <ac:spMk id="2" creationId="{CFCC1C63-5138-473C-91E9-8679A088D726}"/>
          </ac:spMkLst>
        </pc:spChg>
      </pc:sldChg>
      <pc:sldChg chg="addSp modSp">
        <pc:chgData name="Nguyen Long" userId="e4e93a65-ca82-41ec-92c8-0e4fdb0a72ae" providerId="ADAL" clId="{8EB380BB-A71A-4CD2-9680-567485BE2474}" dt="2020-11-04T02:54:07.136" v="270"/>
        <pc:sldMkLst>
          <pc:docMk/>
          <pc:sldMk cId="787266811" sldId="273"/>
        </pc:sldMkLst>
        <pc:spChg chg="add mod">
          <ac:chgData name="Nguyen Long" userId="e4e93a65-ca82-41ec-92c8-0e4fdb0a72ae" providerId="ADAL" clId="{8EB380BB-A71A-4CD2-9680-567485BE2474}" dt="2020-11-04T02:54:07.136" v="270"/>
          <ac:spMkLst>
            <pc:docMk/>
            <pc:sldMk cId="787266811" sldId="273"/>
            <ac:spMk id="6" creationId="{E4AAFE65-2105-4B4E-ACD2-F8F4799C695D}"/>
          </ac:spMkLst>
        </pc:spChg>
      </pc:sldChg>
      <pc:sldChg chg="addSp">
        <pc:chgData name="Nguyen Long" userId="e4e93a65-ca82-41ec-92c8-0e4fdb0a72ae" providerId="ADAL" clId="{8EB380BB-A71A-4CD2-9680-567485BE2474}" dt="2020-11-04T02:46:31.224" v="222"/>
        <pc:sldMkLst>
          <pc:docMk/>
          <pc:sldMk cId="989967559" sldId="273"/>
        </pc:sldMkLst>
        <pc:spChg chg="add">
          <ac:chgData name="Nguyen Long" userId="e4e93a65-ca82-41ec-92c8-0e4fdb0a72ae" providerId="ADAL" clId="{8EB380BB-A71A-4CD2-9680-567485BE2474}" dt="2020-11-04T02:46:31.224" v="222"/>
          <ac:spMkLst>
            <pc:docMk/>
            <pc:sldMk cId="989967559" sldId="273"/>
            <ac:spMk id="2" creationId="{64F33377-0D64-498A-A070-6D155DD02B1E}"/>
          </ac:spMkLst>
        </pc:spChg>
      </pc:sldChg>
      <pc:sldChg chg="addSp">
        <pc:chgData name="Nguyen Long" userId="e4e93a65-ca82-41ec-92c8-0e4fdb0a72ae" providerId="ADAL" clId="{8EB380BB-A71A-4CD2-9680-567485BE2474}" dt="2020-11-04T02:48:08.082" v="242"/>
        <pc:sldMkLst>
          <pc:docMk/>
          <pc:sldMk cId="1345712449" sldId="273"/>
        </pc:sldMkLst>
        <pc:spChg chg="add">
          <ac:chgData name="Nguyen Long" userId="e4e93a65-ca82-41ec-92c8-0e4fdb0a72ae" providerId="ADAL" clId="{8EB380BB-A71A-4CD2-9680-567485BE2474}" dt="2020-11-04T02:48:08.082" v="242"/>
          <ac:spMkLst>
            <pc:docMk/>
            <pc:sldMk cId="1345712449" sldId="273"/>
            <ac:spMk id="4" creationId="{F9783D6B-647D-4E0D-9F88-6395EEE92882}"/>
          </ac:spMkLst>
        </pc:spChg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2636289666" sldId="273"/>
        </pc:sldMkLst>
      </pc:sldChg>
      <pc:sldChg chg="addSp modSp">
        <pc:chgData name="Nguyen Long" userId="e4e93a65-ca82-41ec-92c8-0e4fdb0a72ae" providerId="ADAL" clId="{8EB380BB-A71A-4CD2-9680-567485BE2474}" dt="2020-11-04T02:53:56.800" v="263"/>
        <pc:sldMkLst>
          <pc:docMk/>
          <pc:sldMk cId="3050752564" sldId="273"/>
        </pc:sldMkLst>
        <pc:spChg chg="add mod">
          <ac:chgData name="Nguyen Long" userId="e4e93a65-ca82-41ec-92c8-0e4fdb0a72ae" providerId="ADAL" clId="{8EB380BB-A71A-4CD2-9680-567485BE2474}" dt="2020-11-04T02:53:56.800" v="263"/>
          <ac:spMkLst>
            <pc:docMk/>
            <pc:sldMk cId="3050752564" sldId="273"/>
            <ac:spMk id="6" creationId="{13191324-A7C9-43C7-AAD6-863AEA075DF1}"/>
          </ac:spMkLst>
        </pc:spChg>
      </pc:sldChg>
      <pc:sldChg chg="addSp delSp modSp add del mod delAnim modAnim">
        <pc:chgData name="Nguyen Long" userId="e4e93a65-ca82-41ec-92c8-0e4fdb0a72ae" providerId="ADAL" clId="{8EB380BB-A71A-4CD2-9680-567485BE2474}" dt="2020-11-04T09:16:20.949" v="704" actId="207"/>
        <pc:sldMkLst>
          <pc:docMk/>
          <pc:sldMk cId="3669384014" sldId="273"/>
        </pc:sldMkLst>
        <pc:spChg chg="mod">
          <ac:chgData name="Nguyen Long" userId="e4e93a65-ca82-41ec-92c8-0e4fdb0a72ae" providerId="ADAL" clId="{8EB380BB-A71A-4CD2-9680-567485BE2474}" dt="2020-11-04T09:06:22.430" v="513" actId="1037"/>
          <ac:spMkLst>
            <pc:docMk/>
            <pc:sldMk cId="3669384014" sldId="273"/>
            <ac:spMk id="2" creationId="{64F33377-0D64-498A-A070-6D155DD02B1E}"/>
          </ac:spMkLst>
        </pc:spChg>
        <pc:spChg chg="mod">
          <ac:chgData name="Nguyen Long" userId="e4e93a65-ca82-41ec-92c8-0e4fdb0a72ae" providerId="ADAL" clId="{8EB380BB-A71A-4CD2-9680-567485BE2474}" dt="2020-11-04T01:27:48.569" v="132" actId="20577"/>
          <ac:spMkLst>
            <pc:docMk/>
            <pc:sldMk cId="3669384014" sldId="273"/>
            <ac:spMk id="3" creationId="{90BF82D9-793B-4262-BF41-DD01625D0D2A}"/>
          </ac:spMkLst>
        </pc:spChg>
        <pc:spChg chg="del">
          <ac:chgData name="Nguyen Long" userId="e4e93a65-ca82-41ec-92c8-0e4fdb0a72ae" providerId="ADAL" clId="{8EB380BB-A71A-4CD2-9680-567485BE2474}" dt="2020-11-04T01:27:56.939" v="133" actId="478"/>
          <ac:spMkLst>
            <pc:docMk/>
            <pc:sldMk cId="3669384014" sldId="273"/>
            <ac:spMk id="4" creationId="{F19861AE-5C9F-471D-AAA9-5DB1F0ADDB56}"/>
          </ac:spMkLst>
        </pc:spChg>
        <pc:spChg chg="del mod">
          <ac:chgData name="Nguyen Long" userId="e4e93a65-ca82-41ec-92c8-0e4fdb0a72ae" providerId="ADAL" clId="{8EB380BB-A71A-4CD2-9680-567485BE2474}" dt="2020-11-04T09:03:19.003" v="356" actId="478"/>
          <ac:spMkLst>
            <pc:docMk/>
            <pc:sldMk cId="3669384014" sldId="273"/>
            <ac:spMk id="4" creationId="{F9783D6B-647D-4E0D-9F88-6395EEE92882}"/>
          </ac:spMkLst>
        </pc:spChg>
        <pc:spChg chg="add mod">
          <ac:chgData name="Nguyen Long" userId="e4e93a65-ca82-41ec-92c8-0e4fdb0a72ae" providerId="ADAL" clId="{8EB380BB-A71A-4CD2-9680-567485BE2474}" dt="2020-11-04T01:31:21.674" v="183" actId="20577"/>
          <ac:spMkLst>
            <pc:docMk/>
            <pc:sldMk cId="3669384014" sldId="273"/>
            <ac:spMk id="5" creationId="{1FB2C696-4595-43DB-BD1B-66A7DBDBAC41}"/>
          </ac:spMkLst>
        </pc:spChg>
        <pc:spChg chg="mod">
          <ac:chgData name="Nguyen Long" userId="e4e93a65-ca82-41ec-92c8-0e4fdb0a72ae" providerId="ADAL" clId="{8EB380BB-A71A-4CD2-9680-567485BE2474}" dt="2020-11-04T02:53:31.061" v="260" actId="1076"/>
          <ac:spMkLst>
            <pc:docMk/>
            <pc:sldMk cId="3669384014" sldId="273"/>
            <ac:spMk id="6" creationId="{76FD4913-71F2-4017-9679-A0A261F0221C}"/>
          </ac:spMkLst>
        </pc:spChg>
        <pc:spChg chg="del mod">
          <ac:chgData name="Nguyen Long" userId="e4e93a65-ca82-41ec-92c8-0e4fdb0a72ae" providerId="ADAL" clId="{8EB380BB-A71A-4CD2-9680-567485BE2474}" dt="2020-11-04T02:57:09.739" v="303" actId="478"/>
          <ac:spMkLst>
            <pc:docMk/>
            <pc:sldMk cId="3669384014" sldId="273"/>
            <ac:spMk id="6" creationId="{E4AAFE65-2105-4B4E-ACD2-F8F4799C695D}"/>
          </ac:spMkLst>
        </pc:spChg>
        <pc:spChg chg="add del mod">
          <ac:chgData name="Nguyen Long" userId="e4e93a65-ca82-41ec-92c8-0e4fdb0a72ae" providerId="ADAL" clId="{8EB380BB-A71A-4CD2-9680-567485BE2474}" dt="2020-11-04T02:48:48.996" v="253" actId="478"/>
          <ac:spMkLst>
            <pc:docMk/>
            <pc:sldMk cId="3669384014" sldId="273"/>
            <ac:spMk id="7" creationId="{DB1EF648-0392-42D9-A5D0-799E423EA7CC}"/>
          </ac:spMkLst>
        </pc:spChg>
        <pc:spChg chg="add del mod">
          <ac:chgData name="Nguyen Long" userId="e4e93a65-ca82-41ec-92c8-0e4fdb0a72ae" providerId="ADAL" clId="{8EB380BB-A71A-4CD2-9680-567485BE2474}" dt="2020-11-04T02:56:31.485" v="293" actId="478"/>
          <ac:spMkLst>
            <pc:docMk/>
            <pc:sldMk cId="3669384014" sldId="273"/>
            <ac:spMk id="8" creationId="{05D41525-E163-45C1-A2D4-439FF843523E}"/>
          </ac:spMkLst>
        </pc:spChg>
        <pc:spChg chg="add del mod">
          <ac:chgData name="Nguyen Long" userId="e4e93a65-ca82-41ec-92c8-0e4fdb0a72ae" providerId="ADAL" clId="{8EB380BB-A71A-4CD2-9680-567485BE2474}" dt="2020-11-04T02:54:05.778" v="269" actId="22"/>
          <ac:spMkLst>
            <pc:docMk/>
            <pc:sldMk cId="3669384014" sldId="273"/>
            <ac:spMk id="8" creationId="{19090975-40DE-47C6-AB15-3ABA8A03538E}"/>
          </ac:spMkLst>
        </pc:spChg>
        <pc:spChg chg="add del mod">
          <ac:chgData name="Nguyen Long" userId="e4e93a65-ca82-41ec-92c8-0e4fdb0a72ae" providerId="ADAL" clId="{8EB380BB-A71A-4CD2-9680-567485BE2474}" dt="2020-11-04T02:05:41.013" v="189" actId="478"/>
          <ac:spMkLst>
            <pc:docMk/>
            <pc:sldMk cId="3669384014" sldId="273"/>
            <ac:spMk id="9" creationId="{E2DC4604-3BD1-49E8-823E-7FB2BBEB4171}"/>
          </ac:spMkLst>
        </pc:spChg>
        <pc:spChg chg="add del mod">
          <ac:chgData name="Nguyen Long" userId="e4e93a65-ca82-41ec-92c8-0e4fdb0a72ae" providerId="ADAL" clId="{8EB380BB-A71A-4CD2-9680-567485BE2474}" dt="2020-11-04T08:53:03.388" v="305" actId="478"/>
          <ac:spMkLst>
            <pc:docMk/>
            <pc:sldMk cId="3669384014" sldId="273"/>
            <ac:spMk id="10" creationId="{A53E46A4-D540-4701-AA2E-E8AB459C4BAA}"/>
          </ac:spMkLst>
        </pc:spChg>
        <pc:spChg chg="add del mod">
          <ac:chgData name="Nguyen Long" userId="e4e93a65-ca82-41ec-92c8-0e4fdb0a72ae" providerId="ADAL" clId="{8EB380BB-A71A-4CD2-9680-567485BE2474}" dt="2020-11-04T08:56:42.021" v="337" actId="478"/>
          <ac:spMkLst>
            <pc:docMk/>
            <pc:sldMk cId="3669384014" sldId="273"/>
            <ac:spMk id="12" creationId="{61FC5F9C-36AF-4CF6-AC14-A30EB501118B}"/>
          </ac:spMkLst>
        </pc:spChg>
        <pc:spChg chg="add del mod">
          <ac:chgData name="Nguyen Long" userId="e4e93a65-ca82-41ec-92c8-0e4fdb0a72ae" providerId="ADAL" clId="{8EB380BB-A71A-4CD2-9680-567485BE2474}" dt="2020-11-04T09:03:31.985" v="360" actId="478"/>
          <ac:spMkLst>
            <pc:docMk/>
            <pc:sldMk cId="3669384014" sldId="273"/>
            <ac:spMk id="14" creationId="{D4341FEE-CD19-41A2-9392-B9CF6472F665}"/>
          </ac:spMkLst>
        </pc:spChg>
        <pc:spChg chg="add mod">
          <ac:chgData name="Nguyen Long" userId="e4e93a65-ca82-41ec-92c8-0e4fdb0a72ae" providerId="ADAL" clId="{8EB380BB-A71A-4CD2-9680-567485BE2474}" dt="2020-11-04T09:06:09.299" v="465" actId="571"/>
          <ac:spMkLst>
            <pc:docMk/>
            <pc:sldMk cId="3669384014" sldId="273"/>
            <ac:spMk id="19" creationId="{440B74CB-778C-4D65-A4A9-49992DC3CEC9}"/>
          </ac:spMkLst>
        </pc:spChg>
        <pc:spChg chg="mod">
          <ac:chgData name="Nguyen Long" userId="e4e93a65-ca82-41ec-92c8-0e4fdb0a72ae" providerId="ADAL" clId="{8EB380BB-A71A-4CD2-9680-567485BE2474}" dt="2020-11-04T09:15:56.974" v="701" actId="207"/>
          <ac:spMkLst>
            <pc:docMk/>
            <pc:sldMk cId="3669384014" sldId="273"/>
            <ac:spMk id="22" creationId="{40227DDB-C0D9-44D9-A208-3FB98D2E69E2}"/>
          </ac:spMkLst>
        </pc:spChg>
        <pc:spChg chg="del mod">
          <ac:chgData name="Nguyen Long" userId="e4e93a65-ca82-41ec-92c8-0e4fdb0a72ae" providerId="ADAL" clId="{8EB380BB-A71A-4CD2-9680-567485BE2474}" dt="2020-11-04T09:09:22.401" v="589" actId="478"/>
          <ac:spMkLst>
            <pc:docMk/>
            <pc:sldMk cId="3669384014" sldId="273"/>
            <ac:spMk id="24" creationId="{3D14E1AF-21B1-4E59-B9CB-A276C812E976}"/>
          </ac:spMkLst>
        </pc:spChg>
        <pc:spChg chg="add mod">
          <ac:chgData name="Nguyen Long" userId="e4e93a65-ca82-41ec-92c8-0e4fdb0a72ae" providerId="ADAL" clId="{8EB380BB-A71A-4CD2-9680-567485BE2474}" dt="2020-11-04T09:16:14.693" v="702" actId="207"/>
          <ac:spMkLst>
            <pc:docMk/>
            <pc:sldMk cId="3669384014" sldId="273"/>
            <ac:spMk id="33" creationId="{EB93AD2F-F82A-46E3-9C50-7EF014C1B91C}"/>
          </ac:spMkLst>
        </pc:spChg>
        <pc:spChg chg="mod">
          <ac:chgData name="Nguyen Long" userId="e4e93a65-ca82-41ec-92c8-0e4fdb0a72ae" providerId="ADAL" clId="{8EB380BB-A71A-4CD2-9680-567485BE2474}" dt="2020-11-04T09:16:17.826" v="703" actId="207"/>
          <ac:spMkLst>
            <pc:docMk/>
            <pc:sldMk cId="3669384014" sldId="273"/>
            <ac:spMk id="38" creationId="{388A61D7-076A-40F8-92F3-BBC39691D97B}"/>
          </ac:spMkLst>
        </pc:spChg>
        <pc:spChg chg="mod">
          <ac:chgData name="Nguyen Long" userId="e4e93a65-ca82-41ec-92c8-0e4fdb0a72ae" providerId="ADAL" clId="{8EB380BB-A71A-4CD2-9680-567485BE2474}" dt="2020-11-04T09:15:56.974" v="701" actId="207"/>
          <ac:spMkLst>
            <pc:docMk/>
            <pc:sldMk cId="3669384014" sldId="273"/>
            <ac:spMk id="39" creationId="{455EA50B-EE1A-4DE1-8032-F6FDA3612915}"/>
          </ac:spMkLst>
        </pc:spChg>
        <pc:spChg chg="mod">
          <ac:chgData name="Nguyen Long" userId="e4e93a65-ca82-41ec-92c8-0e4fdb0a72ae" providerId="ADAL" clId="{8EB380BB-A71A-4CD2-9680-567485BE2474}" dt="2020-11-04T09:16:20.949" v="704" actId="207"/>
          <ac:spMkLst>
            <pc:docMk/>
            <pc:sldMk cId="3669384014" sldId="273"/>
            <ac:spMk id="46" creationId="{3E1AF63E-5E15-4BD8-8D49-37A0F48D73CF}"/>
          </ac:spMkLst>
        </pc:spChg>
        <pc:spChg chg="mod">
          <ac:chgData name="Nguyen Long" userId="e4e93a65-ca82-41ec-92c8-0e4fdb0a72ae" providerId="ADAL" clId="{8EB380BB-A71A-4CD2-9680-567485BE2474}" dt="2020-11-04T09:15:56.974" v="701" actId="207"/>
          <ac:spMkLst>
            <pc:docMk/>
            <pc:sldMk cId="3669384014" sldId="273"/>
            <ac:spMk id="47" creationId="{78C3775E-85BD-46C9-A938-B25D5CEBF2B5}"/>
          </ac:spMkLst>
        </pc:s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21" creationId="{F5674334-CBF8-4AF8-850F-3276F19986B2}"/>
          </ac:grpSpMkLst>
        </pc:gr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35" creationId="{E2F9F7C1-AA3D-4B79-97E4-3F25CB0C3D82}"/>
          </ac:grpSpMkLst>
        </pc:gr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36" creationId="{C5DCE16A-DDF8-4816-ACE6-F6B6B8C8DA43}"/>
          </ac:grpSpMkLst>
        </pc:grpChg>
        <pc:grpChg chg="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37" creationId="{7E4539C7-8CB0-48A1-85E0-857127355C2D}"/>
          </ac:grpSpMkLst>
        </pc:grpChg>
        <pc:grpChg chg="add 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44" creationId="{88705A64-0077-4843-B397-9FE5ACF2180A}"/>
          </ac:grpSpMkLst>
        </pc:grpChg>
        <pc:grpChg chg="mod">
          <ac:chgData name="Nguyen Long" userId="e4e93a65-ca82-41ec-92c8-0e4fdb0a72ae" providerId="ADAL" clId="{8EB380BB-A71A-4CD2-9680-567485BE2474}" dt="2020-11-04T09:15:56.974" v="701" actId="207"/>
          <ac:grpSpMkLst>
            <pc:docMk/>
            <pc:sldMk cId="3669384014" sldId="273"/>
            <ac:grpSpMk id="45" creationId="{024A5A69-76B5-4A4F-9ADD-F43CB13A6D37}"/>
          </ac:grpSpMkLst>
        </pc:grpChg>
        <pc:picChg chg="add del mod">
          <ac:chgData name="Nguyen Long" userId="e4e93a65-ca82-41ec-92c8-0e4fdb0a72ae" providerId="ADAL" clId="{8EB380BB-A71A-4CD2-9680-567485BE2474}" dt="2020-11-04T02:47:50.854" v="241" actId="478"/>
          <ac:picMkLst>
            <pc:docMk/>
            <pc:sldMk cId="3669384014" sldId="273"/>
            <ac:picMk id="11" creationId="{7B64300C-6116-4A55-9D07-011504E8BF8D}"/>
          </ac:picMkLst>
        </pc:picChg>
        <pc:picChg chg="add mod">
          <ac:chgData name="Nguyen Long" userId="e4e93a65-ca82-41ec-92c8-0e4fdb0a72ae" providerId="ADAL" clId="{8EB380BB-A71A-4CD2-9680-567485BE2474}" dt="2020-11-04T09:06:30.157" v="537" actId="1038"/>
          <ac:picMkLst>
            <pc:docMk/>
            <pc:sldMk cId="3669384014" sldId="273"/>
            <ac:picMk id="16" creationId="{AF0D4834-0EE3-4AC3-AE8E-2078F9AA5028}"/>
          </ac:picMkLst>
        </pc:picChg>
        <pc:picChg chg="add mod">
          <ac:chgData name="Nguyen Long" userId="e4e93a65-ca82-41ec-92c8-0e4fdb0a72ae" providerId="ADAL" clId="{8EB380BB-A71A-4CD2-9680-567485BE2474}" dt="2020-11-04T09:06:22.430" v="513" actId="1037"/>
          <ac:picMkLst>
            <pc:docMk/>
            <pc:sldMk cId="3669384014" sldId="273"/>
            <ac:picMk id="18" creationId="{738C1F94-B514-4F39-A620-6D8A0DA6270B}"/>
          </ac:picMkLst>
        </pc:picChg>
        <pc:picChg chg="add mod">
          <ac:chgData name="Nguyen Long" userId="e4e93a65-ca82-41ec-92c8-0e4fdb0a72ae" providerId="ADAL" clId="{8EB380BB-A71A-4CD2-9680-567485BE2474}" dt="2020-11-04T09:06:09.299" v="465" actId="571"/>
          <ac:picMkLst>
            <pc:docMk/>
            <pc:sldMk cId="3669384014" sldId="273"/>
            <ac:picMk id="20" creationId="{45417AF9-B265-4948-97D3-4B1CB2DA212D}"/>
          </ac:picMkLst>
        </pc:picChg>
        <pc:cxnChg chg="mod">
          <ac:chgData name="Nguyen Long" userId="e4e93a65-ca82-41ec-92c8-0e4fdb0a72ae" providerId="ADAL" clId="{8EB380BB-A71A-4CD2-9680-567485BE2474}" dt="2020-11-04T09:15:56.974" v="701" actId="207"/>
          <ac:cxnSpMkLst>
            <pc:docMk/>
            <pc:sldMk cId="3669384014" sldId="273"/>
            <ac:cxnSpMk id="23" creationId="{615FEF5B-9E53-4A0B-8838-A69E3121262D}"/>
          </ac:cxnSpMkLst>
        </pc:cxnChg>
        <pc:cxnChg chg="mod">
          <ac:chgData name="Nguyen Long" userId="e4e93a65-ca82-41ec-92c8-0e4fdb0a72ae" providerId="ADAL" clId="{8EB380BB-A71A-4CD2-9680-567485BE2474}" dt="2020-11-04T09:15:56.974" v="701" actId="207"/>
          <ac:cxnSpMkLst>
            <pc:docMk/>
            <pc:sldMk cId="3669384014" sldId="273"/>
            <ac:cxnSpMk id="40" creationId="{80F6E10A-20B3-4318-8285-EEEC81DCA080}"/>
          </ac:cxnSpMkLst>
        </pc:cxnChg>
        <pc:cxnChg chg="mod">
          <ac:chgData name="Nguyen Long" userId="e4e93a65-ca82-41ec-92c8-0e4fdb0a72ae" providerId="ADAL" clId="{8EB380BB-A71A-4CD2-9680-567485BE2474}" dt="2020-11-04T09:15:56.974" v="701" actId="207"/>
          <ac:cxnSpMkLst>
            <pc:docMk/>
            <pc:sldMk cId="3669384014" sldId="273"/>
            <ac:cxnSpMk id="48" creationId="{EB05B5F2-CBA0-469D-BE76-772D17B1EAE6}"/>
          </ac:cxnSpMkLst>
        </pc:cxnChg>
      </pc:sldChg>
      <pc:sldChg chg="addSp modSp">
        <pc:chgData name="Nguyen Long" userId="e4e93a65-ca82-41ec-92c8-0e4fdb0a72ae" providerId="ADAL" clId="{8EB380BB-A71A-4CD2-9680-567485BE2474}" dt="2020-11-04T02:53:23.364" v="257"/>
        <pc:sldMkLst>
          <pc:docMk/>
          <pc:sldMk cId="3758142062" sldId="273"/>
        </pc:sldMkLst>
        <pc:spChg chg="add mod">
          <ac:chgData name="Nguyen Long" userId="e4e93a65-ca82-41ec-92c8-0e4fdb0a72ae" providerId="ADAL" clId="{8EB380BB-A71A-4CD2-9680-567485BE2474}" dt="2020-11-04T02:53:23.364" v="257"/>
          <ac:spMkLst>
            <pc:docMk/>
            <pc:sldMk cId="3758142062" sldId="273"/>
            <ac:spMk id="6" creationId="{76FD4913-71F2-4017-9679-A0A261F0221C}"/>
          </ac:spMkLst>
        </pc:spChg>
      </pc:sldChg>
      <pc:sldChg chg="addSp modSp">
        <pc:chgData name="Nguyen Long" userId="e4e93a65-ca82-41ec-92c8-0e4fdb0a72ae" providerId="ADAL" clId="{8EB380BB-A71A-4CD2-9680-567485BE2474}" dt="2020-11-04T09:03:09.919" v="352"/>
        <pc:sldMkLst>
          <pc:docMk/>
          <pc:sldMk cId="3787642115" sldId="273"/>
        </pc:sldMkLst>
        <pc:spChg chg="add mod">
          <ac:chgData name="Nguyen Long" userId="e4e93a65-ca82-41ec-92c8-0e4fdb0a72ae" providerId="ADAL" clId="{8EB380BB-A71A-4CD2-9680-567485BE2474}" dt="2020-11-04T09:03:09.919" v="352"/>
          <ac:spMkLst>
            <pc:docMk/>
            <pc:sldMk cId="3787642115" sldId="273"/>
            <ac:spMk id="6" creationId="{B7A37176-0CFF-4EC6-A7E4-4CD2804B2614}"/>
          </ac:spMkLst>
        </pc:spChg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1860084407" sldId="274"/>
        </pc:sldMkLst>
      </pc:sldChg>
      <pc:sldChg chg="addSp delSp modSp add mod delAnim modAnim">
        <pc:chgData name="Nguyen Long" userId="e4e93a65-ca82-41ec-92c8-0e4fdb0a72ae" providerId="ADAL" clId="{8EB380BB-A71A-4CD2-9680-567485BE2474}" dt="2020-11-04T10:08:33.958" v="1213" actId="21"/>
        <pc:sldMkLst>
          <pc:docMk/>
          <pc:sldMk cId="2524215898" sldId="274"/>
        </pc:sldMkLst>
        <pc:spChg chg="add del">
          <ac:chgData name="Nguyen Long" userId="e4e93a65-ca82-41ec-92c8-0e4fdb0a72ae" providerId="ADAL" clId="{8EB380BB-A71A-4CD2-9680-567485BE2474}" dt="2020-11-04T09:46:12.086" v="958" actId="478"/>
          <ac:spMkLst>
            <pc:docMk/>
            <pc:sldMk cId="2524215898" sldId="274"/>
            <ac:spMk id="4" creationId="{F19861AE-5C9F-471D-AAA9-5DB1F0ADDB56}"/>
          </ac:spMkLst>
        </pc:spChg>
        <pc:spChg chg="add del mod">
          <ac:chgData name="Nguyen Long" userId="e4e93a65-ca82-41ec-92c8-0e4fdb0a72ae" providerId="ADAL" clId="{8EB380BB-A71A-4CD2-9680-567485BE2474}" dt="2020-11-04T09:46:12.086" v="958" actId="478"/>
          <ac:spMkLst>
            <pc:docMk/>
            <pc:sldMk cId="2524215898" sldId="274"/>
            <ac:spMk id="5" creationId="{996BABDE-40F4-4D04-A302-AA08EEE14739}"/>
          </ac:spMkLst>
        </pc:spChg>
        <pc:spChg chg="add del mod">
          <ac:chgData name="Nguyen Long" userId="e4e93a65-ca82-41ec-92c8-0e4fdb0a72ae" providerId="ADAL" clId="{8EB380BB-A71A-4CD2-9680-567485BE2474}" dt="2020-11-04T09:46:10.587" v="956" actId="22"/>
          <ac:spMkLst>
            <pc:docMk/>
            <pc:sldMk cId="2524215898" sldId="274"/>
            <ac:spMk id="6" creationId="{5995709F-AF2E-46CB-BE5D-355ED1721F0F}"/>
          </ac:spMkLst>
        </pc:spChg>
        <pc:spChg chg="add mod">
          <ac:chgData name="Nguyen Long" userId="e4e93a65-ca82-41ec-92c8-0e4fdb0a72ae" providerId="ADAL" clId="{8EB380BB-A71A-4CD2-9680-567485BE2474}" dt="2020-11-04T09:50:16.115" v="991" actId="1036"/>
          <ac:spMkLst>
            <pc:docMk/>
            <pc:sldMk cId="2524215898" sldId="274"/>
            <ac:spMk id="7" creationId="{BBC28593-A0D3-4395-AA1B-52EDE76057BB}"/>
          </ac:spMkLst>
        </pc:spChg>
        <pc:spChg chg="add mod">
          <ac:chgData name="Nguyen Long" userId="e4e93a65-ca82-41ec-92c8-0e4fdb0a72ae" providerId="ADAL" clId="{8EB380BB-A71A-4CD2-9680-567485BE2474}" dt="2020-11-04T09:50:10.344" v="988" actId="255"/>
          <ac:spMkLst>
            <pc:docMk/>
            <pc:sldMk cId="2524215898" sldId="274"/>
            <ac:spMk id="17" creationId="{E277BB92-7ACC-42E0-8A38-CD2FDAA2C2A3}"/>
          </ac:spMkLst>
        </pc:spChg>
        <pc:spChg chg="add del mod">
          <ac:chgData name="Nguyen Long" userId="e4e93a65-ca82-41ec-92c8-0e4fdb0a72ae" providerId="ADAL" clId="{8EB380BB-A71A-4CD2-9680-567485BE2474}" dt="2020-11-04T10:08:33.958" v="1213" actId="21"/>
          <ac:spMkLst>
            <pc:docMk/>
            <pc:sldMk cId="2524215898" sldId="274"/>
            <ac:spMk id="26" creationId="{B6DE55F0-6EB6-44B6-885D-6AA7635836F0}"/>
          </ac:spMkLst>
        </pc:spChg>
        <pc:grpChg chg="del">
          <ac:chgData name="Nguyen Long" userId="e4e93a65-ca82-41ec-92c8-0e4fdb0a72ae" providerId="ADAL" clId="{8EB380BB-A71A-4CD2-9680-567485BE2474}" dt="2020-11-04T09:15:23.667" v="693" actId="478"/>
          <ac:grpSpMkLst>
            <pc:docMk/>
            <pc:sldMk cId="2524215898" sldId="274"/>
            <ac:grpSpMk id="24" creationId="{50D1C546-92AA-4ECA-977B-1400026A99A6}"/>
          </ac:grpSpMkLst>
        </pc:grpChg>
        <pc:picChg chg="add mod">
          <ac:chgData name="Nguyen Long" userId="e4e93a65-ca82-41ec-92c8-0e4fdb0a72ae" providerId="ADAL" clId="{8EB380BB-A71A-4CD2-9680-567485BE2474}" dt="2020-11-04T09:48:08.680" v="968" actId="1076"/>
          <ac:picMkLst>
            <pc:docMk/>
            <pc:sldMk cId="2524215898" sldId="274"/>
            <ac:picMk id="9" creationId="{269CA283-EAF7-4336-8750-CA5291B554D3}"/>
          </ac:picMkLst>
        </pc:picChg>
        <pc:picChg chg="add mod">
          <ac:chgData name="Nguyen Long" userId="e4e93a65-ca82-41ec-92c8-0e4fdb0a72ae" providerId="ADAL" clId="{8EB380BB-A71A-4CD2-9680-567485BE2474}" dt="2020-11-04T09:48:18.092" v="970" actId="1076"/>
          <ac:picMkLst>
            <pc:docMk/>
            <pc:sldMk cId="2524215898" sldId="274"/>
            <ac:picMk id="16" creationId="{92E3AA4D-4BC6-4333-B5B1-841BBDCE7A71}"/>
          </ac:picMkLst>
        </pc:picChg>
        <pc:picChg chg="add mod">
          <ac:chgData name="Nguyen Long" userId="e4e93a65-ca82-41ec-92c8-0e4fdb0a72ae" providerId="ADAL" clId="{8EB380BB-A71A-4CD2-9680-567485BE2474}" dt="2020-11-04T09:50:56.077" v="996" actId="1076"/>
          <ac:picMkLst>
            <pc:docMk/>
            <pc:sldMk cId="2524215898" sldId="274"/>
            <ac:picMk id="20" creationId="{4DFD727D-9BDA-43F8-8570-52D4194F7A58}"/>
          </ac:picMkLst>
        </pc:picChg>
        <pc:picChg chg="add mod">
          <ac:chgData name="Nguyen Long" userId="e4e93a65-ca82-41ec-92c8-0e4fdb0a72ae" providerId="ADAL" clId="{8EB380BB-A71A-4CD2-9680-567485BE2474}" dt="2020-11-04T09:51:37.298" v="1021" actId="1036"/>
          <ac:picMkLst>
            <pc:docMk/>
            <pc:sldMk cId="2524215898" sldId="274"/>
            <ac:picMk id="23" creationId="{D68A814E-F7FE-4C88-9E09-AC90D443A964}"/>
          </ac:picMkLst>
        </pc:picChg>
        <pc:cxnChg chg="mod">
          <ac:chgData name="Nguyen Long" userId="e4e93a65-ca82-41ec-92c8-0e4fdb0a72ae" providerId="ADAL" clId="{8EB380BB-A71A-4CD2-9680-567485BE2474}" dt="2020-11-04T09:15:23.667" v="693" actId="478"/>
          <ac:cxnSpMkLst>
            <pc:docMk/>
            <pc:sldMk cId="2524215898" sldId="274"/>
            <ac:cxnSpMk id="13" creationId="{19A456C6-1CB8-4728-BEE7-70F0EE6FA2D8}"/>
          </ac:cxnSpMkLst>
        </pc:cxnChg>
      </pc:sldChg>
      <pc:sldChg chg="addSp modSp add mod modAnim">
        <pc:chgData name="Nguyen Long" userId="e4e93a65-ca82-41ec-92c8-0e4fdb0a72ae" providerId="ADAL" clId="{8EB380BB-A71A-4CD2-9680-567485BE2474}" dt="2020-11-04T09:58:15.212" v="1133"/>
        <pc:sldMkLst>
          <pc:docMk/>
          <pc:sldMk cId="1426896324" sldId="275"/>
        </pc:sldMkLst>
        <pc:spChg chg="mod">
          <ac:chgData name="Nguyen Long" userId="e4e93a65-ca82-41ec-92c8-0e4fdb0a72ae" providerId="ADAL" clId="{8EB380BB-A71A-4CD2-9680-567485BE2474}" dt="2020-11-04T09:52:32.742" v="1026"/>
          <ac:spMkLst>
            <pc:docMk/>
            <pc:sldMk cId="1426896324" sldId="275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4T09:57:50.173" v="1127" actId="208"/>
          <ac:spMkLst>
            <pc:docMk/>
            <pc:sldMk cId="1426896324" sldId="275"/>
            <ac:spMk id="5" creationId="{796EE862-9080-4832-8502-EC15BDDF955B}"/>
          </ac:spMkLst>
        </pc:spChg>
        <pc:spChg chg="add mod">
          <ac:chgData name="Nguyen Long" userId="e4e93a65-ca82-41ec-92c8-0e4fdb0a72ae" providerId="ADAL" clId="{8EB380BB-A71A-4CD2-9680-567485BE2474}" dt="2020-11-04T09:55:01.147" v="1046"/>
          <ac:spMkLst>
            <pc:docMk/>
            <pc:sldMk cId="1426896324" sldId="275"/>
            <ac:spMk id="7" creationId="{B9967AD5-9008-48CF-9C45-9B01ED1B31F6}"/>
          </ac:spMkLst>
        </pc:spChg>
        <pc:picChg chg="add mod">
          <ac:chgData name="Nguyen Long" userId="e4e93a65-ca82-41ec-92c8-0e4fdb0a72ae" providerId="ADAL" clId="{8EB380BB-A71A-4CD2-9680-567485BE2474}" dt="2020-11-04T09:55:34.660" v="1066" actId="1035"/>
          <ac:picMkLst>
            <pc:docMk/>
            <pc:sldMk cId="1426896324" sldId="275"/>
            <ac:picMk id="9" creationId="{1E0BA205-DFF7-41EA-A036-820A2D9F9EBE}"/>
          </ac:picMkLst>
        </pc:picChg>
        <pc:picChg chg="add mod">
          <ac:chgData name="Nguyen Long" userId="e4e93a65-ca82-41ec-92c8-0e4fdb0a72ae" providerId="ADAL" clId="{8EB380BB-A71A-4CD2-9680-567485BE2474}" dt="2020-11-04T09:57:05.780" v="1086" actId="1037"/>
          <ac:picMkLst>
            <pc:docMk/>
            <pc:sldMk cId="1426896324" sldId="275"/>
            <ac:picMk id="11" creationId="{46DA668C-7ED5-42EB-80D5-128A1C0A8054}"/>
          </ac:picMkLst>
        </pc:picChg>
        <pc:picChg chg="add mod">
          <ac:chgData name="Nguyen Long" userId="e4e93a65-ca82-41ec-92c8-0e4fdb0a72ae" providerId="ADAL" clId="{8EB380BB-A71A-4CD2-9680-567485BE2474}" dt="2020-11-04T09:57:38.263" v="1126" actId="1037"/>
          <ac:picMkLst>
            <pc:docMk/>
            <pc:sldMk cId="1426896324" sldId="275"/>
            <ac:picMk id="13" creationId="{5BF09A02-96EE-400B-BD02-0C855A365D1C}"/>
          </ac:picMkLst>
        </pc:picChg>
        <pc:picChg chg="add mod">
          <ac:chgData name="Nguyen Long" userId="e4e93a65-ca82-41ec-92c8-0e4fdb0a72ae" providerId="ADAL" clId="{8EB380BB-A71A-4CD2-9680-567485BE2474}" dt="2020-11-04T09:57:34.863" v="1116" actId="14100"/>
          <ac:picMkLst>
            <pc:docMk/>
            <pc:sldMk cId="1426896324" sldId="275"/>
            <ac:picMk id="15" creationId="{9BBF000A-47E3-4799-91EF-576B5E355929}"/>
          </ac:picMkLst>
        </pc:picChg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1930288782" sldId="275"/>
        </pc:sldMkLst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389688229" sldId="276"/>
        </pc:sldMkLst>
      </pc:sldChg>
      <pc:sldChg chg="addSp delSp modSp add mod modAnim">
        <pc:chgData name="Nguyen Long" userId="e4e93a65-ca82-41ec-92c8-0e4fdb0a72ae" providerId="ADAL" clId="{8EB380BB-A71A-4CD2-9680-567485BE2474}" dt="2020-11-04T12:02:15.663" v="1846"/>
        <pc:sldMkLst>
          <pc:docMk/>
          <pc:sldMk cId="672762915" sldId="276"/>
        </pc:sldMkLst>
        <pc:spChg chg="del">
          <ac:chgData name="Nguyen Long" userId="e4e93a65-ca82-41ec-92c8-0e4fdb0a72ae" providerId="ADAL" clId="{8EB380BB-A71A-4CD2-9680-567485BE2474}" dt="2020-11-04T09:58:35.255" v="1134" actId="478"/>
          <ac:spMkLst>
            <pc:docMk/>
            <pc:sldMk cId="672762915" sldId="276"/>
            <ac:spMk id="4" creationId="{F19861AE-5C9F-471D-AAA9-5DB1F0ADDB56}"/>
          </ac:spMkLst>
        </pc:spChg>
        <pc:spChg chg="add del mod">
          <ac:chgData name="Nguyen Long" userId="e4e93a65-ca82-41ec-92c8-0e4fdb0a72ae" providerId="ADAL" clId="{8EB380BB-A71A-4CD2-9680-567485BE2474}" dt="2020-11-04T09:58:37.559" v="1135" actId="478"/>
          <ac:spMkLst>
            <pc:docMk/>
            <pc:sldMk cId="672762915" sldId="276"/>
            <ac:spMk id="5" creationId="{FE01DCDA-7AC2-4E8D-8317-E65EA8771149}"/>
          </ac:spMkLst>
        </pc:spChg>
        <pc:spChg chg="add mod">
          <ac:chgData name="Nguyen Long" userId="e4e93a65-ca82-41ec-92c8-0e4fdb0a72ae" providerId="ADAL" clId="{8EB380BB-A71A-4CD2-9680-567485BE2474}" dt="2020-11-04T09:58:56.521" v="1138"/>
          <ac:spMkLst>
            <pc:docMk/>
            <pc:sldMk cId="672762915" sldId="276"/>
            <ac:spMk id="6" creationId="{8A8CFAEC-A371-4C1F-9355-A0EB5F7E6AB0}"/>
          </ac:spMkLst>
        </pc:spChg>
        <pc:spChg chg="add mod">
          <ac:chgData name="Nguyen Long" userId="e4e93a65-ca82-41ec-92c8-0e4fdb0a72ae" providerId="ADAL" clId="{8EB380BB-A71A-4CD2-9680-567485BE2474}" dt="2020-11-04T10:04:00.227" v="1167"/>
          <ac:spMkLst>
            <pc:docMk/>
            <pc:sldMk cId="672762915" sldId="276"/>
            <ac:spMk id="15" creationId="{63FE378E-44EC-4925-A13D-7DD215D240E8}"/>
          </ac:spMkLst>
        </pc:spChg>
        <pc:picChg chg="add del mod">
          <ac:chgData name="Nguyen Long" userId="e4e93a65-ca82-41ec-92c8-0e4fdb0a72ae" providerId="ADAL" clId="{8EB380BB-A71A-4CD2-9680-567485BE2474}" dt="2020-11-04T10:30:58.620" v="1613" actId="478"/>
          <ac:picMkLst>
            <pc:docMk/>
            <pc:sldMk cId="672762915" sldId="276"/>
            <ac:picMk id="4" creationId="{476F9893-0414-4E48-A364-544608674E15}"/>
          </ac:picMkLst>
        </pc:picChg>
        <pc:picChg chg="add mod">
          <ac:chgData name="Nguyen Long" userId="e4e93a65-ca82-41ec-92c8-0e4fdb0a72ae" providerId="ADAL" clId="{8EB380BB-A71A-4CD2-9680-567485BE2474}" dt="2020-11-04T10:31:42.901" v="1615" actId="1076"/>
          <ac:picMkLst>
            <pc:docMk/>
            <pc:sldMk cId="672762915" sldId="276"/>
            <ac:picMk id="7" creationId="{6D8E7B48-9871-48B4-8637-A00FBEF10E23}"/>
          </ac:picMkLst>
        </pc:picChg>
        <pc:picChg chg="add mod">
          <ac:chgData name="Nguyen Long" userId="e4e93a65-ca82-41ec-92c8-0e4fdb0a72ae" providerId="ADAL" clId="{8EB380BB-A71A-4CD2-9680-567485BE2474}" dt="2020-11-04T10:03:13.441" v="1160" actId="1076"/>
          <ac:picMkLst>
            <pc:docMk/>
            <pc:sldMk cId="672762915" sldId="276"/>
            <ac:picMk id="8" creationId="{31AE6CF9-A270-4D07-9B51-06E838B929F6}"/>
          </ac:picMkLst>
        </pc:picChg>
        <pc:picChg chg="add mod">
          <ac:chgData name="Nguyen Long" userId="e4e93a65-ca82-41ec-92c8-0e4fdb0a72ae" providerId="ADAL" clId="{8EB380BB-A71A-4CD2-9680-567485BE2474}" dt="2020-11-04T10:03:08.809" v="1158" actId="1076"/>
          <ac:picMkLst>
            <pc:docMk/>
            <pc:sldMk cId="672762915" sldId="276"/>
            <ac:picMk id="10" creationId="{9DAA1E4C-D4FA-4D38-811C-932BD69ABC29}"/>
          </ac:picMkLst>
        </pc:picChg>
        <pc:picChg chg="add mod">
          <ac:chgData name="Nguyen Long" userId="e4e93a65-ca82-41ec-92c8-0e4fdb0a72ae" providerId="ADAL" clId="{8EB380BB-A71A-4CD2-9680-567485BE2474}" dt="2020-11-04T10:31:56.400" v="1617" actId="1076"/>
          <ac:picMkLst>
            <pc:docMk/>
            <pc:sldMk cId="672762915" sldId="276"/>
            <ac:picMk id="11" creationId="{88EF58AC-7200-448B-A28E-84560BDD5465}"/>
          </ac:picMkLst>
        </pc:picChg>
        <pc:picChg chg="add mod">
          <ac:chgData name="Nguyen Long" userId="e4e93a65-ca82-41ec-92c8-0e4fdb0a72ae" providerId="ADAL" clId="{8EB380BB-A71A-4CD2-9680-567485BE2474}" dt="2020-11-04T10:03:35.895" v="1164" actId="1076"/>
          <ac:picMkLst>
            <pc:docMk/>
            <pc:sldMk cId="672762915" sldId="276"/>
            <ac:picMk id="12" creationId="{BD351B1D-4A37-4324-A520-6E1EAF56751E}"/>
          </ac:picMkLst>
        </pc:picChg>
        <pc:picChg chg="add mod">
          <ac:chgData name="Nguyen Long" userId="e4e93a65-ca82-41ec-92c8-0e4fdb0a72ae" providerId="ADAL" clId="{8EB380BB-A71A-4CD2-9680-567485BE2474}" dt="2020-11-04T10:03:35.505" v="1163" actId="1076"/>
          <ac:picMkLst>
            <pc:docMk/>
            <pc:sldMk cId="672762915" sldId="276"/>
            <ac:picMk id="14" creationId="{00603D1B-B09C-4AE6-BA92-F1518DA3A69F}"/>
          </ac:picMkLst>
        </pc:picChg>
        <pc:picChg chg="add mod">
          <ac:chgData name="Nguyen Long" userId="e4e93a65-ca82-41ec-92c8-0e4fdb0a72ae" providerId="ADAL" clId="{8EB380BB-A71A-4CD2-9680-567485BE2474}" dt="2020-11-04T10:32:10.081" v="1619" actId="1076"/>
          <ac:picMkLst>
            <pc:docMk/>
            <pc:sldMk cId="672762915" sldId="276"/>
            <ac:picMk id="16" creationId="{8A7E50EB-8AC5-4CB3-AFE0-E0C2686D9B2C}"/>
          </ac:picMkLst>
        </pc:picChg>
      </pc:sldChg>
      <pc:sldChg chg="del">
        <pc:chgData name="Nguyen Long" userId="e4e93a65-ca82-41ec-92c8-0e4fdb0a72ae" providerId="ADAL" clId="{8EB380BB-A71A-4CD2-9680-567485BE2474}" dt="2020-11-04T01:26:50.779" v="96" actId="47"/>
        <pc:sldMkLst>
          <pc:docMk/>
          <pc:sldMk cId="1774843518" sldId="277"/>
        </pc:sldMkLst>
      </pc:sldChg>
      <pc:sldChg chg="addSp delSp modSp add mod modAnim">
        <pc:chgData name="Nguyen Long" userId="e4e93a65-ca82-41ec-92c8-0e4fdb0a72ae" providerId="ADAL" clId="{8EB380BB-A71A-4CD2-9680-567485BE2474}" dt="2020-11-05T13:27:51.336" v="2752"/>
        <pc:sldMkLst>
          <pc:docMk/>
          <pc:sldMk cId="2479365905" sldId="277"/>
        </pc:sldMkLst>
        <pc:spChg chg="mod">
          <ac:chgData name="Nguyen Long" userId="e4e93a65-ca82-41ec-92c8-0e4fdb0a72ae" providerId="ADAL" clId="{8EB380BB-A71A-4CD2-9680-567485BE2474}" dt="2020-11-04T10:53:09.104" v="1738"/>
          <ac:spMkLst>
            <pc:docMk/>
            <pc:sldMk cId="2479365905" sldId="277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5T13:25:52.721" v="2744" actId="14100"/>
          <ac:spMkLst>
            <pc:docMk/>
            <pc:sldMk cId="2479365905" sldId="277"/>
            <ac:spMk id="8" creationId="{395C8CC5-30E7-4766-858F-55BF949B8A66}"/>
          </ac:spMkLst>
        </pc:spChg>
        <pc:spChg chg="add mod">
          <ac:chgData name="Nguyen Long" userId="e4e93a65-ca82-41ec-92c8-0e4fdb0a72ae" providerId="ADAL" clId="{8EB380BB-A71A-4CD2-9680-567485BE2474}" dt="2020-11-04T12:33:44.508" v="1951" actId="1076"/>
          <ac:spMkLst>
            <pc:docMk/>
            <pc:sldMk cId="2479365905" sldId="277"/>
            <ac:spMk id="10" creationId="{170316BE-5A11-4310-9749-856431869745}"/>
          </ac:spMkLst>
        </pc:spChg>
        <pc:picChg chg="add mod">
          <ac:chgData name="Nguyen Long" userId="e4e93a65-ca82-41ec-92c8-0e4fdb0a72ae" providerId="ADAL" clId="{8EB380BB-A71A-4CD2-9680-567485BE2474}" dt="2020-11-04T12:32:42.296" v="1934" actId="1076"/>
          <ac:picMkLst>
            <pc:docMk/>
            <pc:sldMk cId="2479365905" sldId="277"/>
            <ac:picMk id="6" creationId="{333F9886-2A28-46B7-A172-052D717887F6}"/>
          </ac:picMkLst>
        </pc:picChg>
        <pc:picChg chg="add del mod">
          <ac:chgData name="Nguyen Long" userId="e4e93a65-ca82-41ec-92c8-0e4fdb0a72ae" providerId="ADAL" clId="{8EB380BB-A71A-4CD2-9680-567485BE2474}" dt="2020-11-04T12:30:50.043" v="1915" actId="478"/>
          <ac:picMkLst>
            <pc:docMk/>
            <pc:sldMk cId="2479365905" sldId="277"/>
            <ac:picMk id="12" creationId="{A7E3AF37-FBA7-4762-A331-934554800D0B}"/>
          </ac:picMkLst>
        </pc:picChg>
        <pc:picChg chg="add del mod">
          <ac:chgData name="Nguyen Long" userId="e4e93a65-ca82-41ec-92c8-0e4fdb0a72ae" providerId="ADAL" clId="{8EB380BB-A71A-4CD2-9680-567485BE2474}" dt="2020-11-04T12:28:07.373" v="1907" actId="478"/>
          <ac:picMkLst>
            <pc:docMk/>
            <pc:sldMk cId="2479365905" sldId="277"/>
            <ac:picMk id="14" creationId="{E1C2D820-D6D0-401C-B5C0-A629C9514F58}"/>
          </ac:picMkLst>
        </pc:picChg>
        <pc:picChg chg="add mod">
          <ac:chgData name="Nguyen Long" userId="e4e93a65-ca82-41ec-92c8-0e4fdb0a72ae" providerId="ADAL" clId="{8EB380BB-A71A-4CD2-9680-567485BE2474}" dt="2020-11-04T12:33:52.189" v="1953" actId="1076"/>
          <ac:picMkLst>
            <pc:docMk/>
            <pc:sldMk cId="2479365905" sldId="277"/>
            <ac:picMk id="16" creationId="{8E97D6D8-8C52-495C-A59D-3245B4C7C095}"/>
          </ac:picMkLst>
        </pc:picChg>
        <pc:picChg chg="add mod">
          <ac:chgData name="Nguyen Long" userId="e4e93a65-ca82-41ec-92c8-0e4fdb0a72ae" providerId="ADAL" clId="{8EB380BB-A71A-4CD2-9680-567485BE2474}" dt="2020-11-05T13:27:34.082" v="2746" actId="1076"/>
          <ac:picMkLst>
            <pc:docMk/>
            <pc:sldMk cId="2479365905" sldId="277"/>
            <ac:picMk id="18" creationId="{3F820763-7C6B-4E1F-BAE7-608F6E960D9E}"/>
          </ac:picMkLst>
        </pc:picChg>
        <pc:picChg chg="add mod">
          <ac:chgData name="Nguyen Long" userId="e4e93a65-ca82-41ec-92c8-0e4fdb0a72ae" providerId="ADAL" clId="{8EB380BB-A71A-4CD2-9680-567485BE2474}" dt="2020-11-04T12:32:52.781" v="1937" actId="1076"/>
          <ac:picMkLst>
            <pc:docMk/>
            <pc:sldMk cId="2479365905" sldId="277"/>
            <ac:picMk id="20" creationId="{45B758BB-6EB3-47CA-8234-18835E18A51D}"/>
          </ac:picMkLst>
        </pc:picChg>
        <pc:picChg chg="add mod">
          <ac:chgData name="Nguyen Long" userId="e4e93a65-ca82-41ec-92c8-0e4fdb0a72ae" providerId="ADAL" clId="{8EB380BB-A71A-4CD2-9680-567485BE2474}" dt="2020-11-04T12:32:55.137" v="1939" actId="1076"/>
          <ac:picMkLst>
            <pc:docMk/>
            <pc:sldMk cId="2479365905" sldId="277"/>
            <ac:picMk id="22" creationId="{AD8695E7-05CF-47E3-B240-B0B13E7D7827}"/>
          </ac:picMkLst>
        </pc:picChg>
        <pc:picChg chg="add mod">
          <ac:chgData name="Nguyen Long" userId="e4e93a65-ca82-41ec-92c8-0e4fdb0a72ae" providerId="ADAL" clId="{8EB380BB-A71A-4CD2-9680-567485BE2474}" dt="2020-11-05T13:27:41.755" v="2747" actId="1076"/>
          <ac:picMkLst>
            <pc:docMk/>
            <pc:sldMk cId="2479365905" sldId="277"/>
            <ac:picMk id="24" creationId="{34788B53-A9AD-483B-B214-37FAE4E0BED8}"/>
          </ac:picMkLst>
        </pc:picChg>
      </pc:sldChg>
      <pc:sldChg chg="addSp">
        <pc:chgData name="Nguyen Long" userId="e4e93a65-ca82-41ec-92c8-0e4fdb0a72ae" providerId="ADAL" clId="{8EB380BB-A71A-4CD2-9680-567485BE2474}" dt="2020-11-04T12:57:17.699" v="2022"/>
        <pc:sldMkLst>
          <pc:docMk/>
          <pc:sldMk cId="681229618" sldId="278"/>
        </pc:sldMkLst>
        <pc:picChg chg="add">
          <ac:chgData name="Nguyen Long" userId="e4e93a65-ca82-41ec-92c8-0e4fdb0a72ae" providerId="ADAL" clId="{8EB380BB-A71A-4CD2-9680-567485BE2474}" dt="2020-11-04T12:57:17.699" v="2022"/>
          <ac:picMkLst>
            <pc:docMk/>
            <pc:sldMk cId="681229618" sldId="278"/>
            <ac:picMk id="2050" creationId="{48EBC37C-F570-48EE-8DF1-913B17F2F8A5}"/>
          </ac:picMkLst>
        </pc:picChg>
      </pc:sldChg>
      <pc:sldChg chg="addSp delSp modSp add del mod modAnim">
        <pc:chgData name="Nguyen Long" userId="e4e93a65-ca82-41ec-92c8-0e4fdb0a72ae" providerId="ADAL" clId="{8EB380BB-A71A-4CD2-9680-567485BE2474}" dt="2020-11-04T13:41:39.716" v="2076" actId="6549"/>
        <pc:sldMkLst>
          <pc:docMk/>
          <pc:sldMk cId="2186229819" sldId="278"/>
        </pc:sldMkLst>
        <pc:spChg chg="mod">
          <ac:chgData name="Nguyen Long" userId="e4e93a65-ca82-41ec-92c8-0e4fdb0a72ae" providerId="ADAL" clId="{8EB380BB-A71A-4CD2-9680-567485BE2474}" dt="2020-11-04T12:36:45.575" v="1982" actId="20577"/>
          <ac:spMkLst>
            <pc:docMk/>
            <pc:sldMk cId="2186229819" sldId="278"/>
            <ac:spMk id="4" creationId="{F19861AE-5C9F-471D-AAA9-5DB1F0ADDB56}"/>
          </ac:spMkLst>
        </pc:spChg>
        <pc:spChg chg="add mod">
          <ac:chgData name="Nguyen Long" userId="e4e93a65-ca82-41ec-92c8-0e4fdb0a72ae" providerId="ADAL" clId="{8EB380BB-A71A-4CD2-9680-567485BE2474}" dt="2020-11-04T13:41:39.716" v="2076" actId="6549"/>
          <ac:spMkLst>
            <pc:docMk/>
            <pc:sldMk cId="2186229819" sldId="278"/>
            <ac:spMk id="5" creationId="{B3E0BB80-40D0-4B4B-A839-B624B3F1633B}"/>
          </ac:spMkLst>
        </pc:spChg>
        <pc:spChg chg="add del">
          <ac:chgData name="Nguyen Long" userId="e4e93a65-ca82-41ec-92c8-0e4fdb0a72ae" providerId="ADAL" clId="{8EB380BB-A71A-4CD2-9680-567485BE2474}" dt="2020-11-04T12:38:45.046" v="1997" actId="22"/>
          <ac:spMkLst>
            <pc:docMk/>
            <pc:sldMk cId="2186229819" sldId="278"/>
            <ac:spMk id="7" creationId="{3AFE69A6-E740-4716-A721-50692895524D}"/>
          </ac:spMkLst>
        </pc:spChg>
        <pc:picChg chg="add del mod">
          <ac:chgData name="Nguyen Long" userId="e4e93a65-ca82-41ec-92c8-0e4fdb0a72ae" providerId="ADAL" clId="{8EB380BB-A71A-4CD2-9680-567485BE2474}" dt="2020-11-04T13:23:18.329" v="2040" actId="478"/>
          <ac:picMkLst>
            <pc:docMk/>
            <pc:sldMk cId="2186229819" sldId="278"/>
            <ac:picMk id="7" creationId="{52BD2D55-2F02-4337-A4A1-583D1ECD0E18}"/>
          </ac:picMkLst>
        </pc:picChg>
        <pc:picChg chg="add mod">
          <ac:chgData name="Nguyen Long" userId="e4e93a65-ca82-41ec-92c8-0e4fdb0a72ae" providerId="ADAL" clId="{8EB380BB-A71A-4CD2-9680-567485BE2474}" dt="2020-11-04T13:32:28.123" v="2067" actId="1076"/>
          <ac:picMkLst>
            <pc:docMk/>
            <pc:sldMk cId="2186229819" sldId="278"/>
            <ac:picMk id="9" creationId="{B8EBCEEC-0C74-45FA-A10A-62F9B8FCAF7E}"/>
          </ac:picMkLst>
        </pc:picChg>
        <pc:picChg chg="add mod">
          <ac:chgData name="Nguyen Long" userId="e4e93a65-ca82-41ec-92c8-0e4fdb0a72ae" providerId="ADAL" clId="{8EB380BB-A71A-4CD2-9680-567485BE2474}" dt="2020-11-04T13:32:32.585" v="2069" actId="1076"/>
          <ac:picMkLst>
            <pc:docMk/>
            <pc:sldMk cId="2186229819" sldId="278"/>
            <ac:picMk id="10" creationId="{19AFC9E1-0331-4643-B4BA-49BC727D5FDE}"/>
          </ac:picMkLst>
        </pc:picChg>
        <pc:picChg chg="add mod">
          <ac:chgData name="Nguyen Long" userId="e4e93a65-ca82-41ec-92c8-0e4fdb0a72ae" providerId="ADAL" clId="{8EB380BB-A71A-4CD2-9680-567485BE2474}" dt="2020-11-04T13:32:29.254" v="2068" actId="1076"/>
          <ac:picMkLst>
            <pc:docMk/>
            <pc:sldMk cId="2186229819" sldId="278"/>
            <ac:picMk id="11" creationId="{9F4EA0AE-3DB5-43D5-B853-B939CAE0AF7A}"/>
          </ac:picMkLst>
        </pc:picChg>
        <pc:picChg chg="add mod">
          <ac:chgData name="Nguyen Long" userId="e4e93a65-ca82-41ec-92c8-0e4fdb0a72ae" providerId="ADAL" clId="{8EB380BB-A71A-4CD2-9680-567485BE2474}" dt="2020-11-04T13:32:36.192" v="2070" actId="1076"/>
          <ac:picMkLst>
            <pc:docMk/>
            <pc:sldMk cId="2186229819" sldId="278"/>
            <ac:picMk id="13" creationId="{E47ABBC9-7AE9-43FD-9407-8A615CD7DFD7}"/>
          </ac:picMkLst>
        </pc:picChg>
        <pc:picChg chg="del mod">
          <ac:chgData name="Nguyen Long" userId="e4e93a65-ca82-41ec-92c8-0e4fdb0a72ae" providerId="ADAL" clId="{8EB380BB-A71A-4CD2-9680-567485BE2474}" dt="2020-11-04T12:57:16.261" v="2021" actId="478"/>
          <ac:picMkLst>
            <pc:docMk/>
            <pc:sldMk cId="2186229819" sldId="278"/>
            <ac:picMk id="1026" creationId="{75534FB2-8A0A-4497-BB07-C3C948A40166}"/>
          </ac:picMkLst>
        </pc:picChg>
        <pc:picChg chg="del mod">
          <ac:chgData name="Nguyen Long" userId="e4e93a65-ca82-41ec-92c8-0e4fdb0a72ae" providerId="ADAL" clId="{8EB380BB-A71A-4CD2-9680-567485BE2474}" dt="2020-11-04T12:59:03.837" v="2025" actId="478"/>
          <ac:picMkLst>
            <pc:docMk/>
            <pc:sldMk cId="2186229819" sldId="278"/>
            <ac:picMk id="2050" creationId="{48EBC37C-F570-48EE-8DF1-913B17F2F8A5}"/>
          </ac:picMkLst>
        </pc:picChg>
      </pc:sldChg>
      <pc:sldChg chg="addSp">
        <pc:chgData name="Nguyen Long" userId="e4e93a65-ca82-41ec-92c8-0e4fdb0a72ae" providerId="ADAL" clId="{8EB380BB-A71A-4CD2-9680-567485BE2474}" dt="2020-11-04T12:52:41.603" v="2012"/>
        <pc:sldMkLst>
          <pc:docMk/>
          <pc:sldMk cId="3037798718" sldId="278"/>
        </pc:sldMkLst>
        <pc:picChg chg="add">
          <ac:chgData name="Nguyen Long" userId="e4e93a65-ca82-41ec-92c8-0e4fdb0a72ae" providerId="ADAL" clId="{8EB380BB-A71A-4CD2-9680-567485BE2474}" dt="2020-11-04T12:52:41.603" v="2012"/>
          <ac:picMkLst>
            <pc:docMk/>
            <pc:sldMk cId="3037798718" sldId="278"/>
            <ac:picMk id="1026" creationId="{75534FB2-8A0A-4497-BB07-C3C948A40166}"/>
          </ac:picMkLst>
        </pc:picChg>
      </pc:sldChg>
      <pc:sldChg chg="addSp">
        <pc:chgData name="Nguyen Long" userId="e4e93a65-ca82-41ec-92c8-0e4fdb0a72ae" providerId="ADAL" clId="{8EB380BB-A71A-4CD2-9680-567485BE2474}" dt="2020-11-04T13:03:41.731" v="2032"/>
        <pc:sldMkLst>
          <pc:docMk/>
          <pc:sldMk cId="4029049634" sldId="278"/>
        </pc:sldMkLst>
        <pc:picChg chg="add">
          <ac:chgData name="Nguyen Long" userId="e4e93a65-ca82-41ec-92c8-0e4fdb0a72ae" providerId="ADAL" clId="{8EB380BB-A71A-4CD2-9680-567485BE2474}" dt="2020-11-04T13:03:41.731" v="2032"/>
          <ac:picMkLst>
            <pc:docMk/>
            <pc:sldMk cId="4029049634" sldId="278"/>
            <ac:picMk id="3074" creationId="{AAFB0CB7-87C1-4C2C-B48F-791926C51CD4}"/>
          </ac:picMkLst>
        </pc:picChg>
      </pc:sldChg>
      <pc:sldChg chg="del">
        <pc:chgData name="Nguyen Long" userId="e4e93a65-ca82-41ec-92c8-0e4fdb0a72ae" providerId="ADAL" clId="{8EB380BB-A71A-4CD2-9680-567485BE2474}" dt="2020-11-04T01:26:55.995" v="97" actId="47"/>
        <pc:sldMkLst>
          <pc:docMk/>
          <pc:sldMk cId="4093686693" sldId="278"/>
        </pc:sldMkLst>
      </pc:sldChg>
      <pc:sldChg chg="addSp delSp modSp add mod addAnim delAnim modAnim">
        <pc:chgData name="Nguyen Long" userId="e4e93a65-ca82-41ec-92c8-0e4fdb0a72ae" providerId="ADAL" clId="{8EB380BB-A71A-4CD2-9680-567485BE2474}" dt="2020-11-05T13:34:26.646" v="2771"/>
        <pc:sldMkLst>
          <pc:docMk/>
          <pc:sldMk cId="3332933918" sldId="279"/>
        </pc:sldMkLst>
        <pc:spChg chg="del">
          <ac:chgData name="Nguyen Long" userId="e4e93a65-ca82-41ec-92c8-0e4fdb0a72ae" providerId="ADAL" clId="{8EB380BB-A71A-4CD2-9680-567485BE2474}" dt="2020-11-04T13:41:49.253" v="2078" actId="478"/>
          <ac:spMkLst>
            <pc:docMk/>
            <pc:sldMk cId="3332933918" sldId="279"/>
            <ac:spMk id="4" creationId="{F19861AE-5C9F-471D-AAA9-5DB1F0ADDB56}"/>
          </ac:spMkLst>
        </pc:spChg>
        <pc:spChg chg="add del mod">
          <ac:chgData name="Nguyen Long" userId="e4e93a65-ca82-41ec-92c8-0e4fdb0a72ae" providerId="ADAL" clId="{8EB380BB-A71A-4CD2-9680-567485BE2474}" dt="2020-11-04T13:43:17.432" v="2101" actId="1076"/>
          <ac:spMkLst>
            <pc:docMk/>
            <pc:sldMk cId="3332933918" sldId="279"/>
            <ac:spMk id="5" creationId="{D9EF2D3F-F6A0-4F29-87E5-F9AB9D846C7D}"/>
          </ac:spMkLst>
        </pc:spChg>
        <pc:spChg chg="add mod">
          <ac:chgData name="Nguyen Long" userId="e4e93a65-ca82-41ec-92c8-0e4fdb0a72ae" providerId="ADAL" clId="{8EB380BB-A71A-4CD2-9680-567485BE2474}" dt="2020-11-05T01:55:04.778" v="2430" actId="207"/>
          <ac:spMkLst>
            <pc:docMk/>
            <pc:sldMk cId="3332933918" sldId="279"/>
            <ac:spMk id="6" creationId="{F86F35E9-7AC0-4367-8568-2A1A05D23C1C}"/>
          </ac:spMkLst>
        </pc:spChg>
        <pc:spChg chg="add del mod">
          <ac:chgData name="Nguyen Long" userId="e4e93a65-ca82-41ec-92c8-0e4fdb0a72ae" providerId="ADAL" clId="{8EB380BB-A71A-4CD2-9680-567485BE2474}" dt="2020-11-04T13:41:51.478" v="2079" actId="478"/>
          <ac:spMkLst>
            <pc:docMk/>
            <pc:sldMk cId="3332933918" sldId="279"/>
            <ac:spMk id="7" creationId="{F74B1649-FF46-4341-BCC5-5B1246B13EDA}"/>
          </ac:spMkLst>
        </pc:spChg>
        <pc:spChg chg="add mod">
          <ac:chgData name="Nguyen Long" userId="e4e93a65-ca82-41ec-92c8-0e4fdb0a72ae" providerId="ADAL" clId="{8EB380BB-A71A-4CD2-9680-567485BE2474}" dt="2020-11-04T14:01:27.228" v="2341" actId="1076"/>
          <ac:spMkLst>
            <pc:docMk/>
            <pc:sldMk cId="3332933918" sldId="279"/>
            <ac:spMk id="10" creationId="{D27401E4-88D1-469D-9884-8DE28337DC4E}"/>
          </ac:spMkLst>
        </pc:spChg>
        <pc:spChg chg="add mod">
          <ac:chgData name="Nguyen Long" userId="e4e93a65-ca82-41ec-92c8-0e4fdb0a72ae" providerId="ADAL" clId="{8EB380BB-A71A-4CD2-9680-567485BE2474}" dt="2020-11-04T14:01:15.971" v="2340" actId="1076"/>
          <ac:spMkLst>
            <pc:docMk/>
            <pc:sldMk cId="3332933918" sldId="279"/>
            <ac:spMk id="13" creationId="{EFD80DDE-029C-42A5-A6C0-3F540F0723A6}"/>
          </ac:spMkLst>
        </pc:spChg>
        <pc:spChg chg="add mod">
          <ac:chgData name="Nguyen Long" userId="e4e93a65-ca82-41ec-92c8-0e4fdb0a72ae" providerId="ADAL" clId="{8EB380BB-A71A-4CD2-9680-567485BE2474}" dt="2020-11-04T13:55:20.453" v="2165" actId="1582"/>
          <ac:spMkLst>
            <pc:docMk/>
            <pc:sldMk cId="3332933918" sldId="279"/>
            <ac:spMk id="17" creationId="{2875FDE9-3E79-4C3A-AC92-FE875138CDED}"/>
          </ac:spMkLst>
        </pc:spChg>
        <pc:spChg chg="add mod">
          <ac:chgData name="Nguyen Long" userId="e4e93a65-ca82-41ec-92c8-0e4fdb0a72ae" providerId="ADAL" clId="{8EB380BB-A71A-4CD2-9680-567485BE2474}" dt="2020-11-05T13:29:45.526" v="2756" actId="20577"/>
          <ac:spMkLst>
            <pc:docMk/>
            <pc:sldMk cId="3332933918" sldId="279"/>
            <ac:spMk id="18" creationId="{60FDC739-69C6-4292-8024-E002FC429A1A}"/>
          </ac:spMkLst>
        </pc:spChg>
        <pc:spChg chg="add mod">
          <ac:chgData name="Nguyen Long" userId="e4e93a65-ca82-41ec-92c8-0e4fdb0a72ae" providerId="ADAL" clId="{8EB380BB-A71A-4CD2-9680-567485BE2474}" dt="2020-11-04T14:02:08.239" v="2363" actId="1036"/>
          <ac:spMkLst>
            <pc:docMk/>
            <pc:sldMk cId="3332933918" sldId="279"/>
            <ac:spMk id="19" creationId="{12A4F484-D716-412D-9D36-0F3654BC25BD}"/>
          </ac:spMkLst>
        </pc:spChg>
        <pc:spChg chg="add mod">
          <ac:chgData name="Nguyen Long" userId="e4e93a65-ca82-41ec-92c8-0e4fdb0a72ae" providerId="ADAL" clId="{8EB380BB-A71A-4CD2-9680-567485BE2474}" dt="2020-11-05T01:54:43.094" v="2427" actId="208"/>
          <ac:spMkLst>
            <pc:docMk/>
            <pc:sldMk cId="3332933918" sldId="279"/>
            <ac:spMk id="23" creationId="{58D881C9-098A-4B6E-A3A2-C11BE574641A}"/>
          </ac:spMkLst>
        </pc:spChg>
        <pc:spChg chg="mod">
          <ac:chgData name="Nguyen Long" userId="e4e93a65-ca82-41ec-92c8-0e4fdb0a72ae" providerId="ADAL" clId="{8EB380BB-A71A-4CD2-9680-567485BE2474}" dt="2020-11-04T13:55:47.635" v="2170"/>
          <ac:spMkLst>
            <pc:docMk/>
            <pc:sldMk cId="3332933918" sldId="279"/>
            <ac:spMk id="28" creationId="{C8B1046C-4048-4130-8FBE-3ACFEA760314}"/>
          </ac:spMkLst>
        </pc:spChg>
        <pc:spChg chg="mod">
          <ac:chgData name="Nguyen Long" userId="e4e93a65-ca82-41ec-92c8-0e4fdb0a72ae" providerId="ADAL" clId="{8EB380BB-A71A-4CD2-9680-567485BE2474}" dt="2020-11-04T14:02:26.814" v="2413" actId="1036"/>
          <ac:spMkLst>
            <pc:docMk/>
            <pc:sldMk cId="3332933918" sldId="279"/>
            <ac:spMk id="29" creationId="{4F798627-BE79-4EE9-88EA-2732599C8C66}"/>
          </ac:spMkLst>
        </pc:spChg>
        <pc:spChg chg="mod">
          <ac:chgData name="Nguyen Long" userId="e4e93a65-ca82-41ec-92c8-0e4fdb0a72ae" providerId="ADAL" clId="{8EB380BB-A71A-4CD2-9680-567485BE2474}" dt="2020-11-05T01:59:05.029" v="2486" actId="14100"/>
          <ac:spMkLst>
            <pc:docMk/>
            <pc:sldMk cId="3332933918" sldId="279"/>
            <ac:spMk id="32" creationId="{FB565980-D5B4-46FE-98CE-C66E0D986A73}"/>
          </ac:spMkLst>
        </pc:spChg>
        <pc:spChg chg="mod">
          <ac:chgData name="Nguyen Long" userId="e4e93a65-ca82-41ec-92c8-0e4fdb0a72ae" providerId="ADAL" clId="{8EB380BB-A71A-4CD2-9680-567485BE2474}" dt="2020-11-05T01:55:56.469" v="2435"/>
          <ac:spMkLst>
            <pc:docMk/>
            <pc:sldMk cId="3332933918" sldId="279"/>
            <ac:spMk id="33" creationId="{819F1E63-9357-4EF3-9BA5-8F9B76FE9532}"/>
          </ac:spMkLst>
        </pc:spChg>
        <pc:grpChg chg="add">
          <ac:chgData name="Nguyen Long" userId="e4e93a65-ca82-41ec-92c8-0e4fdb0a72ae" providerId="ADAL" clId="{8EB380BB-A71A-4CD2-9680-567485BE2474}" dt="2020-11-05T01:55:42.145" v="2433" actId="164"/>
          <ac:grpSpMkLst>
            <pc:docMk/>
            <pc:sldMk cId="3332933918" sldId="279"/>
            <ac:grpSpMk id="14" creationId="{E52BEC03-E84A-4D83-9715-B2ABEDB2DF75}"/>
          </ac:grpSpMkLst>
        </pc:grpChg>
        <pc:grpChg chg="add mod">
          <ac:chgData name="Nguyen Long" userId="e4e93a65-ca82-41ec-92c8-0e4fdb0a72ae" providerId="ADAL" clId="{8EB380BB-A71A-4CD2-9680-567485BE2474}" dt="2020-11-04T13:56:15.560" v="2177" actId="1037"/>
          <ac:grpSpMkLst>
            <pc:docMk/>
            <pc:sldMk cId="3332933918" sldId="279"/>
            <ac:grpSpMk id="16" creationId="{B52E1D8B-E041-4F98-B39E-C93163AEB59D}"/>
          </ac:grpSpMkLst>
        </pc:grpChg>
        <pc:grpChg chg="add mod">
          <ac:chgData name="Nguyen Long" userId="e4e93a65-ca82-41ec-92c8-0e4fdb0a72ae" providerId="ADAL" clId="{8EB380BB-A71A-4CD2-9680-567485BE2474}" dt="2020-11-04T14:02:01.215" v="2346" actId="1076"/>
          <ac:grpSpMkLst>
            <pc:docMk/>
            <pc:sldMk cId="3332933918" sldId="279"/>
            <ac:grpSpMk id="22" creationId="{03EB2538-4A2B-4029-9E26-3C6CAD4D5224}"/>
          </ac:grpSpMkLst>
        </pc:grpChg>
        <pc:grpChg chg="add mod">
          <ac:chgData name="Nguyen Long" userId="e4e93a65-ca82-41ec-92c8-0e4fdb0a72ae" providerId="ADAL" clId="{8EB380BB-A71A-4CD2-9680-567485BE2474}" dt="2020-11-04T14:02:18.624" v="2397" actId="1035"/>
          <ac:grpSpMkLst>
            <pc:docMk/>
            <pc:sldMk cId="3332933918" sldId="279"/>
            <ac:grpSpMk id="27" creationId="{0F1C1886-8F15-4A2F-9A55-89F84948571C}"/>
          </ac:grpSpMkLst>
        </pc:grpChg>
        <pc:grpChg chg="add mod">
          <ac:chgData name="Nguyen Long" userId="e4e93a65-ca82-41ec-92c8-0e4fdb0a72ae" providerId="ADAL" clId="{8EB380BB-A71A-4CD2-9680-567485BE2474}" dt="2020-11-05T01:56:29.918" v="2441" actId="1037"/>
          <ac:grpSpMkLst>
            <pc:docMk/>
            <pc:sldMk cId="3332933918" sldId="279"/>
            <ac:grpSpMk id="31" creationId="{59F9BEA8-2BB9-4219-B70B-C1121C30FF12}"/>
          </ac:grpSpMkLst>
        </pc:grpChg>
        <pc:picChg chg="add del mod">
          <ac:chgData name="Nguyen Long" userId="e4e93a65-ca82-41ec-92c8-0e4fdb0a72ae" providerId="ADAL" clId="{8EB380BB-A71A-4CD2-9680-567485BE2474}" dt="2020-11-05T13:33:53.960" v="2757" actId="478"/>
          <ac:picMkLst>
            <pc:docMk/>
            <pc:sldMk cId="3332933918" sldId="279"/>
            <ac:picMk id="9" creationId="{1464300C-DB1E-49D2-B47E-D00AE6C72593}"/>
          </ac:picMkLst>
        </pc:picChg>
        <pc:picChg chg="add mod ord">
          <ac:chgData name="Nguyen Long" userId="e4e93a65-ca82-41ec-92c8-0e4fdb0a72ae" providerId="ADAL" clId="{8EB380BB-A71A-4CD2-9680-567485BE2474}" dt="2020-11-05T13:34:07.037" v="2761" actId="1076"/>
          <ac:picMkLst>
            <pc:docMk/>
            <pc:sldMk cId="3332933918" sldId="279"/>
            <ac:picMk id="24" creationId="{516DB91C-428E-4001-B785-314DF86DE37E}"/>
          </ac:picMkLst>
        </pc:picChg>
        <pc:picChg chg="add mod">
          <ac:chgData name="Nguyen Long" userId="e4e93a65-ca82-41ec-92c8-0e4fdb0a72ae" providerId="ADAL" clId="{8EB380BB-A71A-4CD2-9680-567485BE2474}" dt="2020-11-04T14:01:01.242" v="2335" actId="1076"/>
          <ac:picMkLst>
            <pc:docMk/>
            <pc:sldMk cId="3332933918" sldId="279"/>
            <ac:picMk id="34" creationId="{E4C561CD-D57E-48EE-BFE7-BDBADA8DA58F}"/>
          </ac:picMkLst>
        </pc:picChg>
        <pc:picChg chg="add mod">
          <ac:chgData name="Nguyen Long" userId="e4e93a65-ca82-41ec-92c8-0e4fdb0a72ae" providerId="ADAL" clId="{8EB380BB-A71A-4CD2-9680-567485BE2474}" dt="2020-11-04T14:01:07.664" v="2338" actId="1076"/>
          <ac:picMkLst>
            <pc:docMk/>
            <pc:sldMk cId="3332933918" sldId="279"/>
            <ac:picMk id="36" creationId="{3381E66B-2872-4EF0-BD27-0006CED2645D}"/>
          </ac:picMkLst>
        </pc:picChg>
        <pc:picChg chg="add mod">
          <ac:chgData name="Nguyen Long" userId="e4e93a65-ca82-41ec-92c8-0e4fdb0a72ae" providerId="ADAL" clId="{8EB380BB-A71A-4CD2-9680-567485BE2474}" dt="2020-11-04T14:01:09.955" v="2339" actId="1076"/>
          <ac:picMkLst>
            <pc:docMk/>
            <pc:sldMk cId="3332933918" sldId="279"/>
            <ac:picMk id="38" creationId="{C70CA910-1EEE-4E02-987F-E7C632B9D62E}"/>
          </ac:picMkLst>
        </pc:picChg>
        <pc:cxnChg chg="add mod">
          <ac:chgData name="Nguyen Long" userId="e4e93a65-ca82-41ec-92c8-0e4fdb0a72ae" providerId="ADAL" clId="{8EB380BB-A71A-4CD2-9680-567485BE2474}" dt="2020-11-05T01:55:25.649" v="2432" actId="14100"/>
          <ac:cxnSpMkLst>
            <pc:docMk/>
            <pc:sldMk cId="3332933918" sldId="279"/>
            <ac:cxnSpMk id="8" creationId="{6FE13E02-E5FF-4771-879C-438502746320}"/>
          </ac:cxnSpMkLst>
        </pc:cxnChg>
        <pc:cxnChg chg="add mod">
          <ac:chgData name="Nguyen Long" userId="e4e93a65-ca82-41ec-92c8-0e4fdb0a72ae" providerId="ADAL" clId="{8EB380BB-A71A-4CD2-9680-567485BE2474}" dt="2020-11-04T14:01:27.228" v="2341" actId="1076"/>
          <ac:cxnSpMkLst>
            <pc:docMk/>
            <pc:sldMk cId="3332933918" sldId="279"/>
            <ac:cxnSpMk id="12" creationId="{D897AE82-B1FC-43C8-B10B-C04C1E3BCC47}"/>
          </ac:cxnSpMkLst>
        </pc:cxnChg>
        <pc:cxnChg chg="add mod">
          <ac:chgData name="Nguyen Long" userId="e4e93a65-ca82-41ec-92c8-0e4fdb0a72ae" providerId="ADAL" clId="{8EB380BB-A71A-4CD2-9680-567485BE2474}" dt="2020-11-04T14:02:08.239" v="2363" actId="1036"/>
          <ac:cxnSpMkLst>
            <pc:docMk/>
            <pc:sldMk cId="3332933918" sldId="279"/>
            <ac:cxnSpMk id="21" creationId="{CF4A7CC4-0538-4729-9BA6-64FBFD1F00F4}"/>
          </ac:cxnSpMkLst>
        </pc:cxnChg>
        <pc:cxnChg chg="mod">
          <ac:chgData name="Nguyen Long" userId="e4e93a65-ca82-41ec-92c8-0e4fdb0a72ae" providerId="ADAL" clId="{8EB380BB-A71A-4CD2-9680-567485BE2474}" dt="2020-11-04T14:02:26.814" v="2413" actId="1036"/>
          <ac:cxnSpMkLst>
            <pc:docMk/>
            <pc:sldMk cId="3332933918" sldId="279"/>
            <ac:cxnSpMk id="30" creationId="{DBD65FBC-1935-4E46-BE58-D8161240F538}"/>
          </ac:cxnSpMkLst>
        </pc:cxnChg>
        <pc:cxnChg chg="mod">
          <ac:chgData name="Nguyen Long" userId="e4e93a65-ca82-41ec-92c8-0e4fdb0a72ae" providerId="ADAL" clId="{8EB380BB-A71A-4CD2-9680-567485BE2474}" dt="2020-11-05T01:59:05.029" v="2486" actId="14100"/>
          <ac:cxnSpMkLst>
            <pc:docMk/>
            <pc:sldMk cId="3332933918" sldId="279"/>
            <ac:cxnSpMk id="35" creationId="{EE5C8C6A-4039-493D-BF2F-FA0CC0133910}"/>
          </ac:cxnSpMkLst>
        </pc:cxnChg>
      </pc:sldChg>
      <pc:sldChg chg="addSp delSp modSp add mod delAnim modAnim">
        <pc:chgData name="Nguyen Long" userId="e4e93a65-ca82-41ec-92c8-0e4fdb0a72ae" providerId="ADAL" clId="{8EB380BB-A71A-4CD2-9680-567485BE2474}" dt="2020-11-05T13:25:08.013" v="2743"/>
        <pc:sldMkLst>
          <pc:docMk/>
          <pc:sldMk cId="3073257754" sldId="280"/>
        </pc:sldMkLst>
        <pc:spChg chg="mod">
          <ac:chgData name="Nguyen Long" userId="e4e93a65-ca82-41ec-92c8-0e4fdb0a72ae" providerId="ADAL" clId="{8EB380BB-A71A-4CD2-9680-567485BE2474}" dt="2020-11-04T10:33:39.134" v="1624"/>
          <ac:spMkLst>
            <pc:docMk/>
            <pc:sldMk cId="3073257754" sldId="280"/>
            <ac:spMk id="6" creationId="{8A8CFAEC-A371-4C1F-9355-A0EB5F7E6AB0}"/>
          </ac:spMkLst>
        </pc:spChg>
        <pc:spChg chg="add mod">
          <ac:chgData name="Nguyen Long" userId="e4e93a65-ca82-41ec-92c8-0e4fdb0a72ae" providerId="ADAL" clId="{8EB380BB-A71A-4CD2-9680-567485BE2474}" dt="2020-11-05T13:24:48.979" v="2740" actId="571"/>
          <ac:spMkLst>
            <pc:docMk/>
            <pc:sldMk cId="3073257754" sldId="280"/>
            <ac:spMk id="10" creationId="{E0462CFF-A84B-430A-B737-72BC5BE81127}"/>
          </ac:spMkLst>
        </pc:spChg>
        <pc:spChg chg="del">
          <ac:chgData name="Nguyen Long" userId="e4e93a65-ca82-41ec-92c8-0e4fdb0a72ae" providerId="ADAL" clId="{8EB380BB-A71A-4CD2-9680-567485BE2474}" dt="2020-11-04T10:33:30.109" v="1623" actId="478"/>
          <ac:spMkLst>
            <pc:docMk/>
            <pc:sldMk cId="3073257754" sldId="280"/>
            <ac:spMk id="15" creationId="{63FE378E-44EC-4925-A13D-7DD215D240E8}"/>
          </ac:spMkLst>
        </pc:spChg>
        <pc:spChg chg="add del mod">
          <ac:chgData name="Nguyen Long" userId="e4e93a65-ca82-41ec-92c8-0e4fdb0a72ae" providerId="ADAL" clId="{8EB380BB-A71A-4CD2-9680-567485BE2474}" dt="2020-11-04T10:33:25.538" v="1622" actId="478"/>
          <ac:spMkLst>
            <pc:docMk/>
            <pc:sldMk cId="3073257754" sldId="280"/>
            <ac:spMk id="18" creationId="{4491E0E9-BDA2-446D-A2FD-36F7F80BFBEC}"/>
          </ac:spMkLst>
        </pc:spChg>
        <pc:spChg chg="add mod">
          <ac:chgData name="Nguyen Long" userId="e4e93a65-ca82-41ec-92c8-0e4fdb0a72ae" providerId="ADAL" clId="{8EB380BB-A71A-4CD2-9680-567485BE2474}" dt="2020-11-04T10:42:16.118" v="1677" actId="208"/>
          <ac:spMkLst>
            <pc:docMk/>
            <pc:sldMk cId="3073257754" sldId="280"/>
            <ac:spMk id="26" creationId="{B202A982-25BF-41F8-9695-07A37195C9FA}"/>
          </ac:spMkLst>
        </pc:spChg>
        <pc:spChg chg="add mod">
          <ac:chgData name="Nguyen Long" userId="e4e93a65-ca82-41ec-92c8-0e4fdb0a72ae" providerId="ADAL" clId="{8EB380BB-A71A-4CD2-9680-567485BE2474}" dt="2020-11-05T01:49:00.151" v="2417" actId="13926"/>
          <ac:spMkLst>
            <pc:docMk/>
            <pc:sldMk cId="3073257754" sldId="280"/>
            <ac:spMk id="28" creationId="{C1606471-B73C-4F2A-B174-3451E8C25DFB}"/>
          </ac:spMkLst>
        </pc:spChg>
        <pc:picChg chg="add mod">
          <ac:chgData name="Nguyen Long" userId="e4e93a65-ca82-41ec-92c8-0e4fdb0a72ae" providerId="ADAL" clId="{8EB380BB-A71A-4CD2-9680-567485BE2474}" dt="2020-11-04T10:38:26.766" v="1627" actId="1076"/>
          <ac:picMkLst>
            <pc:docMk/>
            <pc:sldMk cId="3073257754" sldId="280"/>
            <ac:picMk id="5" creationId="{AD73C52E-F638-4B91-889C-4F360779B135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7" creationId="{6D8E7B48-9871-48B4-8637-A00FBEF10E23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8" creationId="{31AE6CF9-A270-4D07-9B51-06E838B929F6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10" creationId="{9DAA1E4C-D4FA-4D38-811C-932BD69ABC29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11" creationId="{88EF58AC-7200-448B-A28E-84560BDD5465}"/>
          </ac:picMkLst>
        </pc:picChg>
        <pc:picChg chg="del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2" creationId="{BD351B1D-4A37-4324-A520-6E1EAF56751E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3" creationId="{623CEE7C-7408-47AA-96AB-FCB3337DB98B}"/>
          </ac:picMkLst>
        </pc:picChg>
        <pc:picChg chg="del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4" creationId="{00603D1B-B09C-4AE6-BA92-F1518DA3A69F}"/>
          </ac:picMkLst>
        </pc:picChg>
        <pc:picChg chg="del">
          <ac:chgData name="Nguyen Long" userId="e4e93a65-ca82-41ec-92c8-0e4fdb0a72ae" providerId="ADAL" clId="{8EB380BB-A71A-4CD2-9680-567485BE2474}" dt="2020-11-04T10:33:30.109" v="1623" actId="478"/>
          <ac:picMkLst>
            <pc:docMk/>
            <pc:sldMk cId="3073257754" sldId="280"/>
            <ac:picMk id="16" creationId="{8A7E50EB-8AC5-4CB3-AFE0-E0C2686D9B2C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7" creationId="{B7318BE4-A8F5-472D-9C74-9F0B56C75CB8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19" creationId="{FAD2ED99-6A2C-41BF-8191-D215F63EC30C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20" creationId="{55CCC304-820E-4098-9FD5-921CF48D91F5}"/>
          </ac:picMkLst>
        </pc:picChg>
        <pc:picChg chg="add del mod">
          <ac:chgData name="Nguyen Long" userId="e4e93a65-ca82-41ec-92c8-0e4fdb0a72ae" providerId="ADAL" clId="{8EB380BB-A71A-4CD2-9680-567485BE2474}" dt="2020-11-04T10:33:25.538" v="1622" actId="478"/>
          <ac:picMkLst>
            <pc:docMk/>
            <pc:sldMk cId="3073257754" sldId="280"/>
            <ac:picMk id="21" creationId="{351050D6-B62A-434D-A146-3E23AA976EC5}"/>
          </ac:picMkLst>
        </pc:picChg>
        <pc:picChg chg="add mod">
          <ac:chgData name="Nguyen Long" userId="e4e93a65-ca82-41ec-92c8-0e4fdb0a72ae" providerId="ADAL" clId="{8EB380BB-A71A-4CD2-9680-567485BE2474}" dt="2020-11-04T10:41:59.239" v="1671" actId="1076"/>
          <ac:picMkLst>
            <pc:docMk/>
            <pc:sldMk cId="3073257754" sldId="280"/>
            <ac:picMk id="22" creationId="{4AFA372D-BC01-4FA9-9752-B73BDAB4D52D}"/>
          </ac:picMkLst>
        </pc:picChg>
        <pc:picChg chg="add mod">
          <ac:chgData name="Nguyen Long" userId="e4e93a65-ca82-41ec-92c8-0e4fdb0a72ae" providerId="ADAL" clId="{8EB380BB-A71A-4CD2-9680-567485BE2474}" dt="2020-11-04T10:41:54.112" v="1670" actId="1076"/>
          <ac:picMkLst>
            <pc:docMk/>
            <pc:sldMk cId="3073257754" sldId="280"/>
            <ac:picMk id="24" creationId="{A558A96E-D557-4C8E-85C1-5BD9BCC15C4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4T10:52:59.613" v="1737"/>
        <pc:sldMkLst>
          <pc:docMk/>
          <pc:sldMk cId="3332724377" sldId="281"/>
        </pc:sldMkLst>
        <pc:spChg chg="mod">
          <ac:chgData name="Nguyen Long" userId="e4e93a65-ca82-41ec-92c8-0e4fdb0a72ae" providerId="ADAL" clId="{8EB380BB-A71A-4CD2-9680-567485BE2474}" dt="2020-11-04T10:45:44.623" v="1710"/>
          <ac:spMkLst>
            <pc:docMk/>
            <pc:sldMk cId="3332724377" sldId="281"/>
            <ac:spMk id="6" creationId="{8A8CFAEC-A371-4C1F-9355-A0EB5F7E6AB0}"/>
          </ac:spMkLst>
        </pc:spChg>
        <pc:spChg chg="del">
          <ac:chgData name="Nguyen Long" userId="e4e93a65-ca82-41ec-92c8-0e4fdb0a72ae" providerId="ADAL" clId="{8EB380BB-A71A-4CD2-9680-567485BE2474}" dt="2020-11-04T10:45:33.958" v="1709" actId="478"/>
          <ac:spMkLst>
            <pc:docMk/>
            <pc:sldMk cId="3332724377" sldId="281"/>
            <ac:spMk id="26" creationId="{B202A982-25BF-41F8-9695-07A37195C9FA}"/>
          </ac:spMkLst>
        </pc:spChg>
        <pc:spChg chg="del">
          <ac:chgData name="Nguyen Long" userId="e4e93a65-ca82-41ec-92c8-0e4fdb0a72ae" providerId="ADAL" clId="{8EB380BB-A71A-4CD2-9680-567485BE2474}" dt="2020-11-04T10:45:33.958" v="1709" actId="478"/>
          <ac:spMkLst>
            <pc:docMk/>
            <pc:sldMk cId="3332724377" sldId="281"/>
            <ac:spMk id="28" creationId="{C1606471-B73C-4F2A-B174-3451E8C25DFB}"/>
          </ac:spMkLst>
        </pc:spChg>
        <pc:picChg chg="del">
          <ac:chgData name="Nguyen Long" userId="e4e93a65-ca82-41ec-92c8-0e4fdb0a72ae" providerId="ADAL" clId="{8EB380BB-A71A-4CD2-9680-567485BE2474}" dt="2020-11-04T10:45:33.958" v="1709" actId="478"/>
          <ac:picMkLst>
            <pc:docMk/>
            <pc:sldMk cId="3332724377" sldId="281"/>
            <ac:picMk id="5" creationId="{AD73C52E-F638-4B91-889C-4F360779B135}"/>
          </ac:picMkLst>
        </pc:picChg>
        <pc:picChg chg="add mod">
          <ac:chgData name="Nguyen Long" userId="e4e93a65-ca82-41ec-92c8-0e4fdb0a72ae" providerId="ADAL" clId="{8EB380BB-A71A-4CD2-9680-567485BE2474}" dt="2020-11-04T10:52:29.405" v="1730" actId="1076"/>
          <ac:picMkLst>
            <pc:docMk/>
            <pc:sldMk cId="3332724377" sldId="281"/>
            <ac:picMk id="7" creationId="{9751F1FC-79C6-4194-8E63-051222FE1CFD}"/>
          </ac:picMkLst>
        </pc:picChg>
        <pc:picChg chg="add mod">
          <ac:chgData name="Nguyen Long" userId="e4e93a65-ca82-41ec-92c8-0e4fdb0a72ae" providerId="ADAL" clId="{8EB380BB-A71A-4CD2-9680-567485BE2474}" dt="2020-11-04T10:52:31.919" v="1731" actId="1076"/>
          <ac:picMkLst>
            <pc:docMk/>
            <pc:sldMk cId="3332724377" sldId="281"/>
            <ac:picMk id="9" creationId="{B38B4BAE-0C06-4E1D-87CC-4A6E577DD698}"/>
          </ac:picMkLst>
        </pc:picChg>
        <pc:picChg chg="add mod">
          <ac:chgData name="Nguyen Long" userId="e4e93a65-ca82-41ec-92c8-0e4fdb0a72ae" providerId="ADAL" clId="{8EB380BB-A71A-4CD2-9680-567485BE2474}" dt="2020-11-04T10:52:33.937" v="1732" actId="1076"/>
          <ac:picMkLst>
            <pc:docMk/>
            <pc:sldMk cId="3332724377" sldId="281"/>
            <ac:picMk id="11" creationId="{A75D9148-FE73-4F02-9F19-6F985468B875}"/>
          </ac:picMkLst>
        </pc:picChg>
        <pc:picChg chg="add mod">
          <ac:chgData name="Nguyen Long" userId="e4e93a65-ca82-41ec-92c8-0e4fdb0a72ae" providerId="ADAL" clId="{8EB380BB-A71A-4CD2-9680-567485BE2474}" dt="2020-11-04T10:52:37.734" v="1733" actId="1076"/>
          <ac:picMkLst>
            <pc:docMk/>
            <pc:sldMk cId="3332724377" sldId="281"/>
            <ac:picMk id="13" creationId="{D9FE7C0B-5358-40A3-81B6-08F5186AC2EA}"/>
          </ac:picMkLst>
        </pc:picChg>
        <pc:picChg chg="del">
          <ac:chgData name="Nguyen Long" userId="e4e93a65-ca82-41ec-92c8-0e4fdb0a72ae" providerId="ADAL" clId="{8EB380BB-A71A-4CD2-9680-567485BE2474}" dt="2020-11-04T10:45:33.958" v="1709" actId="478"/>
          <ac:picMkLst>
            <pc:docMk/>
            <pc:sldMk cId="3332724377" sldId="281"/>
            <ac:picMk id="22" creationId="{4AFA372D-BC01-4FA9-9752-B73BDAB4D52D}"/>
          </ac:picMkLst>
        </pc:picChg>
        <pc:picChg chg="del">
          <ac:chgData name="Nguyen Long" userId="e4e93a65-ca82-41ec-92c8-0e4fdb0a72ae" providerId="ADAL" clId="{8EB380BB-A71A-4CD2-9680-567485BE2474}" dt="2020-11-04T10:45:33.958" v="1709" actId="478"/>
          <ac:picMkLst>
            <pc:docMk/>
            <pc:sldMk cId="3332724377" sldId="281"/>
            <ac:picMk id="24" creationId="{A558A96E-D557-4C8E-85C1-5BD9BCC15C4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5T10:51:53.943" v="2602"/>
        <pc:sldMkLst>
          <pc:docMk/>
          <pc:sldMk cId="2260784886" sldId="282"/>
        </pc:sldMkLst>
        <pc:spChg chg="del">
          <ac:chgData name="Nguyen Long" userId="e4e93a65-ca82-41ec-92c8-0e4fdb0a72ae" providerId="ADAL" clId="{8EB380BB-A71A-4CD2-9680-567485BE2474}" dt="2020-11-05T08:29:28.922" v="2502" actId="478"/>
          <ac:spMkLst>
            <pc:docMk/>
            <pc:sldMk cId="2260784886" sldId="282"/>
            <ac:spMk id="4" creationId="{F19861AE-5C9F-471D-AAA9-5DB1F0ADDB56}"/>
          </ac:spMkLst>
        </pc:spChg>
        <pc:spChg chg="mod">
          <ac:chgData name="Nguyen Long" userId="e4e93a65-ca82-41ec-92c8-0e4fdb0a72ae" providerId="ADAL" clId="{8EB380BB-A71A-4CD2-9680-567485BE2474}" dt="2020-11-05T08:30:01.095" v="2515" actId="1076"/>
          <ac:spMkLst>
            <pc:docMk/>
            <pc:sldMk cId="2260784886" sldId="282"/>
            <ac:spMk id="5" creationId="{B3E0BB80-40D0-4B4B-A839-B624B3F1633B}"/>
          </ac:spMkLst>
        </pc:spChg>
        <pc:spChg chg="add del mod">
          <ac:chgData name="Nguyen Long" userId="e4e93a65-ca82-41ec-92c8-0e4fdb0a72ae" providerId="ADAL" clId="{8EB380BB-A71A-4CD2-9680-567485BE2474}" dt="2020-11-05T08:29:32.277" v="2503" actId="478"/>
          <ac:spMkLst>
            <pc:docMk/>
            <pc:sldMk cId="2260784886" sldId="282"/>
            <ac:spMk id="7" creationId="{93981D98-CBC4-4969-B9DC-9BDDDCF7B69F}"/>
          </ac:spMkLst>
        </pc:spChg>
        <pc:picChg chg="del">
          <ac:chgData name="Nguyen Long" userId="e4e93a65-ca82-41ec-92c8-0e4fdb0a72ae" providerId="ADAL" clId="{8EB380BB-A71A-4CD2-9680-567485BE2474}" dt="2020-11-05T08:29:28.922" v="2502" actId="478"/>
          <ac:picMkLst>
            <pc:docMk/>
            <pc:sldMk cId="2260784886" sldId="282"/>
            <ac:picMk id="9" creationId="{B8EBCEEC-0C74-45FA-A10A-62F9B8FCAF7E}"/>
          </ac:picMkLst>
        </pc:picChg>
        <pc:picChg chg="del">
          <ac:chgData name="Nguyen Long" userId="e4e93a65-ca82-41ec-92c8-0e4fdb0a72ae" providerId="ADAL" clId="{8EB380BB-A71A-4CD2-9680-567485BE2474}" dt="2020-11-05T08:29:28.922" v="2502" actId="478"/>
          <ac:picMkLst>
            <pc:docMk/>
            <pc:sldMk cId="2260784886" sldId="282"/>
            <ac:picMk id="10" creationId="{19AFC9E1-0331-4643-B4BA-49BC727D5FDE}"/>
          </ac:picMkLst>
        </pc:picChg>
        <pc:picChg chg="del">
          <ac:chgData name="Nguyen Long" userId="e4e93a65-ca82-41ec-92c8-0e4fdb0a72ae" providerId="ADAL" clId="{8EB380BB-A71A-4CD2-9680-567485BE2474}" dt="2020-11-05T08:29:35.271" v="2504" actId="478"/>
          <ac:picMkLst>
            <pc:docMk/>
            <pc:sldMk cId="2260784886" sldId="282"/>
            <ac:picMk id="11" creationId="{9F4EA0AE-3DB5-43D5-B853-B939CAE0AF7A}"/>
          </ac:picMkLst>
        </pc:picChg>
        <pc:picChg chg="add mod">
          <ac:chgData name="Nguyen Long" userId="e4e93a65-ca82-41ec-92c8-0e4fdb0a72ae" providerId="ADAL" clId="{8EB380BB-A71A-4CD2-9680-567485BE2474}" dt="2020-11-05T08:31:52.842" v="2520" actId="1076"/>
          <ac:picMkLst>
            <pc:docMk/>
            <pc:sldMk cId="2260784886" sldId="282"/>
            <ac:picMk id="12" creationId="{56D3765A-509D-4968-88E7-1C8F4D9BDB26}"/>
          </ac:picMkLst>
        </pc:picChg>
        <pc:picChg chg="del">
          <ac:chgData name="Nguyen Long" userId="e4e93a65-ca82-41ec-92c8-0e4fdb0a72ae" providerId="ADAL" clId="{8EB380BB-A71A-4CD2-9680-567485BE2474}" dt="2020-11-05T08:29:35.271" v="2504" actId="478"/>
          <ac:picMkLst>
            <pc:docMk/>
            <pc:sldMk cId="2260784886" sldId="282"/>
            <ac:picMk id="13" creationId="{E47ABBC9-7AE9-43FD-9407-8A615CD7DFD7}"/>
          </ac:picMkLst>
        </pc:picChg>
        <pc:picChg chg="add mod">
          <ac:chgData name="Nguyen Long" userId="e4e93a65-ca82-41ec-92c8-0e4fdb0a72ae" providerId="ADAL" clId="{8EB380BB-A71A-4CD2-9680-567485BE2474}" dt="2020-11-05T08:34:45.466" v="2528" actId="1076"/>
          <ac:picMkLst>
            <pc:docMk/>
            <pc:sldMk cId="2260784886" sldId="282"/>
            <ac:picMk id="15" creationId="{19AE71A4-8261-4398-8754-0BB1EC5DCE02}"/>
          </ac:picMkLst>
        </pc:picChg>
        <pc:picChg chg="add mod">
          <ac:chgData name="Nguyen Long" userId="e4e93a65-ca82-41ec-92c8-0e4fdb0a72ae" providerId="ADAL" clId="{8EB380BB-A71A-4CD2-9680-567485BE2474}" dt="2020-11-05T08:34:25.219" v="2525" actId="1076"/>
          <ac:picMkLst>
            <pc:docMk/>
            <pc:sldMk cId="2260784886" sldId="282"/>
            <ac:picMk id="17" creationId="{30DCCD4B-8F7C-48AF-B463-18C148233060}"/>
          </ac:picMkLst>
        </pc:picChg>
        <pc:picChg chg="add mod">
          <ac:chgData name="Nguyen Long" userId="e4e93a65-ca82-41ec-92c8-0e4fdb0a72ae" providerId="ADAL" clId="{8EB380BB-A71A-4CD2-9680-567485BE2474}" dt="2020-11-05T08:34:42.719" v="2527" actId="1076"/>
          <ac:picMkLst>
            <pc:docMk/>
            <pc:sldMk cId="2260784886" sldId="282"/>
            <ac:picMk id="19" creationId="{9E7B836D-5C70-43AF-866B-323F3E302B0E}"/>
          </ac:picMkLst>
        </pc:picChg>
      </pc:sldChg>
      <pc:sldChg chg="addSp delSp modSp new mod">
        <pc:chgData name="Nguyen Long" userId="e4e93a65-ca82-41ec-92c8-0e4fdb0a72ae" providerId="ADAL" clId="{8EB380BB-A71A-4CD2-9680-567485BE2474}" dt="2020-11-05T13:44:35.245" v="2818" actId="1076"/>
        <pc:sldMkLst>
          <pc:docMk/>
          <pc:sldMk cId="53562070" sldId="283"/>
        </pc:sldMkLst>
        <pc:spChg chg="del">
          <ac:chgData name="Nguyen Long" userId="e4e93a65-ca82-41ec-92c8-0e4fdb0a72ae" providerId="ADAL" clId="{8EB380BB-A71A-4CD2-9680-567485BE2474}" dt="2020-11-05T13:38:31.280" v="2785" actId="478"/>
          <ac:spMkLst>
            <pc:docMk/>
            <pc:sldMk cId="53562070" sldId="283"/>
            <ac:spMk id="2" creationId="{4F6C4B82-C33B-4444-9E17-FC644EF51A18}"/>
          </ac:spMkLst>
        </pc:spChg>
        <pc:spChg chg="mod">
          <ac:chgData name="Nguyen Long" userId="e4e93a65-ca82-41ec-92c8-0e4fdb0a72ae" providerId="ADAL" clId="{8EB380BB-A71A-4CD2-9680-567485BE2474}" dt="2020-11-05T13:37:57.434" v="2783" actId="2711"/>
          <ac:spMkLst>
            <pc:docMk/>
            <pc:sldMk cId="53562070" sldId="283"/>
            <ac:spMk id="3" creationId="{2F276D3C-FBC1-4640-A48A-4EB4BC264211}"/>
          </ac:spMkLst>
        </pc:spChg>
        <pc:spChg chg="mod">
          <ac:chgData name="Nguyen Long" userId="e4e93a65-ca82-41ec-92c8-0e4fdb0a72ae" providerId="ADAL" clId="{8EB380BB-A71A-4CD2-9680-567485BE2474}" dt="2020-11-05T13:38:27.054" v="2784"/>
          <ac:spMkLst>
            <pc:docMk/>
            <pc:sldMk cId="53562070" sldId="283"/>
            <ac:spMk id="4" creationId="{AD384748-BAF8-48D5-AA31-190A779D34B8}"/>
          </ac:spMkLst>
        </pc:spChg>
        <pc:spChg chg="add mod">
          <ac:chgData name="Nguyen Long" userId="e4e93a65-ca82-41ec-92c8-0e4fdb0a72ae" providerId="ADAL" clId="{8EB380BB-A71A-4CD2-9680-567485BE2474}" dt="2020-11-05T13:42:51.003" v="2814" actId="20577"/>
          <ac:spMkLst>
            <pc:docMk/>
            <pc:sldMk cId="53562070" sldId="283"/>
            <ac:spMk id="9" creationId="{9762CA6D-053C-4B33-B19A-56487B414AD6}"/>
          </ac:spMkLst>
        </pc:spChg>
        <pc:picChg chg="add mod">
          <ac:chgData name="Nguyen Long" userId="e4e93a65-ca82-41ec-92c8-0e4fdb0a72ae" providerId="ADAL" clId="{8EB380BB-A71A-4CD2-9680-567485BE2474}" dt="2020-11-05T13:40:40.850" v="2796" actId="1076"/>
          <ac:picMkLst>
            <pc:docMk/>
            <pc:sldMk cId="53562070" sldId="283"/>
            <ac:picMk id="7" creationId="{6C18AE9B-2D62-492F-AF43-D359B67CCDDC}"/>
          </ac:picMkLst>
        </pc:picChg>
        <pc:picChg chg="add mod">
          <ac:chgData name="Nguyen Long" userId="e4e93a65-ca82-41ec-92c8-0e4fdb0a72ae" providerId="ADAL" clId="{8EB380BB-A71A-4CD2-9680-567485BE2474}" dt="2020-11-05T13:42:01.497" v="2798" actId="1076"/>
          <ac:picMkLst>
            <pc:docMk/>
            <pc:sldMk cId="53562070" sldId="283"/>
            <ac:picMk id="11" creationId="{9A5228FC-5581-423E-8B6C-ABA9D3C66120}"/>
          </ac:picMkLst>
        </pc:picChg>
        <pc:picChg chg="add mod">
          <ac:chgData name="Nguyen Long" userId="e4e93a65-ca82-41ec-92c8-0e4fdb0a72ae" providerId="ADAL" clId="{8EB380BB-A71A-4CD2-9680-567485BE2474}" dt="2020-11-05T13:44:24.256" v="2816" actId="1076"/>
          <ac:picMkLst>
            <pc:docMk/>
            <pc:sldMk cId="53562070" sldId="283"/>
            <ac:picMk id="13" creationId="{52187403-7338-4BD3-B4B5-AC9B9A8EF52D}"/>
          </ac:picMkLst>
        </pc:picChg>
        <pc:picChg chg="add mod">
          <ac:chgData name="Nguyen Long" userId="e4e93a65-ca82-41ec-92c8-0e4fdb0a72ae" providerId="ADAL" clId="{8EB380BB-A71A-4CD2-9680-567485BE2474}" dt="2020-11-05T13:44:35.245" v="2818" actId="1076"/>
          <ac:picMkLst>
            <pc:docMk/>
            <pc:sldMk cId="53562070" sldId="283"/>
            <ac:picMk id="15" creationId="{2BF2D0A0-F739-4F01-A11A-62FF9D4E0131}"/>
          </ac:picMkLst>
        </pc:picChg>
      </pc:sldChg>
      <pc:sldChg chg="addSp delSp modSp new mod">
        <pc:chgData name="Nguyen Long" userId="e4e93a65-ca82-41ec-92c8-0e4fdb0a72ae" providerId="ADAL" clId="{8EB380BB-A71A-4CD2-9680-567485BE2474}" dt="2020-11-05T13:49:46.029" v="2830"/>
        <pc:sldMkLst>
          <pc:docMk/>
          <pc:sldMk cId="214700006" sldId="284"/>
        </pc:sldMkLst>
        <pc:spChg chg="del">
          <ac:chgData name="Nguyen Long" userId="e4e93a65-ca82-41ec-92c8-0e4fdb0a72ae" providerId="ADAL" clId="{8EB380BB-A71A-4CD2-9680-567485BE2474}" dt="2020-11-05T13:49:19.566" v="2821" actId="478"/>
          <ac:spMkLst>
            <pc:docMk/>
            <pc:sldMk cId="214700006" sldId="284"/>
            <ac:spMk id="2" creationId="{BD6D7764-F465-4F81-BDDC-CE64D13FE899}"/>
          </ac:spMkLst>
        </pc:spChg>
        <pc:spChg chg="mod">
          <ac:chgData name="Nguyen Long" userId="e4e93a65-ca82-41ec-92c8-0e4fdb0a72ae" providerId="ADAL" clId="{8EB380BB-A71A-4CD2-9680-567485BE2474}" dt="2020-11-05T13:49:46.029" v="2830"/>
          <ac:spMkLst>
            <pc:docMk/>
            <pc:sldMk cId="214700006" sldId="284"/>
            <ac:spMk id="3" creationId="{6A74672A-19DE-471C-AB74-5097109DBB56}"/>
          </ac:spMkLst>
        </pc:spChg>
        <pc:spChg chg="del">
          <ac:chgData name="Nguyen Long" userId="e4e93a65-ca82-41ec-92c8-0e4fdb0a72ae" providerId="ADAL" clId="{8EB380BB-A71A-4CD2-9680-567485BE2474}" dt="2020-11-05T13:49:18.453" v="2820" actId="478"/>
          <ac:spMkLst>
            <pc:docMk/>
            <pc:sldMk cId="214700006" sldId="284"/>
            <ac:spMk id="4" creationId="{7A3B3451-C9AF-447D-B7C5-1035F9526141}"/>
          </ac:spMkLst>
        </pc:spChg>
        <pc:picChg chg="add mod">
          <ac:chgData name="Nguyen Long" userId="e4e93a65-ca82-41ec-92c8-0e4fdb0a72ae" providerId="ADAL" clId="{8EB380BB-A71A-4CD2-9680-567485BE2474}" dt="2020-11-05T13:49:28.941" v="2825" actId="1076"/>
          <ac:picMkLst>
            <pc:docMk/>
            <pc:sldMk cId="214700006" sldId="284"/>
            <ac:picMk id="7" creationId="{B90B3D1B-8626-446E-BD41-4851D1EE0C0F}"/>
          </ac:picMkLst>
        </pc:picChg>
      </pc:sldChg>
      <pc:sldChg chg="addSp">
        <pc:chgData name="Nguyen Long" userId="e4e93a65-ca82-41ec-92c8-0e4fdb0a72ae" providerId="ADAL" clId="{8EB380BB-A71A-4CD2-9680-567485BE2474}" dt="2020-11-05T14:13:58.380" v="2979"/>
        <pc:sldMkLst>
          <pc:docMk/>
          <pc:sldMk cId="1061197277" sldId="285"/>
        </pc:sldMkLst>
        <pc:spChg chg="add">
          <ac:chgData name="Nguyen Long" userId="e4e93a65-ca82-41ec-92c8-0e4fdb0a72ae" providerId="ADAL" clId="{8EB380BB-A71A-4CD2-9680-567485BE2474}" dt="2020-11-05T14:13:58.380" v="2979"/>
          <ac:spMkLst>
            <pc:docMk/>
            <pc:sldMk cId="1061197277" sldId="285"/>
            <ac:spMk id="6" creationId="{7C73B766-D642-4221-8B6A-506AF062D93A}"/>
          </ac:spMkLst>
        </pc:spChg>
      </pc:sldChg>
      <pc:sldChg chg="addSp delSp modSp add del mod delAnim modAnim">
        <pc:chgData name="Nguyen Long" userId="e4e93a65-ca82-41ec-92c8-0e4fdb0a72ae" providerId="ADAL" clId="{8EB380BB-A71A-4CD2-9680-567485BE2474}" dt="2020-11-05T15:18:11.059" v="3412"/>
        <pc:sldMkLst>
          <pc:docMk/>
          <pc:sldMk cId="1324095002" sldId="285"/>
        </pc:sldMkLst>
        <pc:spChg chg="del mod">
          <ac:chgData name="Nguyen Long" userId="e4e93a65-ca82-41ec-92c8-0e4fdb0a72ae" providerId="ADAL" clId="{8EB380BB-A71A-4CD2-9680-567485BE2474}" dt="2020-11-05T14:00:17.910" v="2898" actId="478"/>
          <ac:spMkLst>
            <pc:docMk/>
            <pc:sldMk cId="1324095002" sldId="285"/>
            <ac:spMk id="2" creationId="{3E41DC14-11B2-49BE-A30A-40A8C258CF55}"/>
          </ac:spMkLst>
        </pc:spChg>
        <pc:spChg chg="mod">
          <ac:chgData name="Nguyen Long" userId="e4e93a65-ca82-41ec-92c8-0e4fdb0a72ae" providerId="ADAL" clId="{8EB380BB-A71A-4CD2-9680-567485BE2474}" dt="2020-11-05T15:17:26.169" v="3406" actId="13926"/>
          <ac:spMkLst>
            <pc:docMk/>
            <pc:sldMk cId="1324095002" sldId="285"/>
            <ac:spMk id="2" creationId="{E79CEEFD-7B33-4BDB-99F0-707878EB379B}"/>
          </ac:spMkLst>
        </pc:spChg>
        <pc:spChg chg="mod">
          <ac:chgData name="Nguyen Long" userId="e4e93a65-ca82-41ec-92c8-0e4fdb0a72ae" providerId="ADAL" clId="{8EB380BB-A71A-4CD2-9680-567485BE2474}" dt="2020-11-05T13:52:13.212" v="2835"/>
          <ac:spMkLst>
            <pc:docMk/>
            <pc:sldMk cId="1324095002" sldId="285"/>
            <ac:spMk id="4" creationId="{AD384748-BAF8-48D5-AA31-190A779D34B8}"/>
          </ac:spMkLst>
        </pc:spChg>
        <pc:spChg chg="mod">
          <ac:chgData name="Nguyen Long" userId="e4e93a65-ca82-41ec-92c8-0e4fdb0a72ae" providerId="ADAL" clId="{8EB380BB-A71A-4CD2-9680-567485BE2474}" dt="2020-11-05T15:16:27.692" v="3405" actId="207"/>
          <ac:spMkLst>
            <pc:docMk/>
            <pc:sldMk cId="1324095002" sldId="285"/>
            <ac:spMk id="6" creationId="{7C73B766-D642-4221-8B6A-506AF062D93A}"/>
          </ac:spMkLst>
        </pc:spChg>
        <pc:spChg chg="mod">
          <ac:chgData name="Nguyen Long" userId="e4e93a65-ca82-41ec-92c8-0e4fdb0a72ae" providerId="ADAL" clId="{8EB380BB-A71A-4CD2-9680-567485BE2474}" dt="2020-11-05T15:17:48.287" v="3410" actId="207"/>
          <ac:spMkLst>
            <pc:docMk/>
            <pc:sldMk cId="1324095002" sldId="285"/>
            <ac:spMk id="8" creationId="{C42C30BA-75C2-401A-8E64-B70B6F246037}"/>
          </ac:spMkLst>
        </pc:spChg>
        <pc:spChg chg="del">
          <ac:chgData name="Nguyen Long" userId="e4e93a65-ca82-41ec-92c8-0e4fdb0a72ae" providerId="ADAL" clId="{8EB380BB-A71A-4CD2-9680-567485BE2474}" dt="2020-11-05T13:51:57.741" v="2834" actId="478"/>
          <ac:spMkLst>
            <pc:docMk/>
            <pc:sldMk cId="1324095002" sldId="285"/>
            <ac:spMk id="9" creationId="{9762CA6D-053C-4B33-B19A-56487B414AD6}"/>
          </ac:spMkLst>
        </pc:spChg>
        <pc:spChg chg="add del mod">
          <ac:chgData name="Nguyen Long" userId="e4e93a65-ca82-41ec-92c8-0e4fdb0a72ae" providerId="ADAL" clId="{8EB380BB-A71A-4CD2-9680-567485BE2474}" dt="2020-11-05T14:13:57.430" v="2978" actId="478"/>
          <ac:spMkLst>
            <pc:docMk/>
            <pc:sldMk cId="1324095002" sldId="285"/>
            <ac:spMk id="11" creationId="{B0CD859B-D52B-48A9-85D7-465082AD1B25}"/>
          </ac:spMkLst>
        </pc:spChg>
        <pc:picChg chg="add del mod">
          <ac:chgData name="Nguyen Long" userId="e4e93a65-ca82-41ec-92c8-0e4fdb0a72ae" providerId="ADAL" clId="{8EB380BB-A71A-4CD2-9680-567485BE2474}" dt="2020-11-05T13:56:34.232" v="2843" actId="478"/>
          <ac:picMkLst>
            <pc:docMk/>
            <pc:sldMk cId="1324095002" sldId="285"/>
            <ac:picMk id="6" creationId="{A6CC6FEE-1B7F-492E-A7B5-CC659E197C37}"/>
          </ac:picMkLst>
        </pc:picChg>
        <pc:picChg chg="add del mod">
          <ac:chgData name="Nguyen Long" userId="e4e93a65-ca82-41ec-92c8-0e4fdb0a72ae" providerId="ADAL" clId="{8EB380BB-A71A-4CD2-9680-567485BE2474}" dt="2020-11-05T14:09:53.990" v="2947" actId="478"/>
          <ac:picMkLst>
            <pc:docMk/>
            <pc:sldMk cId="1324095002" sldId="285"/>
            <ac:picMk id="7" creationId="{19DBCCAB-D1EB-47D8-BC18-91651293A3CF}"/>
          </ac:picMkLst>
        </pc:picChg>
        <pc:picChg chg="del">
          <ac:chgData name="Nguyen Long" userId="e4e93a65-ca82-41ec-92c8-0e4fdb0a72ae" providerId="ADAL" clId="{8EB380BB-A71A-4CD2-9680-567485BE2474}" dt="2020-11-05T13:51:52.843" v="2832" actId="478"/>
          <ac:picMkLst>
            <pc:docMk/>
            <pc:sldMk cId="1324095002" sldId="285"/>
            <ac:picMk id="7" creationId="{6C18AE9B-2D62-492F-AF43-D359B67CCDDC}"/>
          </ac:picMkLst>
        </pc:picChg>
        <pc:picChg chg="add del mod">
          <ac:chgData name="Nguyen Long" userId="e4e93a65-ca82-41ec-92c8-0e4fdb0a72ae" providerId="ADAL" clId="{8EB380BB-A71A-4CD2-9680-567485BE2474}" dt="2020-11-05T14:23:08.746" v="3071" actId="478"/>
          <ac:picMkLst>
            <pc:docMk/>
            <pc:sldMk cId="1324095002" sldId="285"/>
            <ac:picMk id="7" creationId="{C86B712A-12F4-46E1-BF20-34A2123482DD}"/>
          </ac:picMkLst>
        </pc:picChg>
        <pc:picChg chg="add del mod">
          <ac:chgData name="Nguyen Long" userId="e4e93a65-ca82-41ec-92c8-0e4fdb0a72ae" providerId="ADAL" clId="{8EB380BB-A71A-4CD2-9680-567485BE2474}" dt="2020-11-05T14:23:04.912" v="3070" actId="478"/>
          <ac:picMkLst>
            <pc:docMk/>
            <pc:sldMk cId="1324095002" sldId="285"/>
            <ac:picMk id="9" creationId="{210B126A-AD1A-4A06-8544-0157AA7A339A}"/>
          </ac:picMkLst>
        </pc:picChg>
        <pc:picChg chg="add del mod">
          <ac:chgData name="Nguyen Long" userId="e4e93a65-ca82-41ec-92c8-0e4fdb0a72ae" providerId="ADAL" clId="{8EB380BB-A71A-4CD2-9680-567485BE2474}" dt="2020-11-05T14:11:44.796" v="2964" actId="478"/>
          <ac:picMkLst>
            <pc:docMk/>
            <pc:sldMk cId="1324095002" sldId="285"/>
            <ac:picMk id="9" creationId="{500A1504-E46E-40A4-BADA-C5A53067FC77}"/>
          </ac:picMkLst>
        </pc:picChg>
        <pc:picChg chg="add del mod">
          <ac:chgData name="Nguyen Long" userId="e4e93a65-ca82-41ec-92c8-0e4fdb0a72ae" providerId="ADAL" clId="{8EB380BB-A71A-4CD2-9680-567485BE2474}" dt="2020-11-05T13:58:52.897" v="2850" actId="478"/>
          <ac:picMkLst>
            <pc:docMk/>
            <pc:sldMk cId="1324095002" sldId="285"/>
            <ac:picMk id="10" creationId="{A657842C-E47A-469F-865D-C5FC10CB91A5}"/>
          </ac:picMkLst>
        </pc:picChg>
        <pc:picChg chg="add mod">
          <ac:chgData name="Nguyen Long" userId="e4e93a65-ca82-41ec-92c8-0e4fdb0a72ae" providerId="ADAL" clId="{8EB380BB-A71A-4CD2-9680-567485BE2474}" dt="2020-11-05T14:33:32.767" v="3157" actId="1076"/>
          <ac:picMkLst>
            <pc:docMk/>
            <pc:sldMk cId="1324095002" sldId="285"/>
            <ac:picMk id="10" creationId="{DF5EB6FE-F9F3-4B9C-8675-D1502E40FD84}"/>
          </ac:picMkLst>
        </pc:picChg>
        <pc:picChg chg="del">
          <ac:chgData name="Nguyen Long" userId="e4e93a65-ca82-41ec-92c8-0e4fdb0a72ae" providerId="ADAL" clId="{8EB380BB-A71A-4CD2-9680-567485BE2474}" dt="2020-11-05T13:51:52.843" v="2832" actId="478"/>
          <ac:picMkLst>
            <pc:docMk/>
            <pc:sldMk cId="1324095002" sldId="285"/>
            <ac:picMk id="11" creationId="{9A5228FC-5581-423E-8B6C-ABA9D3C66120}"/>
          </ac:picMkLst>
        </pc:picChg>
        <pc:picChg chg="add del mod">
          <ac:chgData name="Nguyen Long" userId="e4e93a65-ca82-41ec-92c8-0e4fdb0a72ae" providerId="ADAL" clId="{8EB380BB-A71A-4CD2-9680-567485BE2474}" dt="2020-11-05T14:11:42.737" v="2962" actId="478"/>
          <ac:picMkLst>
            <pc:docMk/>
            <pc:sldMk cId="1324095002" sldId="285"/>
            <ac:picMk id="12" creationId="{154165B5-0D9C-4171-81A4-5B1AF6BF0F41}"/>
          </ac:picMkLst>
        </pc:picChg>
        <pc:picChg chg="add mod">
          <ac:chgData name="Nguyen Long" userId="e4e93a65-ca82-41ec-92c8-0e4fdb0a72ae" providerId="ADAL" clId="{8EB380BB-A71A-4CD2-9680-567485BE2474}" dt="2020-11-05T14:33:34.081" v="3158" actId="1076"/>
          <ac:picMkLst>
            <pc:docMk/>
            <pc:sldMk cId="1324095002" sldId="285"/>
            <ac:picMk id="12" creationId="{74E28B5F-D9AD-4D34-93CF-DEBA6388E38F}"/>
          </ac:picMkLst>
        </pc:picChg>
        <pc:picChg chg="del">
          <ac:chgData name="Nguyen Long" userId="e4e93a65-ca82-41ec-92c8-0e4fdb0a72ae" providerId="ADAL" clId="{8EB380BB-A71A-4CD2-9680-567485BE2474}" dt="2020-11-05T13:51:55.685" v="2833" actId="478"/>
          <ac:picMkLst>
            <pc:docMk/>
            <pc:sldMk cId="1324095002" sldId="285"/>
            <ac:picMk id="13" creationId="{52187403-7338-4BD3-B4B5-AC9B9A8EF52D}"/>
          </ac:picMkLst>
        </pc:picChg>
        <pc:picChg chg="add mod">
          <ac:chgData name="Nguyen Long" userId="e4e93a65-ca82-41ec-92c8-0e4fdb0a72ae" providerId="ADAL" clId="{8EB380BB-A71A-4CD2-9680-567485BE2474}" dt="2020-11-05T14:33:24.949" v="3154" actId="1076"/>
          <ac:picMkLst>
            <pc:docMk/>
            <pc:sldMk cId="1324095002" sldId="285"/>
            <ac:picMk id="13" creationId="{DDDCD488-CD97-4FD0-9EEC-4AC91D5C8811}"/>
          </ac:picMkLst>
        </pc:picChg>
        <pc:picChg chg="del">
          <ac:chgData name="Nguyen Long" userId="e4e93a65-ca82-41ec-92c8-0e4fdb0a72ae" providerId="ADAL" clId="{8EB380BB-A71A-4CD2-9680-567485BE2474}" dt="2020-11-05T13:51:55.685" v="2833" actId="478"/>
          <ac:picMkLst>
            <pc:docMk/>
            <pc:sldMk cId="1324095002" sldId="285"/>
            <ac:picMk id="15" creationId="{2BF2D0A0-F739-4F01-A11A-62FF9D4E0131}"/>
          </ac:picMkLst>
        </pc:picChg>
      </pc:sldChg>
      <pc:sldChg chg="addSp">
        <pc:chgData name="Nguyen Long" userId="e4e93a65-ca82-41ec-92c8-0e4fdb0a72ae" providerId="ADAL" clId="{8EB380BB-A71A-4CD2-9680-567485BE2474}" dt="2020-11-05T14:21:13.299" v="3048"/>
        <pc:sldMkLst>
          <pc:docMk/>
          <pc:sldMk cId="1507103635" sldId="285"/>
        </pc:sldMkLst>
        <pc:spChg chg="add">
          <ac:chgData name="Nguyen Long" userId="e4e93a65-ca82-41ec-92c8-0e4fdb0a72ae" providerId="ADAL" clId="{8EB380BB-A71A-4CD2-9680-567485BE2474}" dt="2020-11-05T14:21:13.299" v="3048"/>
          <ac:spMkLst>
            <pc:docMk/>
            <pc:sldMk cId="1507103635" sldId="285"/>
            <ac:spMk id="8" creationId="{C42C30BA-75C2-401A-8E64-B70B6F246037}"/>
          </ac:spMkLst>
        </pc:spChg>
      </pc:sldChg>
      <pc:sldChg chg="addSp">
        <pc:chgData name="Nguyen Long" userId="e4e93a65-ca82-41ec-92c8-0e4fdb0a72ae" providerId="ADAL" clId="{8EB380BB-A71A-4CD2-9680-567485BE2474}" dt="2020-11-05T14:10:42.188" v="2951"/>
        <pc:sldMkLst>
          <pc:docMk/>
          <pc:sldMk cId="2934910982" sldId="285"/>
        </pc:sldMkLst>
        <pc:spChg chg="add">
          <ac:chgData name="Nguyen Long" userId="e4e93a65-ca82-41ec-92c8-0e4fdb0a72ae" providerId="ADAL" clId="{8EB380BB-A71A-4CD2-9680-567485BE2474}" dt="2020-11-05T14:10:42.188" v="2951"/>
          <ac:spMkLst>
            <pc:docMk/>
            <pc:sldMk cId="2934910982" sldId="285"/>
            <ac:spMk id="2" creationId="{E79CEEFD-7B33-4BDB-99F0-707878EB379B}"/>
          </ac:spMkLst>
        </pc:spChg>
      </pc:sldChg>
      <pc:sldChg chg="addSp">
        <pc:chgData name="Nguyen Long" userId="e4e93a65-ca82-41ec-92c8-0e4fdb0a72ae" providerId="ADAL" clId="{8EB380BB-A71A-4CD2-9680-567485BE2474}" dt="2020-11-05T14:09:56.596" v="2948"/>
        <pc:sldMkLst>
          <pc:docMk/>
          <pc:sldMk cId="3683175835" sldId="285"/>
        </pc:sldMkLst>
        <pc:spChg chg="add">
          <ac:chgData name="Nguyen Long" userId="e4e93a65-ca82-41ec-92c8-0e4fdb0a72ae" providerId="ADAL" clId="{8EB380BB-A71A-4CD2-9680-567485BE2474}" dt="2020-11-05T14:09:56.596" v="2948"/>
          <ac:spMkLst>
            <pc:docMk/>
            <pc:sldMk cId="3683175835" sldId="285"/>
            <ac:spMk id="2" creationId="{195A8333-B584-464A-A10D-6C7375E910EB}"/>
          </ac:spMkLst>
        </pc:spChg>
      </pc:sldChg>
      <pc:sldChg chg="addSp">
        <pc:chgData name="Nguyen Long" userId="e4e93a65-ca82-41ec-92c8-0e4fdb0a72ae" providerId="ADAL" clId="{8EB380BB-A71A-4CD2-9680-567485BE2474}" dt="2020-11-05T13:58:34.774" v="2847"/>
        <pc:sldMkLst>
          <pc:docMk/>
          <pc:sldMk cId="4276227570" sldId="285"/>
        </pc:sldMkLst>
        <pc:spChg chg="add">
          <ac:chgData name="Nguyen Long" userId="e4e93a65-ca82-41ec-92c8-0e4fdb0a72ae" providerId="ADAL" clId="{8EB380BB-A71A-4CD2-9680-567485BE2474}" dt="2020-11-05T13:58:34.774" v="2847"/>
          <ac:spMkLst>
            <pc:docMk/>
            <pc:sldMk cId="4276227570" sldId="285"/>
            <ac:spMk id="2" creationId="{3E41DC14-11B2-49BE-A30A-40A8C258CF55}"/>
          </ac:spMkLst>
        </pc:spChg>
      </pc:sldChg>
      <pc:sldChg chg="addSp delSp modSp add del mod modAnim">
        <pc:chgData name="Nguyen Long" userId="e4e93a65-ca82-41ec-92c8-0e4fdb0a72ae" providerId="ADAL" clId="{8EB380BB-A71A-4CD2-9680-567485BE2474}" dt="2020-11-05T15:19:42.943" v="3445" actId="20577"/>
        <pc:sldMkLst>
          <pc:docMk/>
          <pc:sldMk cId="1867526002" sldId="286"/>
        </pc:sldMkLst>
        <pc:spChg chg="mod">
          <ac:chgData name="Nguyen Long" userId="e4e93a65-ca82-41ec-92c8-0e4fdb0a72ae" providerId="ADAL" clId="{8EB380BB-A71A-4CD2-9680-567485BE2474}" dt="2020-11-05T15:18:35.425" v="3414" actId="13926"/>
          <ac:spMkLst>
            <pc:docMk/>
            <pc:sldMk cId="1867526002" sldId="286"/>
            <ac:spMk id="2" creationId="{3C1728DE-4D7A-4B32-B6BC-CA8D8DC5C325}"/>
          </ac:spMkLst>
        </pc:spChg>
        <pc:spChg chg="mod">
          <ac:chgData name="Nguyen Long" userId="e4e93a65-ca82-41ec-92c8-0e4fdb0a72ae" providerId="ADAL" clId="{8EB380BB-A71A-4CD2-9680-567485BE2474}" dt="2020-11-05T15:19:42.943" v="3445" actId="20577"/>
          <ac:spMkLst>
            <pc:docMk/>
            <pc:sldMk cId="1867526002" sldId="286"/>
            <ac:spMk id="4" creationId="{A8F494D9-2285-479C-8075-11C8C779E4F1}"/>
          </ac:spMkLst>
        </pc:spChg>
        <pc:spChg chg="del">
          <ac:chgData name="Nguyen Long" userId="e4e93a65-ca82-41ec-92c8-0e4fdb0a72ae" providerId="ADAL" clId="{8EB380BB-A71A-4CD2-9680-567485BE2474}" dt="2020-11-05T14:05:44.845" v="2943" actId="478"/>
          <ac:spMkLst>
            <pc:docMk/>
            <pc:sldMk cId="1867526002" sldId="286"/>
            <ac:spMk id="4" creationId="{AD384748-BAF8-48D5-AA31-190A779D34B8}"/>
          </ac:spMkLst>
        </pc:spChg>
        <pc:spChg chg="add del mod">
          <ac:chgData name="Nguyen Long" userId="e4e93a65-ca82-41ec-92c8-0e4fdb0a72ae" providerId="ADAL" clId="{8EB380BB-A71A-4CD2-9680-567485BE2474}" dt="2020-11-05T14:05:47.002" v="2944" actId="478"/>
          <ac:spMkLst>
            <pc:docMk/>
            <pc:sldMk cId="1867526002" sldId="286"/>
            <ac:spMk id="6" creationId="{E6F4C85B-19BC-49D7-A130-4DFA2CB210ED}"/>
          </ac:spMkLst>
        </pc:spChg>
        <pc:spChg chg="mod">
          <ac:chgData name="Nguyen Long" userId="e4e93a65-ca82-41ec-92c8-0e4fdb0a72ae" providerId="ADAL" clId="{8EB380BB-A71A-4CD2-9680-567485BE2474}" dt="2020-11-05T15:18:51.401" v="3418" actId="13926"/>
          <ac:spMkLst>
            <pc:docMk/>
            <pc:sldMk cId="1867526002" sldId="286"/>
            <ac:spMk id="7" creationId="{869175CD-498F-4FD6-95E2-1BC8AB876C3A}"/>
          </ac:spMkLst>
        </pc:spChg>
        <pc:picChg chg="add mod">
          <ac:chgData name="Nguyen Long" userId="e4e93a65-ca82-41ec-92c8-0e4fdb0a72ae" providerId="ADAL" clId="{8EB380BB-A71A-4CD2-9680-567485BE2474}" dt="2020-11-05T14:34:21.063" v="3160" actId="1076"/>
          <ac:picMkLst>
            <pc:docMk/>
            <pc:sldMk cId="1867526002" sldId="286"/>
            <ac:picMk id="6" creationId="{1AD35396-05E6-4EF3-A769-35388EC68390}"/>
          </ac:picMkLst>
        </pc:picChg>
        <pc:picChg chg="del">
          <ac:chgData name="Nguyen Long" userId="e4e93a65-ca82-41ec-92c8-0e4fdb0a72ae" providerId="ADAL" clId="{8EB380BB-A71A-4CD2-9680-567485BE2474}" dt="2020-11-05T14:05:37.157" v="2940" actId="478"/>
          <ac:picMkLst>
            <pc:docMk/>
            <pc:sldMk cId="1867526002" sldId="286"/>
            <ac:picMk id="7" creationId="{19DBCCAB-D1EB-47D8-BC18-91651293A3CF}"/>
          </ac:picMkLst>
        </pc:picChg>
        <pc:picChg chg="add mod">
          <ac:chgData name="Nguyen Long" userId="e4e93a65-ca82-41ec-92c8-0e4fdb0a72ae" providerId="ADAL" clId="{8EB380BB-A71A-4CD2-9680-567485BE2474}" dt="2020-11-05T14:38:30.973" v="3186" actId="1076"/>
          <ac:picMkLst>
            <pc:docMk/>
            <pc:sldMk cId="1867526002" sldId="286"/>
            <ac:picMk id="8" creationId="{715B612D-1256-4EF5-8BEC-B666096FB0C2}"/>
          </ac:picMkLst>
        </pc:picChg>
        <pc:picChg chg="del">
          <ac:chgData name="Nguyen Long" userId="e4e93a65-ca82-41ec-92c8-0e4fdb0a72ae" providerId="ADAL" clId="{8EB380BB-A71A-4CD2-9680-567485BE2474}" dt="2020-11-05T14:05:41.653" v="2942" actId="478"/>
          <ac:picMkLst>
            <pc:docMk/>
            <pc:sldMk cId="1867526002" sldId="286"/>
            <ac:picMk id="9" creationId="{500A1504-E46E-40A4-BADA-C5A53067FC77}"/>
          </ac:picMkLst>
        </pc:picChg>
        <pc:picChg chg="add mod">
          <ac:chgData name="Nguyen Long" userId="e4e93a65-ca82-41ec-92c8-0e4fdb0a72ae" providerId="ADAL" clId="{8EB380BB-A71A-4CD2-9680-567485BE2474}" dt="2020-11-05T14:44:31.033" v="3205" actId="1076"/>
          <ac:picMkLst>
            <pc:docMk/>
            <pc:sldMk cId="1867526002" sldId="286"/>
            <ac:picMk id="10" creationId="{07205001-D55F-4B00-84E5-8693230ACD58}"/>
          </ac:picMkLst>
        </pc:picChg>
        <pc:picChg chg="del">
          <ac:chgData name="Nguyen Long" userId="e4e93a65-ca82-41ec-92c8-0e4fdb0a72ae" providerId="ADAL" clId="{8EB380BB-A71A-4CD2-9680-567485BE2474}" dt="2020-11-05T14:05:39.505" v="2941" actId="478"/>
          <ac:picMkLst>
            <pc:docMk/>
            <pc:sldMk cId="1867526002" sldId="286"/>
            <ac:picMk id="12" creationId="{154165B5-0D9C-4171-81A4-5B1AF6BF0F41}"/>
          </ac:picMkLst>
        </pc:picChg>
      </pc:sldChg>
      <pc:sldChg chg="addSp">
        <pc:chgData name="Nguyen Long" userId="e4e93a65-ca82-41ec-92c8-0e4fdb0a72ae" providerId="ADAL" clId="{8EB380BB-A71A-4CD2-9680-567485BE2474}" dt="2020-11-05T14:25:59.522" v="3080"/>
        <pc:sldMkLst>
          <pc:docMk/>
          <pc:sldMk cId="2373998528" sldId="286"/>
        </pc:sldMkLst>
        <pc:spChg chg="add">
          <ac:chgData name="Nguyen Long" userId="e4e93a65-ca82-41ec-92c8-0e4fdb0a72ae" providerId="ADAL" clId="{8EB380BB-A71A-4CD2-9680-567485BE2474}" dt="2020-11-05T14:25:59.522" v="3080"/>
          <ac:spMkLst>
            <pc:docMk/>
            <pc:sldMk cId="2373998528" sldId="286"/>
            <ac:spMk id="2" creationId="{3C1728DE-4D7A-4B32-B6BC-CA8D8DC5C325}"/>
          </ac:spMkLst>
        </pc:spChg>
      </pc:sldChg>
      <pc:sldChg chg="addSp">
        <pc:chgData name="Nguyen Long" userId="e4e93a65-ca82-41ec-92c8-0e4fdb0a72ae" providerId="ADAL" clId="{8EB380BB-A71A-4CD2-9680-567485BE2474}" dt="2020-11-05T14:35:56.072" v="3161"/>
        <pc:sldMkLst>
          <pc:docMk/>
          <pc:sldMk cId="2449521649" sldId="286"/>
        </pc:sldMkLst>
        <pc:spChg chg="add">
          <ac:chgData name="Nguyen Long" userId="e4e93a65-ca82-41ec-92c8-0e4fdb0a72ae" providerId="ADAL" clId="{8EB380BB-A71A-4CD2-9680-567485BE2474}" dt="2020-11-05T14:35:56.072" v="3161"/>
          <ac:spMkLst>
            <pc:docMk/>
            <pc:sldMk cId="2449521649" sldId="286"/>
            <ac:spMk id="4" creationId="{A8F494D9-2285-479C-8075-11C8C779E4F1}"/>
          </ac:spMkLst>
        </pc:spChg>
      </pc:sldChg>
      <pc:sldChg chg="addSp">
        <pc:chgData name="Nguyen Long" userId="e4e93a65-ca82-41ec-92c8-0e4fdb0a72ae" providerId="ADAL" clId="{8EB380BB-A71A-4CD2-9680-567485BE2474}" dt="2020-11-05T14:42:48.724" v="3187"/>
        <pc:sldMkLst>
          <pc:docMk/>
          <pc:sldMk cId="3427775652" sldId="286"/>
        </pc:sldMkLst>
        <pc:spChg chg="add">
          <ac:chgData name="Nguyen Long" userId="e4e93a65-ca82-41ec-92c8-0e4fdb0a72ae" providerId="ADAL" clId="{8EB380BB-A71A-4CD2-9680-567485BE2474}" dt="2020-11-05T14:42:48.724" v="3187"/>
          <ac:spMkLst>
            <pc:docMk/>
            <pc:sldMk cId="3427775652" sldId="286"/>
            <ac:spMk id="7" creationId="{869175CD-498F-4FD6-95E2-1BC8AB876C3A}"/>
          </ac:spMkLst>
        </pc:spChg>
      </pc:sldChg>
      <pc:sldChg chg="addSp">
        <pc:chgData name="Nguyen Long" userId="e4e93a65-ca82-41ec-92c8-0e4fdb0a72ae" providerId="ADAL" clId="{8EB380BB-A71A-4CD2-9680-567485BE2474}" dt="2020-11-05T14:46:23.729" v="3206"/>
        <pc:sldMkLst>
          <pc:docMk/>
          <pc:sldMk cId="802289798" sldId="287"/>
        </pc:sldMkLst>
        <pc:spChg chg="add">
          <ac:chgData name="Nguyen Long" userId="e4e93a65-ca82-41ec-92c8-0e4fdb0a72ae" providerId="ADAL" clId="{8EB380BB-A71A-4CD2-9680-567485BE2474}" dt="2020-11-05T14:46:23.729" v="3206"/>
          <ac:spMkLst>
            <pc:docMk/>
            <pc:sldMk cId="802289798" sldId="287"/>
            <ac:spMk id="2" creationId="{C59883C6-E627-4F53-B754-0E623B94C3FB}"/>
          </ac:spMkLst>
        </pc:spChg>
      </pc:sldChg>
      <pc:sldChg chg="addSp">
        <pc:chgData name="Nguyen Long" userId="e4e93a65-ca82-41ec-92c8-0e4fdb0a72ae" providerId="ADAL" clId="{8EB380BB-A71A-4CD2-9680-567485BE2474}" dt="2020-11-05T14:49:23.004" v="3225"/>
        <pc:sldMkLst>
          <pc:docMk/>
          <pc:sldMk cId="2202998466" sldId="287"/>
        </pc:sldMkLst>
        <pc:spChg chg="add">
          <ac:chgData name="Nguyen Long" userId="e4e93a65-ca82-41ec-92c8-0e4fdb0a72ae" providerId="ADAL" clId="{8EB380BB-A71A-4CD2-9680-567485BE2474}" dt="2020-11-05T14:49:23.004" v="3225"/>
          <ac:spMkLst>
            <pc:docMk/>
            <pc:sldMk cId="2202998466" sldId="287"/>
            <ac:spMk id="4" creationId="{4ED48A68-00D4-4C0F-A66F-4EB444271D62}"/>
          </ac:spMkLst>
        </pc:spChg>
      </pc:sldChg>
      <pc:sldChg chg="addSp delSp modSp add del mod delAnim modAnim">
        <pc:chgData name="Nguyen Long" userId="e4e93a65-ca82-41ec-92c8-0e4fdb0a72ae" providerId="ADAL" clId="{8EB380BB-A71A-4CD2-9680-567485BE2474}" dt="2020-11-06T08:40:08.491" v="4307" actId="1076"/>
        <pc:sldMkLst>
          <pc:docMk/>
          <pc:sldMk cId="2770051075" sldId="287"/>
        </pc:sldMkLst>
        <pc:spChg chg="mod">
          <ac:chgData name="Nguyen Long" userId="e4e93a65-ca82-41ec-92c8-0e4fdb0a72ae" providerId="ADAL" clId="{8EB380BB-A71A-4CD2-9680-567485BE2474}" dt="2020-11-05T15:20:00.339" v="3447" actId="13926"/>
          <ac:spMkLst>
            <pc:docMk/>
            <pc:sldMk cId="2770051075" sldId="287"/>
            <ac:spMk id="2" creationId="{C59883C6-E627-4F53-B754-0E623B94C3FB}"/>
          </ac:spMkLst>
        </pc:spChg>
        <pc:spChg chg="mod">
          <ac:chgData name="Nguyen Long" userId="e4e93a65-ca82-41ec-92c8-0e4fdb0a72ae" providerId="ADAL" clId="{8EB380BB-A71A-4CD2-9680-567485BE2474}" dt="2020-11-05T14:46:26.345" v="3209" actId="1076"/>
          <ac:spMkLst>
            <pc:docMk/>
            <pc:sldMk cId="2770051075" sldId="287"/>
            <ac:spMk id="3" creationId="{2F276D3C-FBC1-4640-A48A-4EB4BC264211}"/>
          </ac:spMkLst>
        </pc:spChg>
        <pc:spChg chg="mod">
          <ac:chgData name="Nguyen Long" userId="e4e93a65-ca82-41ec-92c8-0e4fdb0a72ae" providerId="ADAL" clId="{8EB380BB-A71A-4CD2-9680-567485BE2474}" dt="2020-11-06T08:38:42.607" v="4251" actId="1036"/>
          <ac:spMkLst>
            <pc:docMk/>
            <pc:sldMk cId="2770051075" sldId="287"/>
            <ac:spMk id="4" creationId="{4ED48A68-00D4-4C0F-A66F-4EB444271D62}"/>
          </ac:spMkLst>
        </pc:spChg>
        <pc:spChg chg="add del">
          <ac:chgData name="Nguyen Long" userId="e4e93a65-ca82-41ec-92c8-0e4fdb0a72ae" providerId="ADAL" clId="{8EB380BB-A71A-4CD2-9680-567485BE2474}" dt="2020-11-05T14:48:14.744" v="3222" actId="22"/>
          <ac:spMkLst>
            <pc:docMk/>
            <pc:sldMk cId="2770051075" sldId="287"/>
            <ac:spMk id="6" creationId="{182FD2F7-4AD7-4B65-94C9-C509E96BE88E}"/>
          </ac:spMkLst>
        </pc:spChg>
        <pc:spChg chg="add del mod">
          <ac:chgData name="Nguyen Long" userId="e4e93a65-ca82-41ec-92c8-0e4fdb0a72ae" providerId="ADAL" clId="{8EB380BB-A71A-4CD2-9680-567485BE2474}" dt="2020-11-05T14:53:46.833" v="3318" actId="21"/>
          <ac:spMkLst>
            <pc:docMk/>
            <pc:sldMk cId="2770051075" sldId="287"/>
            <ac:spMk id="10" creationId="{4565A83A-BA38-4E3B-9951-CBFDB4372B74}"/>
          </ac:spMkLst>
        </pc:spChg>
        <pc:picChg chg="add mod">
          <ac:chgData name="Nguyen Long" userId="e4e93a65-ca82-41ec-92c8-0e4fdb0a72ae" providerId="ADAL" clId="{8EB380BB-A71A-4CD2-9680-567485BE2474}" dt="2020-11-06T08:40:08.491" v="4307" actId="1076"/>
          <ac:picMkLst>
            <pc:docMk/>
            <pc:sldMk cId="2770051075" sldId="287"/>
            <ac:picMk id="7" creationId="{F1D9B3E8-224D-4425-B970-F3103C3DED1F}"/>
          </ac:picMkLst>
        </pc:picChg>
        <pc:picChg chg="add del mod">
          <ac:chgData name="Nguyen Long" userId="e4e93a65-ca82-41ec-92c8-0e4fdb0a72ae" providerId="ADAL" clId="{8EB380BB-A71A-4CD2-9680-567485BE2474}" dt="2020-11-06T08:35:13.544" v="4225" actId="478"/>
          <ac:picMkLst>
            <pc:docMk/>
            <pc:sldMk cId="2770051075" sldId="287"/>
            <ac:picMk id="8" creationId="{DBBDAD61-9550-4CD8-A8A6-41FA36F03550}"/>
          </ac:picMkLst>
        </pc:picChg>
        <pc:picChg chg="add del mod">
          <ac:chgData name="Nguyen Long" userId="e4e93a65-ca82-41ec-92c8-0e4fdb0a72ae" providerId="ADAL" clId="{8EB380BB-A71A-4CD2-9680-567485BE2474}" dt="2020-11-06T08:38:21.826" v="4228" actId="478"/>
          <ac:picMkLst>
            <pc:docMk/>
            <pc:sldMk cId="2770051075" sldId="287"/>
            <ac:picMk id="9" creationId="{E7112842-A72B-49DC-91D0-BC6F9B6BEE49}"/>
          </ac:picMkLst>
        </pc:picChg>
        <pc:picChg chg="add mod">
          <ac:chgData name="Nguyen Long" userId="e4e93a65-ca82-41ec-92c8-0e4fdb0a72ae" providerId="ADAL" clId="{8EB380BB-A71A-4CD2-9680-567485BE2474}" dt="2020-11-06T08:38:52.191" v="4301" actId="1038"/>
          <ac:picMkLst>
            <pc:docMk/>
            <pc:sldMk cId="2770051075" sldId="287"/>
            <ac:picMk id="11" creationId="{C9DD1354-F9F3-4462-842D-4DFE2863DEE6}"/>
          </ac:picMkLst>
        </pc:picChg>
      </pc:sldChg>
      <pc:sldChg chg="addSp modSp add del mod modAnim">
        <pc:chgData name="Nguyen Long" userId="e4e93a65-ca82-41ec-92c8-0e4fdb0a72ae" providerId="ADAL" clId="{8EB380BB-A71A-4CD2-9680-567485BE2474}" dt="2020-11-05T15:20:53.506" v="3459" actId="13926"/>
        <pc:sldMkLst>
          <pc:docMk/>
          <pc:sldMk cId="2934772810" sldId="288"/>
        </pc:sldMkLst>
        <pc:spChg chg="add mod">
          <ac:chgData name="Nguyen Long" userId="e4e93a65-ca82-41ec-92c8-0e4fdb0a72ae" providerId="ADAL" clId="{8EB380BB-A71A-4CD2-9680-567485BE2474}" dt="2020-11-05T14:54:17.651" v="3327" actId="1076"/>
          <ac:spMkLst>
            <pc:docMk/>
            <pc:sldMk cId="2934772810" sldId="288"/>
            <ac:spMk id="2" creationId="{C72CEA0A-7980-4F3A-8D4D-07F942821D5B}"/>
          </ac:spMkLst>
        </pc:spChg>
        <pc:spChg chg="mod">
          <ac:chgData name="Nguyen Long" userId="e4e93a65-ca82-41ec-92c8-0e4fdb0a72ae" providerId="ADAL" clId="{8EB380BB-A71A-4CD2-9680-567485BE2474}" dt="2020-11-05T14:55:38.460" v="3332" actId="20577"/>
          <ac:spMkLst>
            <pc:docMk/>
            <pc:sldMk cId="2934772810" sldId="288"/>
            <ac:spMk id="3" creationId="{2F276D3C-FBC1-4640-A48A-4EB4BC264211}"/>
          </ac:spMkLst>
        </pc:spChg>
        <pc:spChg chg="mod">
          <ac:chgData name="Nguyen Long" userId="e4e93a65-ca82-41ec-92c8-0e4fdb0a72ae" providerId="ADAL" clId="{8EB380BB-A71A-4CD2-9680-567485BE2474}" dt="2020-11-05T15:20:53.506" v="3459" actId="13926"/>
          <ac:spMkLst>
            <pc:docMk/>
            <pc:sldMk cId="2934772810" sldId="288"/>
            <ac:spMk id="4" creationId="{5591EB66-863E-4030-B348-96D9001E4993}"/>
          </ac:spMkLst>
        </pc:spChg>
        <pc:picChg chg="add mod">
          <ac:chgData name="Nguyen Long" userId="e4e93a65-ca82-41ec-92c8-0e4fdb0a72ae" providerId="ADAL" clId="{8EB380BB-A71A-4CD2-9680-567485BE2474}" dt="2020-11-05T14:54:55.195" v="3329" actId="1076"/>
          <ac:picMkLst>
            <pc:docMk/>
            <pc:sldMk cId="2934772810" sldId="288"/>
            <ac:picMk id="7" creationId="{7C3CED52-B09D-4EE9-A543-D3FCB4EEB6F9}"/>
          </ac:picMkLst>
        </pc:picChg>
        <pc:picChg chg="add mod">
          <ac:chgData name="Nguyen Long" userId="e4e93a65-ca82-41ec-92c8-0e4fdb0a72ae" providerId="ADAL" clId="{8EB380BB-A71A-4CD2-9680-567485BE2474}" dt="2020-11-05T15:04:42.335" v="3341" actId="1076"/>
          <ac:picMkLst>
            <pc:docMk/>
            <pc:sldMk cId="2934772810" sldId="288"/>
            <ac:picMk id="8" creationId="{EE81EF65-0188-4035-A37A-554C80893B63}"/>
          </ac:picMkLst>
        </pc:picChg>
      </pc:sldChg>
      <pc:sldChg chg="addSp">
        <pc:chgData name="Nguyen Long" userId="e4e93a65-ca82-41ec-92c8-0e4fdb0a72ae" providerId="ADAL" clId="{8EB380BB-A71A-4CD2-9680-567485BE2474}" dt="2020-11-05T14:55:35.339" v="3330"/>
        <pc:sldMkLst>
          <pc:docMk/>
          <pc:sldMk cId="3782341266" sldId="288"/>
        </pc:sldMkLst>
        <pc:spChg chg="add">
          <ac:chgData name="Nguyen Long" userId="e4e93a65-ca82-41ec-92c8-0e4fdb0a72ae" providerId="ADAL" clId="{8EB380BB-A71A-4CD2-9680-567485BE2474}" dt="2020-11-05T14:55:35.339" v="3330"/>
          <ac:spMkLst>
            <pc:docMk/>
            <pc:sldMk cId="3782341266" sldId="288"/>
            <ac:spMk id="4" creationId="{5591EB66-863E-4030-B348-96D9001E4993}"/>
          </ac:spMkLst>
        </pc:spChg>
      </pc:sldChg>
      <pc:sldChg chg="addSp delSp modSp add mod delAnim modAnim">
        <pc:chgData name="Nguyen Long" userId="e4e93a65-ca82-41ec-92c8-0e4fdb0a72ae" providerId="ADAL" clId="{8EB380BB-A71A-4CD2-9680-567485BE2474}" dt="2020-11-05T15:11:46.575" v="3396" actId="1076"/>
        <pc:sldMkLst>
          <pc:docMk/>
          <pc:sldMk cId="1047642461" sldId="289"/>
        </pc:sldMkLst>
        <pc:spChg chg="del">
          <ac:chgData name="Nguyen Long" userId="e4e93a65-ca82-41ec-92c8-0e4fdb0a72ae" providerId="ADAL" clId="{8EB380BB-A71A-4CD2-9680-567485BE2474}" dt="2020-11-05T15:06:54.973" v="3347" actId="478"/>
          <ac:spMkLst>
            <pc:docMk/>
            <pc:sldMk cId="1047642461" sldId="289"/>
            <ac:spMk id="2" creationId="{E79CEEFD-7B33-4BDB-99F0-707878EB379B}"/>
          </ac:spMkLst>
        </pc:spChg>
        <pc:spChg chg="mod">
          <ac:chgData name="Nguyen Long" userId="e4e93a65-ca82-41ec-92c8-0e4fdb0a72ae" providerId="ADAL" clId="{8EB380BB-A71A-4CD2-9680-567485BE2474}" dt="2020-11-05T15:07:04.453" v="3349"/>
          <ac:spMkLst>
            <pc:docMk/>
            <pc:sldMk cId="1047642461" sldId="289"/>
            <ac:spMk id="4" creationId="{AD384748-BAF8-48D5-AA31-190A779D34B8}"/>
          </ac:spMkLst>
        </pc:spChg>
        <pc:spChg chg="del">
          <ac:chgData name="Nguyen Long" userId="e4e93a65-ca82-41ec-92c8-0e4fdb0a72ae" providerId="ADAL" clId="{8EB380BB-A71A-4CD2-9680-567485BE2474}" dt="2020-11-05T15:06:55.727" v="3348" actId="478"/>
          <ac:spMkLst>
            <pc:docMk/>
            <pc:sldMk cId="1047642461" sldId="289"/>
            <ac:spMk id="6" creationId="{7C73B766-D642-4221-8B6A-506AF062D93A}"/>
          </ac:spMkLst>
        </pc:spChg>
        <pc:spChg chg="del">
          <ac:chgData name="Nguyen Long" userId="e4e93a65-ca82-41ec-92c8-0e4fdb0a72ae" providerId="ADAL" clId="{8EB380BB-A71A-4CD2-9680-567485BE2474}" dt="2020-11-05T15:06:49.092" v="3345" actId="478"/>
          <ac:spMkLst>
            <pc:docMk/>
            <pc:sldMk cId="1047642461" sldId="289"/>
            <ac:spMk id="8" creationId="{C42C30BA-75C2-401A-8E64-B70B6F246037}"/>
          </ac:spMkLst>
        </pc:spChg>
        <pc:spChg chg="add mod">
          <ac:chgData name="Nguyen Long" userId="e4e93a65-ca82-41ec-92c8-0e4fdb0a72ae" providerId="ADAL" clId="{8EB380BB-A71A-4CD2-9680-567485BE2474}" dt="2020-11-05T15:06:47.750" v="3344" actId="571"/>
          <ac:spMkLst>
            <pc:docMk/>
            <pc:sldMk cId="1047642461" sldId="289"/>
            <ac:spMk id="14" creationId="{6858BA73-D1A9-4197-BE5E-22A33BB5FE94}"/>
          </ac:spMkLst>
        </pc:spChg>
        <pc:grpChg chg="add mod">
          <ac:chgData name="Nguyen Long" userId="e4e93a65-ca82-41ec-92c8-0e4fdb0a72ae" providerId="ADAL" clId="{8EB380BB-A71A-4CD2-9680-567485BE2474}" dt="2020-11-05T15:11:43.609" v="3395" actId="1076"/>
          <ac:grpSpMkLst>
            <pc:docMk/>
            <pc:sldMk cId="1047642461" sldId="289"/>
            <ac:grpSpMk id="22" creationId="{5CF072FC-BC24-4617-A593-5724E1E02527}"/>
          </ac:grpSpMkLst>
        </pc:grpChg>
        <pc:picChg chg="add mod modCrop">
          <ac:chgData name="Nguyen Long" userId="e4e93a65-ca82-41ec-92c8-0e4fdb0a72ae" providerId="ADAL" clId="{8EB380BB-A71A-4CD2-9680-567485BE2474}" dt="2020-11-05T15:11:46.575" v="3396" actId="1076"/>
          <ac:picMkLst>
            <pc:docMk/>
            <pc:sldMk cId="1047642461" sldId="289"/>
            <ac:picMk id="9" creationId="{12B34C00-3A3A-41A4-B64C-02C4E74C975B}"/>
          </ac:picMkLst>
        </pc:picChg>
        <pc:picChg chg="del">
          <ac:chgData name="Nguyen Long" userId="e4e93a65-ca82-41ec-92c8-0e4fdb0a72ae" providerId="ADAL" clId="{8EB380BB-A71A-4CD2-9680-567485BE2474}" dt="2020-11-05T15:06:49.092" v="3345" actId="478"/>
          <ac:picMkLst>
            <pc:docMk/>
            <pc:sldMk cId="1047642461" sldId="289"/>
            <ac:picMk id="10" creationId="{DF5EB6FE-F9F3-4B9C-8675-D1502E40FD84}"/>
          </ac:picMkLst>
        </pc:picChg>
        <pc:picChg chg="add mod">
          <ac:chgData name="Nguyen Long" userId="e4e93a65-ca82-41ec-92c8-0e4fdb0a72ae" providerId="ADAL" clId="{8EB380BB-A71A-4CD2-9680-567485BE2474}" dt="2020-11-05T15:06:47.750" v="3344" actId="571"/>
          <ac:picMkLst>
            <pc:docMk/>
            <pc:sldMk cId="1047642461" sldId="289"/>
            <ac:picMk id="11" creationId="{B688E96A-EF74-44F6-9F69-DB3DD2EC90ED}"/>
          </ac:picMkLst>
        </pc:picChg>
        <pc:picChg chg="del">
          <ac:chgData name="Nguyen Long" userId="e4e93a65-ca82-41ec-92c8-0e4fdb0a72ae" providerId="ADAL" clId="{8EB380BB-A71A-4CD2-9680-567485BE2474}" dt="2020-11-05T15:06:51.267" v="3346" actId="478"/>
          <ac:picMkLst>
            <pc:docMk/>
            <pc:sldMk cId="1047642461" sldId="289"/>
            <ac:picMk id="12" creationId="{74E28B5F-D9AD-4D34-93CF-DEBA6388E38F}"/>
          </ac:picMkLst>
        </pc:picChg>
        <pc:picChg chg="del">
          <ac:chgData name="Nguyen Long" userId="e4e93a65-ca82-41ec-92c8-0e4fdb0a72ae" providerId="ADAL" clId="{8EB380BB-A71A-4CD2-9680-567485BE2474}" dt="2020-11-05T15:06:49.092" v="3345" actId="478"/>
          <ac:picMkLst>
            <pc:docMk/>
            <pc:sldMk cId="1047642461" sldId="289"/>
            <ac:picMk id="13" creationId="{DDDCD488-CD97-4FD0-9EEC-4AC91D5C8811}"/>
          </ac:picMkLst>
        </pc:picChg>
        <pc:picChg chg="add mod">
          <ac:chgData name="Nguyen Long" userId="e4e93a65-ca82-41ec-92c8-0e4fdb0a72ae" providerId="ADAL" clId="{8EB380BB-A71A-4CD2-9680-567485BE2474}" dt="2020-11-05T15:06:47.750" v="3344" actId="571"/>
          <ac:picMkLst>
            <pc:docMk/>
            <pc:sldMk cId="1047642461" sldId="289"/>
            <ac:picMk id="15" creationId="{AC742035-B832-448C-B372-C363FFB970FD}"/>
          </ac:picMkLst>
        </pc:picChg>
        <pc:picChg chg="add del mod">
          <ac:chgData name="Nguyen Long" userId="e4e93a65-ca82-41ec-92c8-0e4fdb0a72ae" providerId="ADAL" clId="{8EB380BB-A71A-4CD2-9680-567485BE2474}" dt="2020-11-05T15:10:02.412" v="3369" actId="478"/>
          <ac:picMkLst>
            <pc:docMk/>
            <pc:sldMk cId="1047642461" sldId="289"/>
            <ac:picMk id="17" creationId="{9C225F85-E481-453B-AB20-ADE6B62597C7}"/>
          </ac:picMkLst>
        </pc:picChg>
        <pc:picChg chg="add mod modCrop">
          <ac:chgData name="Nguyen Long" userId="e4e93a65-ca82-41ec-92c8-0e4fdb0a72ae" providerId="ADAL" clId="{8EB380BB-A71A-4CD2-9680-567485BE2474}" dt="2020-11-05T15:11:23.563" v="3392" actId="732"/>
          <ac:picMkLst>
            <pc:docMk/>
            <pc:sldMk cId="1047642461" sldId="289"/>
            <ac:picMk id="19" creationId="{173E9360-160E-4796-872B-00A552DB85AA}"/>
          </ac:picMkLst>
        </pc:picChg>
        <pc:picChg chg="add mod modCrop">
          <ac:chgData name="Nguyen Long" userId="e4e93a65-ca82-41ec-92c8-0e4fdb0a72ae" providerId="ADAL" clId="{8EB380BB-A71A-4CD2-9680-567485BE2474}" dt="2020-11-05T15:11:39.915" v="3394" actId="732"/>
          <ac:picMkLst>
            <pc:docMk/>
            <pc:sldMk cId="1047642461" sldId="289"/>
            <ac:picMk id="21" creationId="{807A6A4D-D9AC-4D61-93D0-C49155514EBF}"/>
          </ac:picMkLst>
        </pc:picChg>
      </pc:sldChg>
      <pc:sldChg chg="addSp delSp modSp new add del mod delAnim modAnim">
        <pc:chgData name="Nguyen Long" userId="e4e93a65-ca82-41ec-92c8-0e4fdb0a72ae" providerId="ADAL" clId="{8EB380BB-A71A-4CD2-9680-567485BE2474}" dt="2020-11-06T02:51:19.372" v="3746"/>
        <pc:sldMkLst>
          <pc:docMk/>
          <pc:sldMk cId="601029588" sldId="290"/>
        </pc:sldMkLst>
        <pc:spChg chg="del">
          <ac:chgData name="Nguyen Long" userId="e4e93a65-ca82-41ec-92c8-0e4fdb0a72ae" providerId="ADAL" clId="{8EB380BB-A71A-4CD2-9680-567485BE2474}" dt="2020-11-06T02:02:48.740" v="3463" actId="478"/>
          <ac:spMkLst>
            <pc:docMk/>
            <pc:sldMk cId="601029588" sldId="290"/>
            <ac:spMk id="2" creationId="{17FA70A1-6CC6-45AB-81BF-5B2D41A4A2F2}"/>
          </ac:spMkLst>
        </pc:spChg>
        <pc:spChg chg="mod">
          <ac:chgData name="Nguyen Long" userId="e4e93a65-ca82-41ec-92c8-0e4fdb0a72ae" providerId="ADAL" clId="{8EB380BB-A71A-4CD2-9680-567485BE2474}" dt="2020-11-06T02:02:54.864" v="3464" actId="2711"/>
          <ac:spMkLst>
            <pc:docMk/>
            <pc:sldMk cId="601029588" sldId="290"/>
            <ac:spMk id="3" creationId="{EE90F425-1E26-46FE-AF5D-5391861BCA3C}"/>
          </ac:spMkLst>
        </pc:spChg>
        <pc:spChg chg="mod">
          <ac:chgData name="Nguyen Long" userId="e4e93a65-ca82-41ec-92c8-0e4fdb0a72ae" providerId="ADAL" clId="{8EB380BB-A71A-4CD2-9680-567485BE2474}" dt="2020-11-06T02:19:51.991" v="3465"/>
          <ac:spMkLst>
            <pc:docMk/>
            <pc:sldMk cId="601029588" sldId="290"/>
            <ac:spMk id="4" creationId="{767F175D-F4F5-4A91-9680-96FF3783CD47}"/>
          </ac:spMkLst>
        </pc:spChg>
        <pc:spChg chg="add mod">
          <ac:chgData name="Nguyen Long" userId="e4e93a65-ca82-41ec-92c8-0e4fdb0a72ae" providerId="ADAL" clId="{8EB380BB-A71A-4CD2-9680-567485BE2474}" dt="2020-11-06T02:34:19.577" v="3585" actId="20577"/>
          <ac:spMkLst>
            <pc:docMk/>
            <pc:sldMk cId="601029588" sldId="290"/>
            <ac:spMk id="12" creationId="{2B19DB51-D124-49B6-B370-8DE264EB4748}"/>
          </ac:spMkLst>
        </pc:spChg>
        <pc:picChg chg="add mod">
          <ac:chgData name="Nguyen Long" userId="e4e93a65-ca82-41ec-92c8-0e4fdb0a72ae" providerId="ADAL" clId="{8EB380BB-A71A-4CD2-9680-567485BE2474}" dt="2020-11-06T02:28:00.988" v="3547" actId="1076"/>
          <ac:picMkLst>
            <pc:docMk/>
            <pc:sldMk cId="601029588" sldId="290"/>
            <ac:picMk id="7" creationId="{041BAC2F-D8D7-4A20-8830-50DBB30D1B8D}"/>
          </ac:picMkLst>
        </pc:picChg>
        <pc:picChg chg="add mod">
          <ac:chgData name="Nguyen Long" userId="e4e93a65-ca82-41ec-92c8-0e4fdb0a72ae" providerId="ADAL" clId="{8EB380BB-A71A-4CD2-9680-567485BE2474}" dt="2020-11-06T02:28:06.490" v="3548" actId="1076"/>
          <ac:picMkLst>
            <pc:docMk/>
            <pc:sldMk cId="601029588" sldId="290"/>
            <ac:picMk id="9" creationId="{2CF17CFC-E80A-49D4-97A7-DE847465EBA3}"/>
          </ac:picMkLst>
        </pc:picChg>
        <pc:picChg chg="add mod">
          <ac:chgData name="Nguyen Long" userId="e4e93a65-ca82-41ec-92c8-0e4fdb0a72ae" providerId="ADAL" clId="{8EB380BB-A71A-4CD2-9680-567485BE2474}" dt="2020-11-06T02:24:10.496" v="3493" actId="1038"/>
          <ac:picMkLst>
            <pc:docMk/>
            <pc:sldMk cId="601029588" sldId="290"/>
            <ac:picMk id="11" creationId="{7E3D4A52-71D1-43AF-8250-8DBE508AB7DA}"/>
          </ac:picMkLst>
        </pc:picChg>
        <pc:picChg chg="add del mod">
          <ac:chgData name="Nguyen Long" userId="e4e93a65-ca82-41ec-92c8-0e4fdb0a72ae" providerId="ADAL" clId="{8EB380BB-A71A-4CD2-9680-567485BE2474}" dt="2020-11-06T02:29:53.491" v="3551" actId="478"/>
          <ac:picMkLst>
            <pc:docMk/>
            <pc:sldMk cId="601029588" sldId="290"/>
            <ac:picMk id="14" creationId="{9565F2A0-F857-459B-B2E3-B7897182BFD7}"/>
          </ac:picMkLst>
        </pc:picChg>
        <pc:picChg chg="add del mod">
          <ac:chgData name="Nguyen Long" userId="e4e93a65-ca82-41ec-92c8-0e4fdb0a72ae" providerId="ADAL" clId="{8EB380BB-A71A-4CD2-9680-567485BE2474}" dt="2020-11-06T02:47:19.715" v="3691" actId="21"/>
          <ac:picMkLst>
            <pc:docMk/>
            <pc:sldMk cId="601029588" sldId="290"/>
            <ac:picMk id="16" creationId="{8D201E6D-95CC-4E81-859C-D7A1DEE073A6}"/>
          </ac:picMkLst>
        </pc:picChg>
        <pc:picChg chg="add del mod">
          <ac:chgData name="Nguyen Long" userId="e4e93a65-ca82-41ec-92c8-0e4fdb0a72ae" providerId="ADAL" clId="{8EB380BB-A71A-4CD2-9680-567485BE2474}" dt="2020-11-06T02:47:19.715" v="3691" actId="21"/>
          <ac:picMkLst>
            <pc:docMk/>
            <pc:sldMk cId="601029588" sldId="290"/>
            <ac:picMk id="18" creationId="{1A95D266-4A53-40DB-83A5-7D9E22A68447}"/>
          </ac:picMkLst>
        </pc:picChg>
      </pc:sldChg>
      <pc:sldChg chg="addSp">
        <pc:chgData name="Nguyen Long" userId="e4e93a65-ca82-41ec-92c8-0e4fdb0a72ae" providerId="ADAL" clId="{8EB380BB-A71A-4CD2-9680-567485BE2474}" dt="2020-11-06T02:25:00.104" v="3494"/>
        <pc:sldMkLst>
          <pc:docMk/>
          <pc:sldMk cId="3194151432" sldId="290"/>
        </pc:sldMkLst>
        <pc:spChg chg="add">
          <ac:chgData name="Nguyen Long" userId="e4e93a65-ca82-41ec-92c8-0e4fdb0a72ae" providerId="ADAL" clId="{8EB380BB-A71A-4CD2-9680-567485BE2474}" dt="2020-11-06T02:25:00.104" v="3494"/>
          <ac:spMkLst>
            <pc:docMk/>
            <pc:sldMk cId="3194151432" sldId="290"/>
            <ac:spMk id="2" creationId="{CECC57B5-9E31-40AF-831C-F35F8D573319}"/>
          </ac:spMkLst>
        </pc:spChg>
      </pc:sldChg>
      <pc:sldChg chg="addSp delSp modSp add mod delAnim modAnim">
        <pc:chgData name="Nguyen Long" userId="e4e93a65-ca82-41ec-92c8-0e4fdb0a72ae" providerId="ADAL" clId="{8EB380BB-A71A-4CD2-9680-567485BE2474}" dt="2020-11-06T03:02:51.116" v="3759" actId="1035"/>
        <pc:sldMkLst>
          <pc:docMk/>
          <pc:sldMk cId="2056885706" sldId="291"/>
        </pc:sldMkLst>
        <pc:spChg chg="del">
          <ac:chgData name="Nguyen Long" userId="e4e93a65-ca82-41ec-92c8-0e4fdb0a72ae" providerId="ADAL" clId="{8EB380BB-A71A-4CD2-9680-567485BE2474}" dt="2020-11-06T02:32:19.981" v="3568" actId="478"/>
          <ac:spMkLst>
            <pc:docMk/>
            <pc:sldMk cId="2056885706" sldId="291"/>
            <ac:spMk id="4" creationId="{767F175D-F4F5-4A91-9680-96FF3783CD47}"/>
          </ac:spMkLst>
        </pc:spChg>
        <pc:spChg chg="add del mod">
          <ac:chgData name="Nguyen Long" userId="e4e93a65-ca82-41ec-92c8-0e4fdb0a72ae" providerId="ADAL" clId="{8EB380BB-A71A-4CD2-9680-567485BE2474}" dt="2020-11-06T02:32:22.822" v="3569" actId="478"/>
          <ac:spMkLst>
            <pc:docMk/>
            <pc:sldMk cId="2056885706" sldId="291"/>
            <ac:spMk id="6" creationId="{618B1468-1101-474D-A3BF-85B0261B51F8}"/>
          </ac:spMkLst>
        </pc:spChg>
        <pc:spChg chg="del">
          <ac:chgData name="Nguyen Long" userId="e4e93a65-ca82-41ec-92c8-0e4fdb0a72ae" providerId="ADAL" clId="{8EB380BB-A71A-4CD2-9680-567485BE2474}" dt="2020-11-06T02:32:19.981" v="3568" actId="478"/>
          <ac:spMkLst>
            <pc:docMk/>
            <pc:sldMk cId="2056885706" sldId="291"/>
            <ac:spMk id="12" creationId="{2B19DB51-D124-49B6-B370-8DE264EB4748}"/>
          </ac:spMkLst>
        </pc:spChg>
        <pc:spChg chg="add del mod">
          <ac:chgData name="Nguyen Long" userId="e4e93a65-ca82-41ec-92c8-0e4fdb0a72ae" providerId="ADAL" clId="{8EB380BB-A71A-4CD2-9680-567485BE2474}" dt="2020-11-06T02:34:33.516" v="3586" actId="478"/>
          <ac:spMkLst>
            <pc:docMk/>
            <pc:sldMk cId="2056885706" sldId="291"/>
            <ac:spMk id="13" creationId="{B8066B71-9A89-4CB9-83E4-3E084B7AF3C3}"/>
          </ac:spMkLst>
        </pc:spChg>
        <pc:spChg chg="add mod">
          <ac:chgData name="Nguyen Long" userId="e4e93a65-ca82-41ec-92c8-0e4fdb0a72ae" providerId="ADAL" clId="{8EB380BB-A71A-4CD2-9680-567485BE2474}" dt="2020-11-06T03:02:44.517" v="3747" actId="1076"/>
          <ac:spMkLst>
            <pc:docMk/>
            <pc:sldMk cId="2056885706" sldId="291"/>
            <ac:spMk id="14" creationId="{810755C8-09A0-4C4D-A1F4-87D65777A59F}"/>
          </ac:spMkLst>
        </pc:spChg>
        <pc:spChg chg="add del mod">
          <ac:chgData name="Nguyen Long" userId="e4e93a65-ca82-41ec-92c8-0e4fdb0a72ae" providerId="ADAL" clId="{8EB380BB-A71A-4CD2-9680-567485BE2474}" dt="2020-11-06T02:42:09.723" v="3649" actId="478"/>
          <ac:spMkLst>
            <pc:docMk/>
            <pc:sldMk cId="2056885706" sldId="291"/>
            <ac:spMk id="23" creationId="{88FBEAC7-194E-4FF9-ADFE-B21693D2C0AC}"/>
          </ac:spMkLst>
        </pc:sp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7" creationId="{041BAC2F-D8D7-4A20-8830-50DBB30D1B8D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9" creationId="{2CF17CFC-E80A-49D4-97A7-DE847465EBA3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10" creationId="{7215900E-4A91-4B2C-BB6D-692C75C7BE86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11" creationId="{7E3D4A52-71D1-43AF-8250-8DBE508AB7DA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16" creationId="{8D201E6D-95CC-4E81-859C-D7A1DEE073A6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17" creationId="{8585273A-D3A2-4375-BC66-567C2E32F37A}"/>
          </ac:picMkLst>
        </pc:picChg>
        <pc:picChg chg="del">
          <ac:chgData name="Nguyen Long" userId="e4e93a65-ca82-41ec-92c8-0e4fdb0a72ae" providerId="ADAL" clId="{8EB380BB-A71A-4CD2-9680-567485BE2474}" dt="2020-11-06T02:32:19.981" v="3568" actId="478"/>
          <ac:picMkLst>
            <pc:docMk/>
            <pc:sldMk cId="2056885706" sldId="291"/>
            <ac:picMk id="18" creationId="{1A95D266-4A53-40DB-83A5-7D9E22A68447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20" creationId="{B61647D8-FB2A-4987-8B09-017DB9EC9887}"/>
          </ac:picMkLst>
        </pc:picChg>
        <pc:picChg chg="add mod">
          <ac:chgData name="Nguyen Long" userId="e4e93a65-ca82-41ec-92c8-0e4fdb0a72ae" providerId="ADAL" clId="{8EB380BB-A71A-4CD2-9680-567485BE2474}" dt="2020-11-06T02:47:29.158" v="3735" actId="1036"/>
          <ac:picMkLst>
            <pc:docMk/>
            <pc:sldMk cId="2056885706" sldId="291"/>
            <ac:picMk id="22" creationId="{D9A11298-B411-4CB2-BC0C-31684B9F8A21}"/>
          </ac:picMkLst>
        </pc:picChg>
        <pc:picChg chg="add mod">
          <ac:chgData name="Nguyen Long" userId="e4e93a65-ca82-41ec-92c8-0e4fdb0a72ae" providerId="ADAL" clId="{8EB380BB-A71A-4CD2-9680-567485BE2474}" dt="2020-11-06T03:02:51.116" v="3759" actId="1035"/>
          <ac:picMkLst>
            <pc:docMk/>
            <pc:sldMk cId="2056885706" sldId="291"/>
            <ac:picMk id="24" creationId="{75A65589-ED5A-4A48-B0C0-AA466D1D991F}"/>
          </ac:picMkLst>
        </pc:picChg>
        <pc:picChg chg="add mod">
          <ac:chgData name="Nguyen Long" userId="e4e93a65-ca82-41ec-92c8-0e4fdb0a72ae" providerId="ADAL" clId="{8EB380BB-A71A-4CD2-9680-567485BE2474}" dt="2020-11-06T03:02:51.116" v="3759" actId="1035"/>
          <ac:picMkLst>
            <pc:docMk/>
            <pc:sldMk cId="2056885706" sldId="291"/>
            <ac:picMk id="25" creationId="{66535B57-3347-4313-A285-EB5F0E9923D0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6T03:22:23.470" v="3845" actId="478"/>
        <pc:sldMkLst>
          <pc:docMk/>
          <pc:sldMk cId="1738225108" sldId="292"/>
        </pc:sldMkLst>
        <pc:spChg chg="add mod">
          <ac:chgData name="Nguyen Long" userId="e4e93a65-ca82-41ec-92c8-0e4fdb0a72ae" providerId="ADAL" clId="{8EB380BB-A71A-4CD2-9680-567485BE2474}" dt="2020-11-06T03:12:26.779" v="3810" actId="1076"/>
          <ac:spMkLst>
            <pc:docMk/>
            <pc:sldMk cId="1738225108" sldId="292"/>
            <ac:spMk id="2" creationId="{8DE3DA0E-BC7F-4687-981F-391FD279AFC9}"/>
          </ac:spMkLst>
        </pc:spChg>
        <pc:spChg chg="add mod">
          <ac:chgData name="Nguyen Long" userId="e4e93a65-ca82-41ec-92c8-0e4fdb0a72ae" providerId="ADAL" clId="{8EB380BB-A71A-4CD2-9680-567485BE2474}" dt="2020-11-06T03:15:36.119" v="3825" actId="255"/>
          <ac:spMkLst>
            <pc:docMk/>
            <pc:sldMk cId="1738225108" sldId="292"/>
            <ac:spMk id="11" creationId="{B73C7CB5-4F11-426B-8396-5FE4E32E6F45}"/>
          </ac:spMkLst>
        </pc:spChg>
        <pc:spChg chg="mod">
          <ac:chgData name="Nguyen Long" userId="e4e93a65-ca82-41ec-92c8-0e4fdb0a72ae" providerId="ADAL" clId="{8EB380BB-A71A-4CD2-9680-567485BE2474}" dt="2020-11-06T03:12:05.211" v="3805" actId="14100"/>
          <ac:spMkLst>
            <pc:docMk/>
            <pc:sldMk cId="1738225108" sldId="292"/>
            <ac:spMk id="14" creationId="{810755C8-09A0-4C4D-A1F4-87D65777A59F}"/>
          </ac:spMkLst>
        </pc:spChg>
        <pc:spChg chg="add mod">
          <ac:chgData name="Nguyen Long" userId="e4e93a65-ca82-41ec-92c8-0e4fdb0a72ae" providerId="ADAL" clId="{8EB380BB-A71A-4CD2-9680-567485BE2474}" dt="2020-11-06T03:18:29.970" v="3840"/>
          <ac:spMkLst>
            <pc:docMk/>
            <pc:sldMk cId="1738225108" sldId="292"/>
            <ac:spMk id="16" creationId="{3813479E-2C39-4412-B2FE-AB29B7F8D7AA}"/>
          </ac:spMkLst>
        </pc:spChg>
        <pc:spChg chg="add mod">
          <ac:chgData name="Nguyen Long" userId="e4e93a65-ca82-41ec-92c8-0e4fdb0a72ae" providerId="ADAL" clId="{8EB380BB-A71A-4CD2-9680-567485BE2474}" dt="2020-11-06T03:19:32.322" v="3844"/>
          <ac:spMkLst>
            <pc:docMk/>
            <pc:sldMk cId="1738225108" sldId="292"/>
            <ac:spMk id="17" creationId="{10E8026C-C11A-4D26-A77A-5FCBFD3DEB82}"/>
          </ac:spMkLst>
        </pc:spChg>
        <pc:spChg chg="add del mod">
          <ac:chgData name="Nguyen Long" userId="e4e93a65-ca82-41ec-92c8-0e4fdb0a72ae" providerId="ADAL" clId="{8EB380BB-A71A-4CD2-9680-567485BE2474}" dt="2020-11-06T03:22:23.470" v="3845" actId="478"/>
          <ac:spMkLst>
            <pc:docMk/>
            <pc:sldMk cId="1738225108" sldId="292"/>
            <ac:spMk id="18" creationId="{D97828A0-BDF6-4742-B857-9BF3C193604B}"/>
          </ac:spMkLst>
        </pc:spChg>
        <pc:picChg chg="add mod">
          <ac:chgData name="Nguyen Long" userId="e4e93a65-ca82-41ec-92c8-0e4fdb0a72ae" providerId="ADAL" clId="{8EB380BB-A71A-4CD2-9680-567485BE2474}" dt="2020-11-06T03:12:23.961" v="3809" actId="1076"/>
          <ac:picMkLst>
            <pc:docMk/>
            <pc:sldMk cId="1738225108" sldId="292"/>
            <ac:picMk id="7" creationId="{C49648AD-7397-4AC1-92D9-266077835820}"/>
          </ac:picMkLst>
        </pc:picChg>
        <pc:picChg chg="add mod">
          <ac:chgData name="Nguyen Long" userId="e4e93a65-ca82-41ec-92c8-0e4fdb0a72ae" providerId="ADAL" clId="{8EB380BB-A71A-4CD2-9680-567485BE2474}" dt="2020-11-06T03:13:54.806" v="3812" actId="1076"/>
          <ac:picMkLst>
            <pc:docMk/>
            <pc:sldMk cId="1738225108" sldId="292"/>
            <ac:picMk id="9" creationId="{3A1F9034-3C10-4E5D-97C9-CDE6F86AFA3F}"/>
          </ac:picMkLst>
        </pc:picChg>
        <pc:picChg chg="add del mod">
          <ac:chgData name="Nguyen Long" userId="e4e93a65-ca82-41ec-92c8-0e4fdb0a72ae" providerId="ADAL" clId="{8EB380BB-A71A-4CD2-9680-567485BE2474}" dt="2020-11-06T03:16:19.467" v="3828" actId="478"/>
          <ac:picMkLst>
            <pc:docMk/>
            <pc:sldMk cId="1738225108" sldId="292"/>
            <ac:picMk id="12" creationId="{C62986B9-0B25-4E90-A3B9-93C92E97D615}"/>
          </ac:picMkLst>
        </pc:picChg>
        <pc:picChg chg="add mod">
          <ac:chgData name="Nguyen Long" userId="e4e93a65-ca82-41ec-92c8-0e4fdb0a72ae" providerId="ADAL" clId="{8EB380BB-A71A-4CD2-9680-567485BE2474}" dt="2020-11-06T03:17:16.289" v="3830" actId="1076"/>
          <ac:picMkLst>
            <pc:docMk/>
            <pc:sldMk cId="1738225108" sldId="292"/>
            <ac:picMk id="15" creationId="{53536EFC-B831-439E-953B-12290DE36B20}"/>
          </ac:picMkLst>
        </pc:picChg>
      </pc:sldChg>
      <pc:sldChg chg="addSp modSp add mod modAnim">
        <pc:chgData name="Nguyen Long" userId="e4e93a65-ca82-41ec-92c8-0e4fdb0a72ae" providerId="ADAL" clId="{8EB380BB-A71A-4CD2-9680-567485BE2474}" dt="2020-11-06T03:58:08.823" v="3867" actId="1076"/>
        <pc:sldMkLst>
          <pc:docMk/>
          <pc:sldMk cId="2571023308" sldId="293"/>
        </pc:sldMkLst>
        <pc:spChg chg="mod">
          <ac:chgData name="Nguyen Long" userId="e4e93a65-ca82-41ec-92c8-0e4fdb0a72ae" providerId="ADAL" clId="{8EB380BB-A71A-4CD2-9680-567485BE2474}" dt="2020-11-06T03:56:01.156" v="3852" actId="20577"/>
          <ac:spMkLst>
            <pc:docMk/>
            <pc:sldMk cId="2571023308" sldId="293"/>
            <ac:spMk id="14" creationId="{810755C8-09A0-4C4D-A1F4-87D65777A59F}"/>
          </ac:spMkLst>
        </pc:spChg>
        <pc:picChg chg="add mod">
          <ac:chgData name="Nguyen Long" userId="e4e93a65-ca82-41ec-92c8-0e4fdb0a72ae" providerId="ADAL" clId="{8EB380BB-A71A-4CD2-9680-567485BE2474}" dt="2020-11-06T03:57:05.754" v="3860" actId="1076"/>
          <ac:picMkLst>
            <pc:docMk/>
            <pc:sldMk cId="2571023308" sldId="293"/>
            <ac:picMk id="4" creationId="{AF56A98A-66AA-428F-8229-0C47829034B0}"/>
          </ac:picMkLst>
        </pc:picChg>
        <pc:picChg chg="add mod">
          <ac:chgData name="Nguyen Long" userId="e4e93a65-ca82-41ec-92c8-0e4fdb0a72ae" providerId="ADAL" clId="{8EB380BB-A71A-4CD2-9680-567485BE2474}" dt="2020-11-06T03:58:07.319" v="3866" actId="1076"/>
          <ac:picMkLst>
            <pc:docMk/>
            <pc:sldMk cId="2571023308" sldId="293"/>
            <ac:picMk id="7" creationId="{F994AFC5-CDCD-4D02-9828-AB688235D28E}"/>
          </ac:picMkLst>
        </pc:picChg>
        <pc:picChg chg="add mod">
          <ac:chgData name="Nguyen Long" userId="e4e93a65-ca82-41ec-92c8-0e4fdb0a72ae" providerId="ADAL" clId="{8EB380BB-A71A-4CD2-9680-567485BE2474}" dt="2020-11-06T03:58:08.823" v="3867" actId="1076"/>
          <ac:picMkLst>
            <pc:docMk/>
            <pc:sldMk cId="2571023308" sldId="293"/>
            <ac:picMk id="9" creationId="{B20A6A1A-AD32-42B6-9382-6F55891EF997}"/>
          </ac:picMkLst>
        </pc:picChg>
      </pc:sldChg>
      <pc:sldChg chg="delSp modSp add mod modAnim">
        <pc:chgData name="Nguyen Long" userId="e4e93a65-ca82-41ec-92c8-0e4fdb0a72ae" providerId="ADAL" clId="{8EB380BB-A71A-4CD2-9680-567485BE2474}" dt="2020-11-06T02:46:43.754" v="3690" actId="14100"/>
        <pc:sldMkLst>
          <pc:docMk/>
          <pc:sldMk cId="2019891524" sldId="294"/>
        </pc:sldMkLst>
        <pc:spChg chg="mod">
          <ac:chgData name="Nguyen Long" userId="e4e93a65-ca82-41ec-92c8-0e4fdb0a72ae" providerId="ADAL" clId="{8EB380BB-A71A-4CD2-9680-567485BE2474}" dt="2020-11-06T02:46:43.754" v="3690" actId="14100"/>
          <ac:spMkLst>
            <pc:docMk/>
            <pc:sldMk cId="2019891524" sldId="294"/>
            <ac:spMk id="14" creationId="{810755C8-09A0-4C4D-A1F4-87D65777A59F}"/>
          </ac:spMkLst>
        </pc:sp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10" creationId="{7215900E-4A91-4B2C-BB6D-692C75C7BE86}"/>
          </ac:picMkLst>
        </pc:pic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17" creationId="{8585273A-D3A2-4375-BC66-567C2E32F37A}"/>
          </ac:picMkLst>
        </pc:pic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20" creationId="{B61647D8-FB2A-4987-8B09-017DB9EC9887}"/>
          </ac:picMkLst>
        </pc:picChg>
        <pc:picChg chg="del">
          <ac:chgData name="Nguyen Long" userId="e4e93a65-ca82-41ec-92c8-0e4fdb0a72ae" providerId="ADAL" clId="{8EB380BB-A71A-4CD2-9680-567485BE2474}" dt="2020-11-06T02:42:19.730" v="3651" actId="478"/>
          <ac:picMkLst>
            <pc:docMk/>
            <pc:sldMk cId="2019891524" sldId="294"/>
            <ac:picMk id="22" creationId="{D9A11298-B411-4CB2-BC0C-31684B9F8A2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6T04:13:38.376" v="4025"/>
        <pc:sldMkLst>
          <pc:docMk/>
          <pc:sldMk cId="1436537424" sldId="295"/>
        </pc:sldMkLst>
        <pc:spChg chg="mod">
          <ac:chgData name="Nguyen Long" userId="e4e93a65-ca82-41ec-92c8-0e4fdb0a72ae" providerId="ADAL" clId="{8EB380BB-A71A-4CD2-9680-567485BE2474}" dt="2020-11-06T03:59:45.994" v="3902" actId="1076"/>
          <ac:spMkLst>
            <pc:docMk/>
            <pc:sldMk cId="1436537424" sldId="295"/>
            <ac:spMk id="4" creationId="{F19861AE-5C9F-471D-AAA9-5DB1F0ADDB56}"/>
          </ac:spMkLst>
        </pc:spChg>
        <pc:spChg chg="del">
          <ac:chgData name="Nguyen Long" userId="e4e93a65-ca82-41ec-92c8-0e4fdb0a72ae" providerId="ADAL" clId="{8EB380BB-A71A-4CD2-9680-567485BE2474}" dt="2020-11-06T03:59:49.943" v="3903" actId="478"/>
          <ac:spMkLst>
            <pc:docMk/>
            <pc:sldMk cId="1436537424" sldId="295"/>
            <ac:spMk id="5" creationId="{796EE862-9080-4832-8502-EC15BDDF955B}"/>
          </ac:spMkLst>
        </pc:spChg>
        <pc:spChg chg="del">
          <ac:chgData name="Nguyen Long" userId="e4e93a65-ca82-41ec-92c8-0e4fdb0a72ae" providerId="ADAL" clId="{8EB380BB-A71A-4CD2-9680-567485BE2474}" dt="2020-11-06T03:59:49.943" v="3903" actId="478"/>
          <ac:spMkLst>
            <pc:docMk/>
            <pc:sldMk cId="1436537424" sldId="295"/>
            <ac:spMk id="7" creationId="{B9967AD5-9008-48CF-9C45-9B01ED1B31F6}"/>
          </ac:spMkLst>
        </pc:spChg>
        <pc:spChg chg="add mod">
          <ac:chgData name="Nguyen Long" userId="e4e93a65-ca82-41ec-92c8-0e4fdb0a72ae" providerId="ADAL" clId="{8EB380BB-A71A-4CD2-9680-567485BE2474}" dt="2020-11-06T04:10:15.387" v="3979" actId="14100"/>
          <ac:spMkLst>
            <pc:docMk/>
            <pc:sldMk cId="1436537424" sldId="295"/>
            <ac:spMk id="14" creationId="{F87CC884-65B5-4111-B76A-80FD75D8CF1A}"/>
          </ac:spMkLst>
        </pc:spChg>
        <pc:spChg chg="add mod">
          <ac:chgData name="Nguyen Long" userId="e4e93a65-ca82-41ec-92c8-0e4fdb0a72ae" providerId="ADAL" clId="{8EB380BB-A71A-4CD2-9680-567485BE2474}" dt="2020-11-06T04:08:42.579" v="3977" actId="1076"/>
          <ac:spMkLst>
            <pc:docMk/>
            <pc:sldMk cId="1436537424" sldId="295"/>
            <ac:spMk id="16" creationId="{FC0F406E-56CB-4234-8860-42E08A7DB383}"/>
          </ac:spMkLst>
        </pc:spChg>
        <pc:spChg chg="add mod">
          <ac:chgData name="Nguyen Long" userId="e4e93a65-ca82-41ec-92c8-0e4fdb0a72ae" providerId="ADAL" clId="{8EB380BB-A71A-4CD2-9680-567485BE2474}" dt="2020-11-06T04:12:20.496" v="4012" actId="123"/>
          <ac:spMkLst>
            <pc:docMk/>
            <pc:sldMk cId="1436537424" sldId="295"/>
            <ac:spMk id="19" creationId="{B4B2E12D-F665-4F32-A5AD-F91D364558B2}"/>
          </ac:spMkLst>
        </pc:spChg>
        <pc:spChg chg="add mod">
          <ac:chgData name="Nguyen Long" userId="e4e93a65-ca82-41ec-92c8-0e4fdb0a72ae" providerId="ADAL" clId="{8EB380BB-A71A-4CD2-9680-567485BE2474}" dt="2020-11-06T04:13:05.410" v="4016" actId="208"/>
          <ac:spMkLst>
            <pc:docMk/>
            <pc:sldMk cId="1436537424" sldId="295"/>
            <ac:spMk id="21" creationId="{3596E90F-19F4-4CC9-8723-B88FA3E9B9F9}"/>
          </ac:spMkLst>
        </pc:spChg>
        <pc:picChg chg="add del mod">
          <ac:chgData name="Nguyen Long" userId="e4e93a65-ca82-41ec-92c8-0e4fdb0a72ae" providerId="ADAL" clId="{8EB380BB-A71A-4CD2-9680-567485BE2474}" dt="2020-11-06T04:08:27.909" v="3972" actId="478"/>
          <ac:picMkLst>
            <pc:docMk/>
            <pc:sldMk cId="1436537424" sldId="295"/>
            <ac:picMk id="8" creationId="{AD3DA79F-A07E-4BDC-9A6D-1D9FA129C884}"/>
          </ac:picMkLst>
        </pc:picChg>
        <pc:picChg chg="del">
          <ac:chgData name="Nguyen Long" userId="e4e93a65-ca82-41ec-92c8-0e4fdb0a72ae" providerId="ADAL" clId="{8EB380BB-A71A-4CD2-9680-567485BE2474}" dt="2020-11-06T03:59:49.943" v="3903" actId="478"/>
          <ac:picMkLst>
            <pc:docMk/>
            <pc:sldMk cId="1436537424" sldId="295"/>
            <ac:picMk id="9" creationId="{1E0BA205-DFF7-41EA-A036-820A2D9F9EBE}"/>
          </ac:picMkLst>
        </pc:picChg>
        <pc:picChg chg="del">
          <ac:chgData name="Nguyen Long" userId="e4e93a65-ca82-41ec-92c8-0e4fdb0a72ae" providerId="ADAL" clId="{8EB380BB-A71A-4CD2-9680-567485BE2474}" dt="2020-11-06T03:59:52.243" v="3904" actId="478"/>
          <ac:picMkLst>
            <pc:docMk/>
            <pc:sldMk cId="1436537424" sldId="295"/>
            <ac:picMk id="11" creationId="{46DA668C-7ED5-42EB-80D5-128A1C0A8054}"/>
          </ac:picMkLst>
        </pc:picChg>
        <pc:picChg chg="add mod">
          <ac:chgData name="Nguyen Long" userId="e4e93a65-ca82-41ec-92c8-0e4fdb0a72ae" providerId="ADAL" clId="{8EB380BB-A71A-4CD2-9680-567485BE2474}" dt="2020-11-06T04:08:44.253" v="3978" actId="1076"/>
          <ac:picMkLst>
            <pc:docMk/>
            <pc:sldMk cId="1436537424" sldId="295"/>
            <ac:picMk id="12" creationId="{37361717-A52F-4547-86CB-11B5E7B79374}"/>
          </ac:picMkLst>
        </pc:picChg>
        <pc:picChg chg="del">
          <ac:chgData name="Nguyen Long" userId="e4e93a65-ca82-41ec-92c8-0e4fdb0a72ae" providerId="ADAL" clId="{8EB380BB-A71A-4CD2-9680-567485BE2474}" dt="2020-11-06T03:59:49.943" v="3903" actId="478"/>
          <ac:picMkLst>
            <pc:docMk/>
            <pc:sldMk cId="1436537424" sldId="295"/>
            <ac:picMk id="13" creationId="{5BF09A02-96EE-400B-BD02-0C855A365D1C}"/>
          </ac:picMkLst>
        </pc:picChg>
        <pc:picChg chg="del">
          <ac:chgData name="Nguyen Long" userId="e4e93a65-ca82-41ec-92c8-0e4fdb0a72ae" providerId="ADAL" clId="{8EB380BB-A71A-4CD2-9680-567485BE2474}" dt="2020-11-06T03:59:49.943" v="3903" actId="478"/>
          <ac:picMkLst>
            <pc:docMk/>
            <pc:sldMk cId="1436537424" sldId="295"/>
            <ac:picMk id="15" creationId="{9BBF000A-47E3-4799-91EF-576B5E355929}"/>
          </ac:picMkLst>
        </pc:picChg>
        <pc:picChg chg="add mod">
          <ac:chgData name="Nguyen Long" userId="e4e93a65-ca82-41ec-92c8-0e4fdb0a72ae" providerId="ADAL" clId="{8EB380BB-A71A-4CD2-9680-567485BE2474}" dt="2020-11-06T04:08:32.179" v="3974" actId="1076"/>
          <ac:picMkLst>
            <pc:docMk/>
            <pc:sldMk cId="1436537424" sldId="295"/>
            <ac:picMk id="18" creationId="{53C086A2-D066-42F4-BD1F-F6FF622D9736}"/>
          </ac:picMkLst>
        </pc:picChg>
        <pc:picChg chg="add mod">
          <ac:chgData name="Nguyen Long" userId="e4e93a65-ca82-41ec-92c8-0e4fdb0a72ae" providerId="ADAL" clId="{8EB380BB-A71A-4CD2-9680-567485BE2474}" dt="2020-11-06T04:12:50.009" v="4015" actId="1076"/>
          <ac:picMkLst>
            <pc:docMk/>
            <pc:sldMk cId="1436537424" sldId="295"/>
            <ac:picMk id="23" creationId="{5AF1BEC6-5B3C-4CE1-AE0E-3C481C5F727B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6T08:01:24.691" v="4188" actId="20577"/>
        <pc:sldMkLst>
          <pc:docMk/>
          <pc:sldMk cId="2945794637" sldId="296"/>
        </pc:sldMkLst>
        <pc:spChg chg="mod">
          <ac:chgData name="Nguyen Long" userId="e4e93a65-ca82-41ec-92c8-0e4fdb0a72ae" providerId="ADAL" clId="{8EB380BB-A71A-4CD2-9680-567485BE2474}" dt="2020-11-06T08:01:24.691" v="4188" actId="20577"/>
          <ac:spMkLst>
            <pc:docMk/>
            <pc:sldMk cId="2945794637" sldId="296"/>
            <ac:spMk id="4" creationId="{767F175D-F4F5-4A91-9680-96FF3783CD47}"/>
          </ac:spMkLst>
        </pc:spChg>
        <pc:spChg chg="del">
          <ac:chgData name="Nguyen Long" userId="e4e93a65-ca82-41ec-92c8-0e4fdb0a72ae" providerId="ADAL" clId="{8EB380BB-A71A-4CD2-9680-567485BE2474}" dt="2020-11-06T04:26:11.932" v="4036" actId="478"/>
          <ac:spMkLst>
            <pc:docMk/>
            <pc:sldMk cId="2945794637" sldId="296"/>
            <ac:spMk id="12" creationId="{2B19DB51-D124-49B6-B370-8DE264EB4748}"/>
          </ac:spMkLst>
        </pc:spChg>
        <pc:spChg chg="add mod">
          <ac:chgData name="Nguyen Long" userId="e4e93a65-ca82-41ec-92c8-0e4fdb0a72ae" providerId="ADAL" clId="{8EB380BB-A71A-4CD2-9680-567485BE2474}" dt="2020-11-06T04:32:46.618" v="4055" actId="14100"/>
          <ac:spMkLst>
            <pc:docMk/>
            <pc:sldMk cId="2945794637" sldId="296"/>
            <ac:spMk id="13" creationId="{59DEACEE-60BC-4182-85A2-48DC176330E8}"/>
          </ac:spMkLst>
        </pc:spChg>
        <pc:picChg chg="add mod">
          <ac:chgData name="Nguyen Long" userId="e4e93a65-ca82-41ec-92c8-0e4fdb0a72ae" providerId="ADAL" clId="{8EB380BB-A71A-4CD2-9680-567485BE2474}" dt="2020-11-06T04:29:42.004" v="4046" actId="1076"/>
          <ac:picMkLst>
            <pc:docMk/>
            <pc:sldMk cId="2945794637" sldId="296"/>
            <ac:picMk id="6" creationId="{C1645AFC-BD02-45B6-80ED-F22BB250AFB8}"/>
          </ac:picMkLst>
        </pc:picChg>
        <pc:picChg chg="del">
          <ac:chgData name="Nguyen Long" userId="e4e93a65-ca82-41ec-92c8-0e4fdb0a72ae" providerId="ADAL" clId="{8EB380BB-A71A-4CD2-9680-567485BE2474}" dt="2020-11-06T04:26:06.619" v="4034" actId="478"/>
          <ac:picMkLst>
            <pc:docMk/>
            <pc:sldMk cId="2945794637" sldId="296"/>
            <ac:picMk id="7" creationId="{041BAC2F-D8D7-4A20-8830-50DBB30D1B8D}"/>
          </ac:picMkLst>
        </pc:picChg>
        <pc:picChg chg="del">
          <ac:chgData name="Nguyen Long" userId="e4e93a65-ca82-41ec-92c8-0e4fdb0a72ae" providerId="ADAL" clId="{8EB380BB-A71A-4CD2-9680-567485BE2474}" dt="2020-11-06T04:26:08.909" v="4035" actId="478"/>
          <ac:picMkLst>
            <pc:docMk/>
            <pc:sldMk cId="2945794637" sldId="296"/>
            <ac:picMk id="9" creationId="{2CF17CFC-E80A-49D4-97A7-DE847465EBA3}"/>
          </ac:picMkLst>
        </pc:picChg>
        <pc:picChg chg="del">
          <ac:chgData name="Nguyen Long" userId="e4e93a65-ca82-41ec-92c8-0e4fdb0a72ae" providerId="ADAL" clId="{8EB380BB-A71A-4CD2-9680-567485BE2474}" dt="2020-11-06T04:22:01.259" v="4027" actId="478"/>
          <ac:picMkLst>
            <pc:docMk/>
            <pc:sldMk cId="2945794637" sldId="296"/>
            <ac:picMk id="11" creationId="{7E3D4A52-71D1-43AF-8250-8DBE508AB7DA}"/>
          </ac:picMkLst>
        </pc:picChg>
        <pc:picChg chg="add mod">
          <ac:chgData name="Nguyen Long" userId="e4e93a65-ca82-41ec-92c8-0e4fdb0a72ae" providerId="ADAL" clId="{8EB380BB-A71A-4CD2-9680-567485BE2474}" dt="2020-11-06T04:32:04.431" v="4051" actId="1076"/>
          <ac:picMkLst>
            <pc:docMk/>
            <pc:sldMk cId="2945794637" sldId="296"/>
            <ac:picMk id="14" creationId="{607B3BDC-2049-4FE8-9056-45BD78B4D878}"/>
          </ac:picMkLst>
        </pc:picChg>
        <pc:picChg chg="add mod">
          <ac:chgData name="Nguyen Long" userId="e4e93a65-ca82-41ec-92c8-0e4fdb0a72ae" providerId="ADAL" clId="{8EB380BB-A71A-4CD2-9680-567485BE2474}" dt="2020-11-06T07:30:25.712" v="4061" actId="688"/>
          <ac:picMkLst>
            <pc:docMk/>
            <pc:sldMk cId="2945794637" sldId="296"/>
            <ac:picMk id="16" creationId="{1A8AB3C4-7055-45F7-AD18-3607326A6A45}"/>
          </ac:picMkLst>
        </pc:picChg>
        <pc:picChg chg="add mod">
          <ac:chgData name="Nguyen Long" userId="e4e93a65-ca82-41ec-92c8-0e4fdb0a72ae" providerId="ADAL" clId="{8EB380BB-A71A-4CD2-9680-567485BE2474}" dt="2020-11-06T07:30:27.942" v="4062" actId="1076"/>
          <ac:picMkLst>
            <pc:docMk/>
            <pc:sldMk cId="2945794637" sldId="296"/>
            <ac:picMk id="18" creationId="{6FDAFA9A-9643-43CE-8610-7CF5587ECA57}"/>
          </ac:picMkLst>
        </pc:picChg>
        <pc:picChg chg="add del mod">
          <ac:chgData name="Nguyen Long" userId="e4e93a65-ca82-41ec-92c8-0e4fdb0a72ae" providerId="ADAL" clId="{8EB380BB-A71A-4CD2-9680-567485BE2474}" dt="2020-11-06T07:30:49.731" v="4065" actId="478"/>
          <ac:picMkLst>
            <pc:docMk/>
            <pc:sldMk cId="2945794637" sldId="296"/>
            <ac:picMk id="20" creationId="{869A8200-B83E-43D5-8187-CFBFB469ECE3}"/>
          </ac:picMkLst>
        </pc:picChg>
        <pc:picChg chg="add mod">
          <ac:chgData name="Nguyen Long" userId="e4e93a65-ca82-41ec-92c8-0e4fdb0a72ae" providerId="ADAL" clId="{8EB380BB-A71A-4CD2-9680-567485BE2474}" dt="2020-11-06T07:31:38.374" v="4067" actId="1076"/>
          <ac:picMkLst>
            <pc:docMk/>
            <pc:sldMk cId="2945794637" sldId="296"/>
            <ac:picMk id="22" creationId="{746C41DE-CFDA-4A4F-A340-94282878F481}"/>
          </ac:picMkLst>
        </pc:picChg>
      </pc:sldChg>
      <pc:sldChg chg="addSp delSp modSp add mod delAnim modAnim">
        <pc:chgData name="Nguyen Long" userId="e4e93a65-ca82-41ec-92c8-0e4fdb0a72ae" providerId="ADAL" clId="{8EB380BB-A71A-4CD2-9680-567485BE2474}" dt="2020-11-08T01:29:14.066" v="4344" actId="20577"/>
        <pc:sldMkLst>
          <pc:docMk/>
          <pc:sldMk cId="655704767" sldId="297"/>
        </pc:sldMkLst>
        <pc:spChg chg="del mod">
          <ac:chgData name="Nguyen Long" userId="e4e93a65-ca82-41ec-92c8-0e4fdb0a72ae" providerId="ADAL" clId="{8EB380BB-A71A-4CD2-9680-567485BE2474}" dt="2020-11-06T07:34:22.374" v="4073" actId="478"/>
          <ac:spMkLst>
            <pc:docMk/>
            <pc:sldMk cId="655704767" sldId="297"/>
            <ac:spMk id="4" creationId="{767F175D-F4F5-4A91-9680-96FF3783CD47}"/>
          </ac:spMkLst>
        </pc:spChg>
        <pc:spChg chg="add del mod">
          <ac:chgData name="Nguyen Long" userId="e4e93a65-ca82-41ec-92c8-0e4fdb0a72ae" providerId="ADAL" clId="{8EB380BB-A71A-4CD2-9680-567485BE2474}" dt="2020-11-06T07:34:23.980" v="4074" actId="478"/>
          <ac:spMkLst>
            <pc:docMk/>
            <pc:sldMk cId="655704767" sldId="297"/>
            <ac:spMk id="7" creationId="{34022879-BAC5-4E8C-8841-2B8DA1C5C88D}"/>
          </ac:spMkLst>
        </pc:spChg>
        <pc:spChg chg="add mod">
          <ac:chgData name="Nguyen Long" userId="e4e93a65-ca82-41ec-92c8-0e4fdb0a72ae" providerId="ADAL" clId="{8EB380BB-A71A-4CD2-9680-567485BE2474}" dt="2020-11-08T01:29:14.066" v="4344" actId="20577"/>
          <ac:spMkLst>
            <pc:docMk/>
            <pc:sldMk cId="655704767" sldId="297"/>
            <ac:spMk id="10" creationId="{9C98886C-A3C7-4361-81B6-484EAE329E6F}"/>
          </ac:spMkLst>
        </pc:spChg>
        <pc:spChg chg="mod">
          <ac:chgData name="Nguyen Long" userId="e4e93a65-ca82-41ec-92c8-0e4fdb0a72ae" providerId="ADAL" clId="{8EB380BB-A71A-4CD2-9680-567485BE2474}" dt="2020-11-06T07:37:36.828" v="4101" actId="255"/>
          <ac:spMkLst>
            <pc:docMk/>
            <pc:sldMk cId="655704767" sldId="297"/>
            <ac:spMk id="13" creationId="{59DEACEE-60BC-4182-85A2-48DC176330E8}"/>
          </ac:spMkLst>
        </pc:spChg>
        <pc:picChg chg="del">
          <ac:chgData name="Nguyen Long" userId="e4e93a65-ca82-41ec-92c8-0e4fdb0a72ae" providerId="ADAL" clId="{8EB380BB-A71A-4CD2-9680-567485BE2474}" dt="2020-11-06T07:34:13.398" v="4069" actId="478"/>
          <ac:picMkLst>
            <pc:docMk/>
            <pc:sldMk cId="655704767" sldId="297"/>
            <ac:picMk id="6" creationId="{C1645AFC-BD02-45B6-80ED-F22BB250AFB8}"/>
          </ac:picMkLst>
        </pc:picChg>
        <pc:picChg chg="add mod">
          <ac:chgData name="Nguyen Long" userId="e4e93a65-ca82-41ec-92c8-0e4fdb0a72ae" providerId="ADAL" clId="{8EB380BB-A71A-4CD2-9680-567485BE2474}" dt="2020-11-06T07:36:16.574" v="4085" actId="1076"/>
          <ac:picMkLst>
            <pc:docMk/>
            <pc:sldMk cId="655704767" sldId="297"/>
            <ac:picMk id="9" creationId="{9A1B098D-30FF-40E8-A3B8-3DFC18AB4C8D}"/>
          </ac:picMkLst>
        </pc:picChg>
        <pc:picChg chg="add del mod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11" creationId="{4534DFCB-D315-4A38-B175-C6ACF99203F0}"/>
          </ac:picMkLst>
        </pc:picChg>
        <pc:picChg chg="add del mod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12" creationId="{D0005177-C4A9-43EF-BF9D-C996DFEBA49F}"/>
          </ac:picMkLst>
        </pc:picChg>
        <pc:picChg chg="del">
          <ac:chgData name="Nguyen Long" userId="e4e93a65-ca82-41ec-92c8-0e4fdb0a72ae" providerId="ADAL" clId="{8EB380BB-A71A-4CD2-9680-567485BE2474}" dt="2020-11-06T07:34:24.748" v="4075" actId="478"/>
          <ac:picMkLst>
            <pc:docMk/>
            <pc:sldMk cId="655704767" sldId="297"/>
            <ac:picMk id="14" creationId="{607B3BDC-2049-4FE8-9056-45BD78B4D878}"/>
          </ac:picMkLst>
        </pc:picChg>
        <pc:picChg chg="add del mod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15" creationId="{21D87051-22C8-4FAE-B28F-89CAB47D1372}"/>
          </ac:picMkLst>
        </pc:picChg>
        <pc:picChg chg="del">
          <ac:chgData name="Nguyen Long" userId="e4e93a65-ca82-41ec-92c8-0e4fdb0a72ae" providerId="ADAL" clId="{8EB380BB-A71A-4CD2-9680-567485BE2474}" dt="2020-11-06T07:34:25.117" v="4076" actId="478"/>
          <ac:picMkLst>
            <pc:docMk/>
            <pc:sldMk cId="655704767" sldId="297"/>
            <ac:picMk id="16" creationId="{1A8AB3C4-7055-45F7-AD18-3607326A6A45}"/>
          </ac:picMkLst>
        </pc:picChg>
        <pc:picChg chg="del">
          <ac:chgData name="Nguyen Long" userId="e4e93a65-ca82-41ec-92c8-0e4fdb0a72ae" providerId="ADAL" clId="{8EB380BB-A71A-4CD2-9680-567485BE2474}" dt="2020-11-06T07:34:46.331" v="4081" actId="478"/>
          <ac:picMkLst>
            <pc:docMk/>
            <pc:sldMk cId="655704767" sldId="297"/>
            <ac:picMk id="18" creationId="{6FDAFA9A-9643-43CE-8610-7CF5587ECA57}"/>
          </ac:picMkLst>
        </pc:picChg>
        <pc:picChg chg="del">
          <ac:chgData name="Nguyen Long" userId="e4e93a65-ca82-41ec-92c8-0e4fdb0a72ae" providerId="ADAL" clId="{8EB380BB-A71A-4CD2-9680-567485BE2474}" dt="2020-11-06T07:34:17.589" v="4071" actId="478"/>
          <ac:picMkLst>
            <pc:docMk/>
            <pc:sldMk cId="655704767" sldId="297"/>
            <ac:picMk id="22" creationId="{746C41DE-CFDA-4A4F-A340-94282878F481}"/>
          </ac:picMkLst>
        </pc:picChg>
      </pc:sldChg>
      <pc:sldChg chg="addSp delSp modSp new mod">
        <pc:chgData name="Nguyen Long" userId="e4e93a65-ca82-41ec-92c8-0e4fdb0a72ae" providerId="ADAL" clId="{8EB380BB-A71A-4CD2-9680-567485BE2474}" dt="2020-11-06T08:11:38.633" v="4212" actId="1076"/>
        <pc:sldMkLst>
          <pc:docMk/>
          <pc:sldMk cId="2926194816" sldId="298"/>
        </pc:sldMkLst>
        <pc:spChg chg="del">
          <ac:chgData name="Nguyen Long" userId="e4e93a65-ca82-41ec-92c8-0e4fdb0a72ae" providerId="ADAL" clId="{8EB380BB-A71A-4CD2-9680-567485BE2474}" dt="2020-11-06T08:04:37.633" v="4194" actId="478"/>
          <ac:spMkLst>
            <pc:docMk/>
            <pc:sldMk cId="2926194816" sldId="298"/>
            <ac:spMk id="2" creationId="{D3E81FC4-E5C1-48C7-9B66-B038CF04264F}"/>
          </ac:spMkLst>
        </pc:spChg>
        <pc:spChg chg="mod">
          <ac:chgData name="Nguyen Long" userId="e4e93a65-ca82-41ec-92c8-0e4fdb0a72ae" providerId="ADAL" clId="{8EB380BB-A71A-4CD2-9680-567485BE2474}" dt="2020-11-06T08:03:45.037" v="4192" actId="2711"/>
          <ac:spMkLst>
            <pc:docMk/>
            <pc:sldMk cId="2926194816" sldId="298"/>
            <ac:spMk id="3" creationId="{62A79EAC-0BC8-4DF7-B963-899AA7EF67BA}"/>
          </ac:spMkLst>
        </pc:spChg>
        <pc:spChg chg="mod">
          <ac:chgData name="Nguyen Long" userId="e4e93a65-ca82-41ec-92c8-0e4fdb0a72ae" providerId="ADAL" clId="{8EB380BB-A71A-4CD2-9680-567485BE2474}" dt="2020-11-06T08:04:34.122" v="4193"/>
          <ac:spMkLst>
            <pc:docMk/>
            <pc:sldMk cId="2926194816" sldId="298"/>
            <ac:spMk id="4" creationId="{EFE970DA-31B3-48D7-84D8-E9CFD5B197FD}"/>
          </ac:spMkLst>
        </pc:spChg>
        <pc:picChg chg="add mod">
          <ac:chgData name="Nguyen Long" userId="e4e93a65-ca82-41ec-92c8-0e4fdb0a72ae" providerId="ADAL" clId="{8EB380BB-A71A-4CD2-9680-567485BE2474}" dt="2020-11-06T08:11:38.633" v="4212" actId="1076"/>
          <ac:picMkLst>
            <pc:docMk/>
            <pc:sldMk cId="2926194816" sldId="298"/>
            <ac:picMk id="7" creationId="{56AD064E-3237-4494-9B83-D2C089E5268E}"/>
          </ac:picMkLst>
        </pc:picChg>
        <pc:picChg chg="add mod">
          <ac:chgData name="Nguyen Long" userId="e4e93a65-ca82-41ec-92c8-0e4fdb0a72ae" providerId="ADAL" clId="{8EB380BB-A71A-4CD2-9680-567485BE2474}" dt="2020-11-06T08:11:36.408" v="4211" actId="1076"/>
          <ac:picMkLst>
            <pc:docMk/>
            <pc:sldMk cId="2926194816" sldId="298"/>
            <ac:picMk id="9" creationId="{5761566E-3ACD-42BB-A3CF-C47D42D86841}"/>
          </ac:picMkLst>
        </pc:picChg>
        <pc:picChg chg="add mod">
          <ac:chgData name="Nguyen Long" userId="e4e93a65-ca82-41ec-92c8-0e4fdb0a72ae" providerId="ADAL" clId="{8EB380BB-A71A-4CD2-9680-567485BE2474}" dt="2020-11-06T08:11:34.529" v="4210" actId="1076"/>
          <ac:picMkLst>
            <pc:docMk/>
            <pc:sldMk cId="2926194816" sldId="298"/>
            <ac:picMk id="11" creationId="{B77B8D67-9FEE-4464-A2FF-91A2195C2C75}"/>
          </ac:picMkLst>
        </pc:picChg>
      </pc:sldChg>
      <pc:sldChg chg="addSp modSp add mod">
        <pc:chgData name="Nguyen Long" userId="e4e93a65-ca82-41ec-92c8-0e4fdb0a72ae" providerId="ADAL" clId="{8EB380BB-A71A-4CD2-9680-567485BE2474}" dt="2020-11-06T08:14:31.280" v="4220" actId="1076"/>
        <pc:sldMkLst>
          <pc:docMk/>
          <pc:sldMk cId="4195964939" sldId="299"/>
        </pc:sldMkLst>
        <pc:spChg chg="mod">
          <ac:chgData name="Nguyen Long" userId="e4e93a65-ca82-41ec-92c8-0e4fdb0a72ae" providerId="ADAL" clId="{8EB380BB-A71A-4CD2-9680-567485BE2474}" dt="2020-11-06T08:12:03.761" v="4213"/>
          <ac:spMkLst>
            <pc:docMk/>
            <pc:sldMk cId="4195964939" sldId="299"/>
            <ac:spMk id="4" creationId="{EFE970DA-31B3-48D7-84D8-E9CFD5B197FD}"/>
          </ac:spMkLst>
        </pc:spChg>
        <pc:picChg chg="add mod">
          <ac:chgData name="Nguyen Long" userId="e4e93a65-ca82-41ec-92c8-0e4fdb0a72ae" providerId="ADAL" clId="{8EB380BB-A71A-4CD2-9680-567485BE2474}" dt="2020-11-06T08:12:59.899" v="4215" actId="1076"/>
          <ac:picMkLst>
            <pc:docMk/>
            <pc:sldMk cId="4195964939" sldId="299"/>
            <ac:picMk id="6" creationId="{BD7E728D-C961-4419-93C0-EC8FCA4635E9}"/>
          </ac:picMkLst>
        </pc:picChg>
        <pc:picChg chg="add mod">
          <ac:chgData name="Nguyen Long" userId="e4e93a65-ca82-41ec-92c8-0e4fdb0a72ae" providerId="ADAL" clId="{8EB380BB-A71A-4CD2-9680-567485BE2474}" dt="2020-11-06T08:13:23.769" v="4217" actId="1076"/>
          <ac:picMkLst>
            <pc:docMk/>
            <pc:sldMk cId="4195964939" sldId="299"/>
            <ac:picMk id="8" creationId="{54776EBF-8D16-43E0-AE3C-45A085A35C7D}"/>
          </ac:picMkLst>
        </pc:picChg>
        <pc:picChg chg="add mod">
          <ac:chgData name="Nguyen Long" userId="e4e93a65-ca82-41ec-92c8-0e4fdb0a72ae" providerId="ADAL" clId="{8EB380BB-A71A-4CD2-9680-567485BE2474}" dt="2020-11-06T08:14:31.280" v="4220" actId="1076"/>
          <ac:picMkLst>
            <pc:docMk/>
            <pc:sldMk cId="4195964939" sldId="299"/>
            <ac:picMk id="10" creationId="{6F6AB5D2-07BD-4B73-B104-6F473D9330C7}"/>
          </ac:picMkLst>
        </pc:picChg>
      </pc:sldChg>
      <pc:sldChg chg="addSp delSp modSp add mod">
        <pc:chgData name="Nguyen Long" userId="e4e93a65-ca82-41ec-92c8-0e4fdb0a72ae" providerId="ADAL" clId="{8EB380BB-A71A-4CD2-9680-567485BE2474}" dt="2020-11-06T08:42:55.932" v="4324" actId="1076"/>
        <pc:sldMkLst>
          <pc:docMk/>
          <pc:sldMk cId="2977128543" sldId="300"/>
        </pc:sldMkLst>
        <pc:spChg chg="del mod">
          <ac:chgData name="Nguyen Long" userId="e4e93a65-ca82-41ec-92c8-0e4fdb0a72ae" providerId="ADAL" clId="{8EB380BB-A71A-4CD2-9680-567485BE2474}" dt="2020-11-06T08:18:21.028" v="4221" actId="478"/>
          <ac:spMkLst>
            <pc:docMk/>
            <pc:sldMk cId="2977128543" sldId="300"/>
            <ac:spMk id="4" creationId="{EFE970DA-31B3-48D7-84D8-E9CFD5B197FD}"/>
          </ac:spMkLst>
        </pc:spChg>
        <pc:spChg chg="add del mod">
          <ac:chgData name="Nguyen Long" userId="e4e93a65-ca82-41ec-92c8-0e4fdb0a72ae" providerId="ADAL" clId="{8EB380BB-A71A-4CD2-9680-567485BE2474}" dt="2020-11-06T08:18:24.746" v="4222" actId="478"/>
          <ac:spMkLst>
            <pc:docMk/>
            <pc:sldMk cId="2977128543" sldId="300"/>
            <ac:spMk id="6" creationId="{706CBA7F-9E50-46FF-911B-1862165489FE}"/>
          </ac:spMkLst>
        </pc:spChg>
        <pc:picChg chg="add del mod">
          <ac:chgData name="Nguyen Long" userId="e4e93a65-ca82-41ec-92c8-0e4fdb0a72ae" providerId="ADAL" clId="{8EB380BB-A71A-4CD2-9680-567485BE2474}" dt="2020-11-06T08:41:54.289" v="4308" actId="478"/>
          <ac:picMkLst>
            <pc:docMk/>
            <pc:sldMk cId="2977128543" sldId="300"/>
            <ac:picMk id="8" creationId="{4B55F146-C4AA-41C2-A563-E26534D946DC}"/>
          </ac:picMkLst>
        </pc:picChg>
        <pc:picChg chg="add mod">
          <ac:chgData name="Nguyen Long" userId="e4e93a65-ca82-41ec-92c8-0e4fdb0a72ae" providerId="ADAL" clId="{8EB380BB-A71A-4CD2-9680-567485BE2474}" dt="2020-11-06T08:42:50.830" v="4319" actId="1076"/>
          <ac:picMkLst>
            <pc:docMk/>
            <pc:sldMk cId="2977128543" sldId="300"/>
            <ac:picMk id="10" creationId="{2C9F303A-EC59-47AB-B620-0E547A43B255}"/>
          </ac:picMkLst>
        </pc:picChg>
        <pc:picChg chg="add mod">
          <ac:chgData name="Nguyen Long" userId="e4e93a65-ca82-41ec-92c8-0e4fdb0a72ae" providerId="ADAL" clId="{8EB380BB-A71A-4CD2-9680-567485BE2474}" dt="2020-11-06T08:42:54.592" v="4323" actId="1076"/>
          <ac:picMkLst>
            <pc:docMk/>
            <pc:sldMk cId="2977128543" sldId="300"/>
            <ac:picMk id="12" creationId="{3DEE112A-D0D4-42A3-9334-6093F62B5F19}"/>
          </ac:picMkLst>
        </pc:picChg>
        <pc:picChg chg="add mod">
          <ac:chgData name="Nguyen Long" userId="e4e93a65-ca82-41ec-92c8-0e4fdb0a72ae" providerId="ADAL" clId="{8EB380BB-A71A-4CD2-9680-567485BE2474}" dt="2020-11-06T08:42:52.621" v="4321" actId="1076"/>
          <ac:picMkLst>
            <pc:docMk/>
            <pc:sldMk cId="2977128543" sldId="300"/>
            <ac:picMk id="14" creationId="{4D6B232E-5F19-46F9-B063-AAAC5AB7F205}"/>
          </ac:picMkLst>
        </pc:picChg>
        <pc:picChg chg="add mod">
          <ac:chgData name="Nguyen Long" userId="e4e93a65-ca82-41ec-92c8-0e4fdb0a72ae" providerId="ADAL" clId="{8EB380BB-A71A-4CD2-9680-567485BE2474}" dt="2020-11-06T08:42:55.932" v="4324" actId="1076"/>
          <ac:picMkLst>
            <pc:docMk/>
            <pc:sldMk cId="2977128543" sldId="300"/>
            <ac:picMk id="16" creationId="{93FA6372-7223-49E6-B5BD-DBA9F674958C}"/>
          </ac:picMkLst>
        </pc:picChg>
      </pc:sldChg>
      <pc:sldChg chg="addSp delSp modSp add mod">
        <pc:chgData name="Nguyen Long" userId="e4e93a65-ca82-41ec-92c8-0e4fdb0a72ae" providerId="ADAL" clId="{8EB380BB-A71A-4CD2-9680-567485BE2474}" dt="2020-11-06T08:45:58.030" v="4336" actId="1076"/>
        <pc:sldMkLst>
          <pc:docMk/>
          <pc:sldMk cId="4139047187" sldId="301"/>
        </pc:sldMkLst>
        <pc:spChg chg="mod">
          <ac:chgData name="Nguyen Long" userId="e4e93a65-ca82-41ec-92c8-0e4fdb0a72ae" providerId="ADAL" clId="{8EB380BB-A71A-4CD2-9680-567485BE2474}" dt="2020-11-06T08:43:21.983" v="4325"/>
          <ac:spMkLst>
            <pc:docMk/>
            <pc:sldMk cId="4139047187" sldId="301"/>
            <ac:spMk id="3" creationId="{62A79EAC-0BC8-4DF7-B963-899AA7EF67BA}"/>
          </ac:spMkLst>
        </pc:spChg>
        <pc:spChg chg="mod">
          <ac:chgData name="Nguyen Long" userId="e4e93a65-ca82-41ec-92c8-0e4fdb0a72ae" providerId="ADAL" clId="{8EB380BB-A71A-4CD2-9680-567485BE2474}" dt="2020-11-06T08:43:32.597" v="4326"/>
          <ac:spMkLst>
            <pc:docMk/>
            <pc:sldMk cId="4139047187" sldId="301"/>
            <ac:spMk id="4" creationId="{EFE970DA-31B3-48D7-84D8-E9CFD5B197FD}"/>
          </ac:spMkLst>
        </pc:spChg>
        <pc:picChg chg="add del">
          <ac:chgData name="Nguyen Long" userId="e4e93a65-ca82-41ec-92c8-0e4fdb0a72ae" providerId="ADAL" clId="{8EB380BB-A71A-4CD2-9680-567485BE2474}" dt="2020-11-06T08:45:28.595" v="4334" actId="478"/>
          <ac:picMkLst>
            <pc:docMk/>
            <pc:sldMk cId="4139047187" sldId="301"/>
            <ac:picMk id="6" creationId="{09F6829A-8942-49E1-A8AF-D73411C0AA59}"/>
          </ac:picMkLst>
        </pc:picChg>
        <pc:picChg chg="add mod">
          <ac:chgData name="Nguyen Long" userId="e4e93a65-ca82-41ec-92c8-0e4fdb0a72ae" providerId="ADAL" clId="{8EB380BB-A71A-4CD2-9680-567485BE2474}" dt="2020-11-06T08:45:58.030" v="4336" actId="1076"/>
          <ac:picMkLst>
            <pc:docMk/>
            <pc:sldMk cId="4139047187" sldId="301"/>
            <ac:picMk id="8" creationId="{3FD39DD4-2149-4E9E-9868-813E97773EC0}"/>
          </ac:picMkLst>
        </pc:picChg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4120886595" sldId="302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2948894127" sldId="303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2475657983" sldId="304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733917394" sldId="305"/>
        </pc:sldMkLst>
      </pc:sldChg>
      <pc:sldChg chg="add del">
        <pc:chgData name="Nguyen Long" userId="e4e93a65-ca82-41ec-92c8-0e4fdb0a72ae" providerId="ADAL" clId="{8EB380BB-A71A-4CD2-9680-567485BE2474}" dt="2020-11-06T08:44:23.077" v="4327" actId="47"/>
        <pc:sldMkLst>
          <pc:docMk/>
          <pc:sldMk cId="2040153863" sldId="306"/>
        </pc:sldMkLst>
      </pc:sldChg>
      <pc:sldChg chg="add">
        <pc:chgData name="Nguyen Long" userId="e4e93a65-ca82-41ec-92c8-0e4fdb0a72ae" providerId="ADAL" clId="{8EB380BB-A71A-4CD2-9680-567485BE2474}" dt="2020-11-06T08:04:44.841" v="4203"/>
        <pc:sldMkLst>
          <pc:docMk/>
          <pc:sldMk cId="1369740203" sldId="307"/>
        </pc:sldMkLst>
      </pc:sldChg>
      <pc:sldChg chg="add">
        <pc:chgData name="Nguyen Long" userId="e4e93a65-ca82-41ec-92c8-0e4fdb0a72ae" providerId="ADAL" clId="{8EB380BB-A71A-4CD2-9680-567485BE2474}" dt="2020-11-06T08:44:38.045" v="4330"/>
        <pc:sldMkLst>
          <pc:docMk/>
          <pc:sldMk cId="2410743619" sldId="308"/>
        </pc:sldMkLst>
      </pc:sldChg>
      <pc:sldChg chg="add">
        <pc:chgData name="Nguyen Long" userId="e4e93a65-ca82-41ec-92c8-0e4fdb0a72ae" providerId="ADAL" clId="{8EB380BB-A71A-4CD2-9680-567485BE2474}" dt="2020-11-06T08:44:38.277" v="4331"/>
        <pc:sldMkLst>
          <pc:docMk/>
          <pc:sldMk cId="3371151911" sldId="309"/>
        </pc:sldMkLst>
      </pc:sldChg>
      <pc:sldChg chg="add">
        <pc:chgData name="Nguyen Long" userId="e4e93a65-ca82-41ec-92c8-0e4fdb0a72ae" providerId="ADAL" clId="{8EB380BB-A71A-4CD2-9680-567485BE2474}" dt="2020-11-06T08:44:38.430" v="4332"/>
        <pc:sldMkLst>
          <pc:docMk/>
          <pc:sldMk cId="1000680932" sldId="310"/>
        </pc:sldMkLst>
      </pc:sldChg>
    </pc:docChg>
  </pc:docChgLst>
  <pc:docChgLst>
    <pc:chgData name="Nguyen Tuan. Long" userId="e4e93a65-ca82-41ec-92c8-0e4fdb0a72ae" providerId="ADAL" clId="{2957E7E6-D090-40A8-83A6-0F6D96C17B5C}"/>
    <pc:docChg chg="custSel modSld">
      <pc:chgData name="Nguyen Tuan. Long" userId="e4e93a65-ca82-41ec-92c8-0e4fdb0a72ae" providerId="ADAL" clId="{2957E7E6-D090-40A8-83A6-0F6D96C17B5C}" dt="2024-02-23T02:03:10.967" v="29"/>
      <pc:docMkLst>
        <pc:docMk/>
      </pc:docMkLst>
      <pc:sldChg chg="addSp modSp mod">
        <pc:chgData name="Nguyen Tuan. Long" userId="e4e93a65-ca82-41ec-92c8-0e4fdb0a72ae" providerId="ADAL" clId="{2957E7E6-D090-40A8-83A6-0F6D96C17B5C}" dt="2024-02-23T01:55:22.133" v="23" actId="27636"/>
        <pc:sldMkLst>
          <pc:docMk/>
          <pc:sldMk cId="1829236185" sldId="258"/>
        </pc:sldMkLst>
        <pc:spChg chg="mod">
          <ac:chgData name="Nguyen Tuan. Long" userId="e4e93a65-ca82-41ec-92c8-0e4fdb0a72ae" providerId="ADAL" clId="{2957E7E6-D090-40A8-83A6-0F6D96C17B5C}" dt="2024-02-23T01:55:22.133" v="23" actId="27636"/>
          <ac:spMkLst>
            <pc:docMk/>
            <pc:sldMk cId="1829236185" sldId="258"/>
            <ac:spMk id="2" creationId="{80FE5516-7451-46AD-A1E8-26D02D286C28}"/>
          </ac:spMkLst>
        </pc:spChg>
        <pc:spChg chg="add mod">
          <ac:chgData name="Nguyen Tuan. Long" userId="e4e93a65-ca82-41ec-92c8-0e4fdb0a72ae" providerId="ADAL" clId="{2957E7E6-D090-40A8-83A6-0F6D96C17B5C}" dt="2024-02-23T01:55:13.546" v="21" actId="208"/>
          <ac:spMkLst>
            <pc:docMk/>
            <pc:sldMk cId="1829236185" sldId="258"/>
            <ac:spMk id="3" creationId="{F0C214A4-069B-8EEB-CE82-44AF1DBD9045}"/>
          </ac:spMkLst>
        </pc:spChg>
      </pc:sldChg>
      <pc:sldChg chg="modSp mod">
        <pc:chgData name="Nguyen Tuan. Long" userId="e4e93a65-ca82-41ec-92c8-0e4fdb0a72ae" providerId="ADAL" clId="{2957E7E6-D090-40A8-83A6-0F6D96C17B5C}" dt="2024-02-23T02:03:10.967" v="29"/>
        <pc:sldMkLst>
          <pc:docMk/>
          <pc:sldMk cId="2848987940" sldId="263"/>
        </pc:sldMkLst>
        <pc:spChg chg="mod">
          <ac:chgData name="Nguyen Tuan. Long" userId="e4e93a65-ca82-41ec-92c8-0e4fdb0a72ae" providerId="ADAL" clId="{2957E7E6-D090-40A8-83A6-0F6D96C17B5C}" dt="2024-02-23T01:55:48.464" v="27" actId="20577"/>
          <ac:spMkLst>
            <pc:docMk/>
            <pc:sldMk cId="2848987940" sldId="263"/>
            <ac:spMk id="11" creationId="{F413AA2B-2D90-4655-837E-D9E3CC06BC5C}"/>
          </ac:spMkLst>
        </pc:spChg>
        <pc:spChg chg="mod">
          <ac:chgData name="Nguyen Tuan. Long" userId="e4e93a65-ca82-41ec-92c8-0e4fdb0a72ae" providerId="ADAL" clId="{2957E7E6-D090-40A8-83A6-0F6D96C17B5C}" dt="2024-02-23T02:03:10.967" v="29"/>
          <ac:spMkLst>
            <pc:docMk/>
            <pc:sldMk cId="2848987940" sldId="263"/>
            <ac:spMk id="13" creationId="{8DCBFF2C-2C51-47AD-942A-27C9869AB267}"/>
          </ac:spMkLst>
        </pc:spChg>
      </pc:sldChg>
      <pc:sldChg chg="mod modShow">
        <pc:chgData name="Nguyen Tuan. Long" userId="e4e93a65-ca82-41ec-92c8-0e4fdb0a72ae" providerId="ADAL" clId="{2957E7E6-D090-40A8-83A6-0F6D96C17B5C}" dt="2024-02-23T02:00:18.503" v="28" actId="729"/>
        <pc:sldMkLst>
          <pc:docMk/>
          <pc:sldMk cId="395124176" sldId="35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86D3CA-7426-4D0F-89FD-BDA792503617}" type="doc">
      <dgm:prSet loTypeId="urn:microsoft.com/office/officeart/2005/8/layout/process2" loCatId="process" qsTypeId="urn:microsoft.com/office/officeart/2005/8/quickstyle/3d4" qsCatId="3D" csTypeId="urn:microsoft.com/office/officeart/2005/8/colors/accent1_2" csCatId="accent1" phldr="1"/>
      <dgm:spPr/>
    </dgm:pt>
    <dgm:pt modelId="{D1021D56-73AD-470A-BF8D-51C0F3E54C72}">
      <dgm:prSet phldrT="[Văn bản]"/>
      <dgm:spPr/>
      <dgm:t>
        <a:bodyPr/>
        <a:lstStyle/>
        <a:p>
          <a:r>
            <a:rPr lang="en-GB" dirty="0" err="1"/>
            <a:t>Detcecting</a:t>
          </a:r>
          <a:endParaRPr lang="en-US" dirty="0"/>
        </a:p>
      </dgm:t>
    </dgm:pt>
    <dgm:pt modelId="{3427CF0B-1031-4A19-9254-0F22B850EAC4}" type="parTrans" cxnId="{8210D8F2-4570-40B6-9AFC-A5EC817EAE72}">
      <dgm:prSet/>
      <dgm:spPr/>
      <dgm:t>
        <a:bodyPr/>
        <a:lstStyle/>
        <a:p>
          <a:endParaRPr lang="en-US"/>
        </a:p>
      </dgm:t>
    </dgm:pt>
    <dgm:pt modelId="{FDD38244-05DC-40D5-9410-A0A6B391C6EA}" type="sibTrans" cxnId="{8210D8F2-4570-40B6-9AFC-A5EC817EAE72}">
      <dgm:prSet/>
      <dgm:spPr/>
      <dgm:t>
        <a:bodyPr/>
        <a:lstStyle/>
        <a:p>
          <a:endParaRPr lang="en-US"/>
        </a:p>
      </dgm:t>
    </dgm:pt>
    <dgm:pt modelId="{FB18EE77-43D4-4B6C-9426-877D571DD96B}">
      <dgm:prSet phldrT="[Văn bản]"/>
      <dgm:spPr/>
      <dgm:t>
        <a:bodyPr/>
        <a:lstStyle/>
        <a:p>
          <a:r>
            <a:rPr lang="en-GB" dirty="0"/>
            <a:t>Handling</a:t>
          </a:r>
          <a:endParaRPr lang="en-US" dirty="0"/>
        </a:p>
      </dgm:t>
    </dgm:pt>
    <dgm:pt modelId="{7D1F626D-47B1-4F46-B2EF-CAC4CA015D5A}" type="parTrans" cxnId="{E3CEF331-1A75-4394-93FA-9AE0699723C4}">
      <dgm:prSet/>
      <dgm:spPr/>
      <dgm:t>
        <a:bodyPr/>
        <a:lstStyle/>
        <a:p>
          <a:endParaRPr lang="en-US"/>
        </a:p>
      </dgm:t>
    </dgm:pt>
    <dgm:pt modelId="{DC6F0BEF-5B06-43FB-A94D-31DF74B113E6}" type="sibTrans" cxnId="{E3CEF331-1A75-4394-93FA-9AE0699723C4}">
      <dgm:prSet/>
      <dgm:spPr/>
      <dgm:t>
        <a:bodyPr/>
        <a:lstStyle/>
        <a:p>
          <a:endParaRPr lang="en-US"/>
        </a:p>
      </dgm:t>
    </dgm:pt>
    <dgm:pt modelId="{48D421CD-0922-44C7-8FE6-510524FF7B67}">
      <dgm:prSet/>
      <dgm:spPr/>
      <dgm:t>
        <a:bodyPr/>
        <a:lstStyle/>
        <a:p>
          <a:r>
            <a:rPr lang="en-US" b="0" dirty="0" err="1"/>
            <a:t>isnull</a:t>
          </a:r>
          <a:r>
            <a:rPr lang="en-US" b="0" dirty="0"/>
            <a:t>()</a:t>
          </a:r>
        </a:p>
      </dgm:t>
    </dgm:pt>
    <dgm:pt modelId="{D25F43A5-E8CD-42E4-8FA7-88DAE5C3B647}" type="parTrans" cxnId="{F91DBF80-985B-4083-9255-1C97A1DEF001}">
      <dgm:prSet/>
      <dgm:spPr/>
      <dgm:t>
        <a:bodyPr/>
        <a:lstStyle/>
        <a:p>
          <a:endParaRPr lang="en-US"/>
        </a:p>
      </dgm:t>
    </dgm:pt>
    <dgm:pt modelId="{50799D66-466C-4E47-807B-E16BCA0C5073}" type="sibTrans" cxnId="{F91DBF80-985B-4083-9255-1C97A1DEF001}">
      <dgm:prSet/>
      <dgm:spPr/>
      <dgm:t>
        <a:bodyPr/>
        <a:lstStyle/>
        <a:p>
          <a:endParaRPr lang="en-US"/>
        </a:p>
      </dgm:t>
    </dgm:pt>
    <dgm:pt modelId="{8D71742B-F9BC-4D6C-A864-14475775D371}">
      <dgm:prSet phldrT="[Văn bản]"/>
      <dgm:spPr/>
      <dgm:t>
        <a:bodyPr/>
        <a:lstStyle/>
        <a:p>
          <a:r>
            <a:rPr lang="en-GB" dirty="0"/>
            <a:t>Dropping</a:t>
          </a:r>
          <a:endParaRPr lang="en-US" dirty="0"/>
        </a:p>
      </dgm:t>
    </dgm:pt>
    <dgm:pt modelId="{E7CDD4C1-7632-4DBE-8E6C-A3CBABD1516E}" type="parTrans" cxnId="{68E87D80-3F16-41C5-B0B2-8214A602B533}">
      <dgm:prSet/>
      <dgm:spPr/>
      <dgm:t>
        <a:bodyPr/>
        <a:lstStyle/>
        <a:p>
          <a:endParaRPr lang="en-US"/>
        </a:p>
      </dgm:t>
    </dgm:pt>
    <dgm:pt modelId="{F0257B41-7080-4759-BF9C-509A79695578}" type="sibTrans" cxnId="{68E87D80-3F16-41C5-B0B2-8214A602B533}">
      <dgm:prSet/>
      <dgm:spPr/>
      <dgm:t>
        <a:bodyPr/>
        <a:lstStyle/>
        <a:p>
          <a:endParaRPr lang="en-US"/>
        </a:p>
      </dgm:t>
    </dgm:pt>
    <dgm:pt modelId="{70CE1714-D57F-40D5-AB49-1827B13647F7}">
      <dgm:prSet phldrT="[Văn bản]"/>
      <dgm:spPr/>
      <dgm:t>
        <a:bodyPr/>
        <a:lstStyle/>
        <a:p>
          <a:r>
            <a:rPr lang="en-GB" dirty="0"/>
            <a:t>Filling</a:t>
          </a:r>
          <a:endParaRPr lang="en-US" dirty="0"/>
        </a:p>
      </dgm:t>
    </dgm:pt>
    <dgm:pt modelId="{EEB1B5D5-698F-4CC1-B2AC-52558ED5A01B}" type="parTrans" cxnId="{DE8FBA10-3F25-4D7A-BCCD-63BCA9175E04}">
      <dgm:prSet/>
      <dgm:spPr/>
      <dgm:t>
        <a:bodyPr/>
        <a:lstStyle/>
        <a:p>
          <a:endParaRPr lang="en-US"/>
        </a:p>
      </dgm:t>
    </dgm:pt>
    <dgm:pt modelId="{1CCEDB45-21D6-49B1-A873-183E59FC8566}" type="sibTrans" cxnId="{DE8FBA10-3F25-4D7A-BCCD-63BCA9175E04}">
      <dgm:prSet/>
      <dgm:spPr/>
      <dgm:t>
        <a:bodyPr/>
        <a:lstStyle/>
        <a:p>
          <a:endParaRPr lang="en-US"/>
        </a:p>
      </dgm:t>
    </dgm:pt>
    <dgm:pt modelId="{A68FF82A-B6E7-457C-A2D5-87CB387B7C92}" type="pres">
      <dgm:prSet presAssocID="{1786D3CA-7426-4D0F-89FD-BDA792503617}" presName="linearFlow" presStyleCnt="0">
        <dgm:presLayoutVars>
          <dgm:resizeHandles val="exact"/>
        </dgm:presLayoutVars>
      </dgm:prSet>
      <dgm:spPr/>
    </dgm:pt>
    <dgm:pt modelId="{5C350063-10C1-4E75-A9E7-B645BE780B1E}" type="pres">
      <dgm:prSet presAssocID="{D1021D56-73AD-470A-BF8D-51C0F3E54C72}" presName="node" presStyleLbl="node1" presStyleIdx="0" presStyleCnt="2">
        <dgm:presLayoutVars>
          <dgm:bulletEnabled val="1"/>
        </dgm:presLayoutVars>
      </dgm:prSet>
      <dgm:spPr/>
    </dgm:pt>
    <dgm:pt modelId="{7E8C70C4-6B3B-44F4-A7F6-13DCEE3872D8}" type="pres">
      <dgm:prSet presAssocID="{FDD38244-05DC-40D5-9410-A0A6B391C6EA}" presName="sibTrans" presStyleLbl="sibTrans2D1" presStyleIdx="0" presStyleCnt="1"/>
      <dgm:spPr/>
    </dgm:pt>
    <dgm:pt modelId="{BF0AEBA8-4A55-4247-8BDA-2F3E0CBA4FC1}" type="pres">
      <dgm:prSet presAssocID="{FDD38244-05DC-40D5-9410-A0A6B391C6EA}" presName="connectorText" presStyleLbl="sibTrans2D1" presStyleIdx="0" presStyleCnt="1"/>
      <dgm:spPr/>
    </dgm:pt>
    <dgm:pt modelId="{D6160D44-4918-4095-B753-3A0F1C3DE8CB}" type="pres">
      <dgm:prSet presAssocID="{FB18EE77-43D4-4B6C-9426-877D571DD96B}" presName="node" presStyleLbl="node1" presStyleIdx="1" presStyleCnt="2">
        <dgm:presLayoutVars>
          <dgm:bulletEnabled val="1"/>
        </dgm:presLayoutVars>
      </dgm:prSet>
      <dgm:spPr/>
    </dgm:pt>
  </dgm:ptLst>
  <dgm:cxnLst>
    <dgm:cxn modelId="{DE8FBA10-3F25-4D7A-BCCD-63BCA9175E04}" srcId="{FB18EE77-43D4-4B6C-9426-877D571DD96B}" destId="{70CE1714-D57F-40D5-AB49-1827B13647F7}" srcOrd="1" destOrd="0" parTransId="{EEB1B5D5-698F-4CC1-B2AC-52558ED5A01B}" sibTransId="{1CCEDB45-21D6-49B1-A873-183E59FC8566}"/>
    <dgm:cxn modelId="{16942E23-F079-4E1B-8B09-FCC61BC582A6}" type="presOf" srcId="{FB18EE77-43D4-4B6C-9426-877D571DD96B}" destId="{D6160D44-4918-4095-B753-3A0F1C3DE8CB}" srcOrd="0" destOrd="0" presId="urn:microsoft.com/office/officeart/2005/8/layout/process2"/>
    <dgm:cxn modelId="{E3CEF331-1A75-4394-93FA-9AE0699723C4}" srcId="{1786D3CA-7426-4D0F-89FD-BDA792503617}" destId="{FB18EE77-43D4-4B6C-9426-877D571DD96B}" srcOrd="1" destOrd="0" parTransId="{7D1F626D-47B1-4F46-B2EF-CAC4CA015D5A}" sibTransId="{DC6F0BEF-5B06-43FB-A94D-31DF74B113E6}"/>
    <dgm:cxn modelId="{8460E356-E745-4B13-8CE1-6671B72FD3F5}" type="presOf" srcId="{FDD38244-05DC-40D5-9410-A0A6B391C6EA}" destId="{7E8C70C4-6B3B-44F4-A7F6-13DCEE3872D8}" srcOrd="0" destOrd="0" presId="urn:microsoft.com/office/officeart/2005/8/layout/process2"/>
    <dgm:cxn modelId="{D9698E7A-4FB6-4132-A540-C6D4479D8E32}" type="presOf" srcId="{1786D3CA-7426-4D0F-89FD-BDA792503617}" destId="{A68FF82A-B6E7-457C-A2D5-87CB387B7C92}" srcOrd="0" destOrd="0" presId="urn:microsoft.com/office/officeart/2005/8/layout/process2"/>
    <dgm:cxn modelId="{68E87D80-3F16-41C5-B0B2-8214A602B533}" srcId="{FB18EE77-43D4-4B6C-9426-877D571DD96B}" destId="{8D71742B-F9BC-4D6C-A864-14475775D371}" srcOrd="0" destOrd="0" parTransId="{E7CDD4C1-7632-4DBE-8E6C-A3CBABD1516E}" sibTransId="{F0257B41-7080-4759-BF9C-509A79695578}"/>
    <dgm:cxn modelId="{F91DBF80-985B-4083-9255-1C97A1DEF001}" srcId="{D1021D56-73AD-470A-BF8D-51C0F3E54C72}" destId="{48D421CD-0922-44C7-8FE6-510524FF7B67}" srcOrd="0" destOrd="0" parTransId="{D25F43A5-E8CD-42E4-8FA7-88DAE5C3B647}" sibTransId="{50799D66-466C-4E47-807B-E16BCA0C5073}"/>
    <dgm:cxn modelId="{5F597486-121E-4677-BE4D-7E6544392D45}" type="presOf" srcId="{FDD38244-05DC-40D5-9410-A0A6B391C6EA}" destId="{BF0AEBA8-4A55-4247-8BDA-2F3E0CBA4FC1}" srcOrd="1" destOrd="0" presId="urn:microsoft.com/office/officeart/2005/8/layout/process2"/>
    <dgm:cxn modelId="{D71B3395-99C6-400D-B249-9EE11DBA33C0}" type="presOf" srcId="{70CE1714-D57F-40D5-AB49-1827B13647F7}" destId="{D6160D44-4918-4095-B753-3A0F1C3DE8CB}" srcOrd="0" destOrd="2" presId="urn:microsoft.com/office/officeart/2005/8/layout/process2"/>
    <dgm:cxn modelId="{5AB5F6D7-42DD-44F0-BF87-3DD228176EA0}" type="presOf" srcId="{D1021D56-73AD-470A-BF8D-51C0F3E54C72}" destId="{5C350063-10C1-4E75-A9E7-B645BE780B1E}" srcOrd="0" destOrd="0" presId="urn:microsoft.com/office/officeart/2005/8/layout/process2"/>
    <dgm:cxn modelId="{B0FED4E6-B75F-4477-BAAE-2566B96E6780}" type="presOf" srcId="{8D71742B-F9BC-4D6C-A864-14475775D371}" destId="{D6160D44-4918-4095-B753-3A0F1C3DE8CB}" srcOrd="0" destOrd="1" presId="urn:microsoft.com/office/officeart/2005/8/layout/process2"/>
    <dgm:cxn modelId="{7108D7EA-8A05-4C55-AE8C-A24990469D12}" type="presOf" srcId="{48D421CD-0922-44C7-8FE6-510524FF7B67}" destId="{5C350063-10C1-4E75-A9E7-B645BE780B1E}" srcOrd="0" destOrd="1" presId="urn:microsoft.com/office/officeart/2005/8/layout/process2"/>
    <dgm:cxn modelId="{8210D8F2-4570-40B6-9AFC-A5EC817EAE72}" srcId="{1786D3CA-7426-4D0F-89FD-BDA792503617}" destId="{D1021D56-73AD-470A-BF8D-51C0F3E54C72}" srcOrd="0" destOrd="0" parTransId="{3427CF0B-1031-4A19-9254-0F22B850EAC4}" sibTransId="{FDD38244-05DC-40D5-9410-A0A6B391C6EA}"/>
    <dgm:cxn modelId="{24A1A907-1780-4AC9-95B8-F9C0D63A4B71}" type="presParOf" srcId="{A68FF82A-B6E7-457C-A2D5-87CB387B7C92}" destId="{5C350063-10C1-4E75-A9E7-B645BE780B1E}" srcOrd="0" destOrd="0" presId="urn:microsoft.com/office/officeart/2005/8/layout/process2"/>
    <dgm:cxn modelId="{C5192DBE-F098-46E5-AC01-B557639F294F}" type="presParOf" srcId="{A68FF82A-B6E7-457C-A2D5-87CB387B7C92}" destId="{7E8C70C4-6B3B-44F4-A7F6-13DCEE3872D8}" srcOrd="1" destOrd="0" presId="urn:microsoft.com/office/officeart/2005/8/layout/process2"/>
    <dgm:cxn modelId="{CAE6F2B9-C2DD-40F7-8307-93B8B1121AD4}" type="presParOf" srcId="{7E8C70C4-6B3B-44F4-A7F6-13DCEE3872D8}" destId="{BF0AEBA8-4A55-4247-8BDA-2F3E0CBA4FC1}" srcOrd="0" destOrd="0" presId="urn:microsoft.com/office/officeart/2005/8/layout/process2"/>
    <dgm:cxn modelId="{1C6D7ABC-6D8D-439A-9FB4-604D3990BD91}" type="presParOf" srcId="{A68FF82A-B6E7-457C-A2D5-87CB387B7C92}" destId="{D6160D44-4918-4095-B753-3A0F1C3DE8CB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50063-10C1-4E75-A9E7-B645BE780B1E}">
      <dsp:nvSpPr>
        <dsp:cNvPr id="0" name=""/>
        <dsp:cNvSpPr/>
      </dsp:nvSpPr>
      <dsp:spPr>
        <a:xfrm>
          <a:off x="1001879" y="584"/>
          <a:ext cx="3447560" cy="1915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 err="1"/>
            <a:t>Detcecting</a:t>
          </a:r>
          <a:endParaRPr lang="en-US" sz="35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kern="1200" dirty="0" err="1"/>
            <a:t>isnull</a:t>
          </a:r>
          <a:r>
            <a:rPr lang="en-US" sz="2700" b="0" kern="1200" dirty="0"/>
            <a:t>()</a:t>
          </a:r>
        </a:p>
      </dsp:txBody>
      <dsp:txXfrm>
        <a:off x="1057977" y="56682"/>
        <a:ext cx="3335364" cy="1803115"/>
      </dsp:txXfrm>
    </dsp:sp>
    <dsp:sp modelId="{7E8C70C4-6B3B-44F4-A7F6-13DCEE3872D8}">
      <dsp:nvSpPr>
        <dsp:cNvPr id="0" name=""/>
        <dsp:cNvSpPr/>
      </dsp:nvSpPr>
      <dsp:spPr>
        <a:xfrm rot="5400000">
          <a:off x="2366539" y="1963778"/>
          <a:ext cx="718241" cy="86189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 rot="-5400000">
        <a:off x="2467093" y="2035602"/>
        <a:ext cx="517134" cy="502769"/>
      </dsp:txXfrm>
    </dsp:sp>
    <dsp:sp modelId="{D6160D44-4918-4095-B753-3A0F1C3DE8CB}">
      <dsp:nvSpPr>
        <dsp:cNvPr id="0" name=""/>
        <dsp:cNvSpPr/>
      </dsp:nvSpPr>
      <dsp:spPr>
        <a:xfrm>
          <a:off x="1001879" y="2873551"/>
          <a:ext cx="3447560" cy="1915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Handling</a:t>
          </a:r>
          <a:endParaRPr lang="en-US" sz="35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 dirty="0"/>
            <a:t>Dropping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 dirty="0"/>
            <a:t>Filling</a:t>
          </a:r>
          <a:endParaRPr lang="en-US" sz="2700" kern="1200" dirty="0"/>
        </a:p>
      </dsp:txBody>
      <dsp:txXfrm>
        <a:off x="1057977" y="2929649"/>
        <a:ext cx="3335364" cy="1803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37ED-FD3E-46A6-A3C0-BCBD559ED808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B2CFD-1669-42BB-8668-7383553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6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136782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  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85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4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0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3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1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5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57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357942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257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58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0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CE9B6451-C7BC-4987-95D2-17EFB473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"/>
            <a:ext cx="12191736" cy="6857852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BF602ED1-46E7-461B-A452-6A972A6AD0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3868" y="4791074"/>
            <a:ext cx="9144000" cy="1066801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 dirty="0" err="1"/>
              <a:t>Chương</a:t>
            </a:r>
            <a:r>
              <a:rPr lang="en-US" dirty="0"/>
              <a:t> 1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6BD6364-8A38-47F2-8CC9-7E75488F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3" name="Bảng 4">
            <a:extLst>
              <a:ext uri="{FF2B5EF4-FFF2-40B4-BE49-F238E27FC236}">
                <a16:creationId xmlns:a16="http://schemas.microsoft.com/office/drawing/2014/main" id="{C3A53F34-7F05-4D86-BA99-9731333F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219167"/>
              </p:ext>
            </p:extLst>
          </p:nvPr>
        </p:nvGraphicFramePr>
        <p:xfrm>
          <a:off x="4520629" y="5669132"/>
          <a:ext cx="4263776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544">
                  <a:extLst>
                    <a:ext uri="{9D8B030D-6E8A-4147-A177-3AD203B41FA5}">
                      <a16:colId xmlns:a16="http://schemas.microsoft.com/office/drawing/2014/main" val="1606017521"/>
                    </a:ext>
                  </a:extLst>
                </a:gridCol>
                <a:gridCol w="2969232">
                  <a:extLst>
                    <a:ext uri="{9D8B030D-6E8A-4147-A177-3AD203B41FA5}">
                      <a16:colId xmlns:a16="http://schemas.microsoft.com/office/drawing/2014/main" val="18379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Lecturer: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Nguyen Tuan Long, </a:t>
                      </a:r>
                      <a:r>
                        <a:rPr lang="en-GB" sz="2000" dirty="0" err="1">
                          <a:solidFill>
                            <a:srgbClr val="073851"/>
                          </a:solidFill>
                        </a:rPr>
                        <a:t>Phd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7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Email: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u="none" dirty="0">
                          <a:solidFill>
                            <a:srgbClr val="073851"/>
                          </a:solidFill>
                        </a:rPr>
                        <a:t>ntlong@neu.edu.vn</a:t>
                      </a:r>
                      <a:endParaRPr lang="en-US" sz="2000" u="none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7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Mobile: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rgbClr val="073851"/>
                          </a:solidFill>
                        </a:rPr>
                        <a:t>0982 746 235</a:t>
                      </a:r>
                      <a:endParaRPr lang="en-US" sz="2000" dirty="0">
                        <a:solidFill>
                          <a:srgbClr val="07385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2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59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D79CAC4-BD1D-493F-9670-DB9780FBD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14" name="Chỗ dành sẵn cho Tiêu đề 15">
            <a:extLst>
              <a:ext uri="{FF2B5EF4-FFF2-40B4-BE49-F238E27FC236}">
                <a16:creationId xmlns:a16="http://schemas.microsoft.com/office/drawing/2014/main" id="{C5D4EA16-6C89-4C02-AC2E-889ECB62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5" name="Chỗ dành sẵn cho Số hiệu Bản chiếu 5">
            <a:extLst>
              <a:ext uri="{FF2B5EF4-FFF2-40B4-BE49-F238E27FC236}">
                <a16:creationId xmlns:a16="http://schemas.microsoft.com/office/drawing/2014/main" id="{1A753AF2-7088-4335-A9DF-7D3571F55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64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724025"/>
            <a:ext cx="11115673" cy="486965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D5B955DD-411E-409E-B649-7E677DA4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Văn bản 2">
            <a:extLst>
              <a:ext uri="{FF2B5EF4-FFF2-40B4-BE49-F238E27FC236}">
                <a16:creationId xmlns:a16="http://schemas.microsoft.com/office/drawing/2014/main" id="{0C3482B8-57BD-41F3-994D-13EBE07332E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9" name="Chỗ dành sẵn cho Số hiệu Bản chiếu 5">
            <a:extLst>
              <a:ext uri="{FF2B5EF4-FFF2-40B4-BE49-F238E27FC236}">
                <a16:creationId xmlns:a16="http://schemas.microsoft.com/office/drawing/2014/main" id="{41E8380C-3141-458C-85E1-AF63FCD6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98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576C3C8-CD46-4A0A-A291-66E107D3D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1038225"/>
            <a:ext cx="11115673" cy="555545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11" name="Chỗ dành sẵn cho Tiêu đề 15">
            <a:extLst>
              <a:ext uri="{FF2B5EF4-FFF2-40B4-BE49-F238E27FC236}">
                <a16:creationId xmlns:a16="http://schemas.microsoft.com/office/drawing/2014/main" id="{A4DFE80C-51A2-4D53-BB00-0A093E4E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2CB2949-DAD7-4EF0-A36A-3D810F97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98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1C08749-6395-4F32-9909-504B626F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A9BA27-EBFC-4DA7-855F-C3A3C9C28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Tiêu đề 15">
            <a:extLst>
              <a:ext uri="{FF2B5EF4-FFF2-40B4-BE49-F238E27FC236}">
                <a16:creationId xmlns:a16="http://schemas.microsoft.com/office/drawing/2014/main" id="{A4240B7C-DEC9-4DDB-B763-5AB7F5A1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7D073651-FED7-4F7C-88AF-2DD7D2DDA1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61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F733FB-4A07-482D-957A-36B5991F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CDFCA923-F333-44FD-B677-F893ED5F5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51F21074-7ED6-4120-B663-B57A489ED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1B3584CC-EAB2-4543-9928-8D205793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13" name="Chỗ dành sẵn cho Tiêu đề 15">
            <a:extLst>
              <a:ext uri="{FF2B5EF4-FFF2-40B4-BE49-F238E27FC236}">
                <a16:creationId xmlns:a16="http://schemas.microsoft.com/office/drawing/2014/main" id="{E7D3FFCC-3F64-4A93-B16C-988199E7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BBEF97C9-4C16-4414-8805-A1E1438B0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59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C8EBD9F-9141-4A98-93F5-C6A5F27B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3055541-60E9-46E8-AE8C-2C677C13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3706B3D0-83CF-40FA-8319-7C75EFD0B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ỗ dành sẵn cho Tiêu đề 15">
            <a:extLst>
              <a:ext uri="{FF2B5EF4-FFF2-40B4-BE49-F238E27FC236}">
                <a16:creationId xmlns:a16="http://schemas.microsoft.com/office/drawing/2014/main" id="{DA8687FF-FC60-4275-9DE1-BF2E039DF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8" name="Chỗ dành sẵn cho Số hiệu Bản chiếu 5">
            <a:extLst>
              <a:ext uri="{FF2B5EF4-FFF2-40B4-BE49-F238E27FC236}">
                <a16:creationId xmlns:a16="http://schemas.microsoft.com/office/drawing/2014/main" id="{84326D3A-EBD9-4FF7-B239-D7972914C046}"/>
              </a:ext>
            </a:extLst>
          </p:cNvPr>
          <p:cNvSpPr txBox="1">
            <a:spLocks/>
          </p:cNvSpPr>
          <p:nvPr/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rgbClr val="4A7DA7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837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Số hiệu Bản chiếu 5">
            <a:extLst>
              <a:ext uri="{FF2B5EF4-FFF2-40B4-BE49-F238E27FC236}">
                <a16:creationId xmlns:a16="http://schemas.microsoft.com/office/drawing/2014/main" id="{96B4CDE5-9799-4BC2-9724-684452F32F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6619017-1111-4C1D-A0BB-8FC41C4D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2B9E11-C1BC-40CF-847A-2AF258FFB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4895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7DE9469-C9A2-48BC-A700-3C80BAE3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9374"/>
            <a:ext cx="3932237" cy="38576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</p:spTree>
    <p:extLst>
      <p:ext uri="{BB962C8B-B14F-4D97-AF65-F5344CB8AC3E}">
        <p14:creationId xmlns:p14="http://schemas.microsoft.com/office/powerpoint/2010/main" val="2276985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10F1D3-C0D9-4502-8431-20C28231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345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C7130C2E-C7DC-4748-A465-8CC54EDB2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367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vi-VN"/>
              <a:t>Bấm biểu tượng để thêm hình ảnh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5913A196-18A1-4347-A2E4-52F987000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365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8" name="Chỗ dành sẵn cho Tiêu đề 15">
            <a:extLst>
              <a:ext uri="{FF2B5EF4-FFF2-40B4-BE49-F238E27FC236}">
                <a16:creationId xmlns:a16="http://schemas.microsoft.com/office/drawing/2014/main" id="{9D445EDB-5AF8-4613-86A4-2D424B5ED174}"/>
              </a:ext>
            </a:extLst>
          </p:cNvPr>
          <p:cNvSpPr txBox="1">
            <a:spLocks/>
          </p:cNvSpPr>
          <p:nvPr/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18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203053E-6876-4C94-B9D4-C63ADE8A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2" y="266700"/>
            <a:ext cx="11591928" cy="590550"/>
          </a:xfrm>
          <a:prstGeom prst="rect">
            <a:avLst/>
          </a:prstGeo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D11AB80D-1369-472E-9456-2AC4E280D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0E41F29-71EC-4FD1-A650-C3C3F4B9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EE4063-C779-43AE-B180-0B589967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603DAAA-9F16-4D99-AE16-1A3C484BF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356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13ACFB89-F34F-4DE2-AD73-8035347E6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E20322DA-7651-402A-A0BB-0D6C40A30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175ABC3-1626-4FAD-B97E-0B3BCD6E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0551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B29AA6F-48EE-4DD5-8B29-D70DAAFB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6FEAF35-F2CF-4425-A551-79F0C838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025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1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s://en.wikiversity.org/wiki/Python" TargetMode="Externa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4C8DC224-4589-4F63-9A47-BDC85642E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9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 descr="Ảnh có chứa sáng, ký hiệu&#10;&#10;Mô tả được tạo tự động">
            <a:extLst>
              <a:ext uri="{FF2B5EF4-FFF2-40B4-BE49-F238E27FC236}">
                <a16:creationId xmlns:a16="http://schemas.microsoft.com/office/drawing/2014/main" id="{81F2C0AD-F747-4695-8A50-2948916B9C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-57150" y="12701"/>
            <a:ext cx="962025" cy="962025"/>
          </a:xfrm>
          <a:prstGeom prst="rect">
            <a:avLst/>
          </a:prstGeom>
        </p:spPr>
      </p:pic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668D68-D984-48C7-B9B2-9B352F482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1" y="974724"/>
            <a:ext cx="11115674" cy="5618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 dirty="0" err="1"/>
              <a:t>Bấm</a:t>
            </a:r>
            <a:r>
              <a:rPr lang="vi-VN" dirty="0"/>
              <a:t> </a:t>
            </a:r>
            <a:r>
              <a:rPr lang="vi-VN" dirty="0" err="1"/>
              <a:t>để</a:t>
            </a:r>
            <a:r>
              <a:rPr lang="vi-VN" dirty="0"/>
              <a:t> </a:t>
            </a:r>
            <a:r>
              <a:rPr lang="vi-VN" dirty="0" err="1"/>
              <a:t>chỉnh</a:t>
            </a:r>
            <a:r>
              <a:rPr lang="vi-VN" dirty="0"/>
              <a:t> </a:t>
            </a:r>
            <a:r>
              <a:rPr lang="vi-VN" dirty="0" err="1"/>
              <a:t>sửa</a:t>
            </a:r>
            <a:r>
              <a:rPr lang="vi-VN" dirty="0"/>
              <a:t> </a:t>
            </a:r>
            <a:r>
              <a:rPr lang="vi-VN" dirty="0" err="1"/>
              <a:t>kiểu</a:t>
            </a:r>
            <a:r>
              <a:rPr lang="vi-VN" dirty="0"/>
              <a:t> văn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của</a:t>
            </a:r>
            <a:r>
              <a:rPr lang="vi-VN" dirty="0"/>
              <a:t> </a:t>
            </a:r>
            <a:r>
              <a:rPr lang="vi-VN" dirty="0" err="1"/>
              <a:t>Bản</a:t>
            </a:r>
            <a:r>
              <a:rPr lang="vi-VN" dirty="0"/>
              <a:t> </a:t>
            </a:r>
            <a:r>
              <a:rPr lang="vi-VN" dirty="0" err="1"/>
              <a:t>cái</a:t>
            </a:r>
            <a:endParaRPr lang="vi-VN" dirty="0"/>
          </a:p>
          <a:p>
            <a:pPr lvl="1"/>
            <a:r>
              <a:rPr lang="vi-VN" dirty="0" err="1"/>
              <a:t>Mức</a:t>
            </a:r>
            <a:r>
              <a:rPr lang="vi-VN" dirty="0"/>
              <a:t> hai</a:t>
            </a:r>
          </a:p>
          <a:p>
            <a:pPr lvl="2"/>
            <a:r>
              <a:rPr lang="vi-VN" dirty="0" err="1"/>
              <a:t>Mức</a:t>
            </a:r>
            <a:r>
              <a:rPr lang="vi-VN" dirty="0"/>
              <a:t> ba</a:t>
            </a:r>
          </a:p>
          <a:p>
            <a:pPr lvl="3"/>
            <a:r>
              <a:rPr lang="vi-VN" dirty="0" err="1"/>
              <a:t>Mức</a:t>
            </a:r>
            <a:r>
              <a:rPr lang="vi-VN" dirty="0"/>
              <a:t> </a:t>
            </a:r>
            <a:r>
              <a:rPr lang="vi-VN" dirty="0" err="1"/>
              <a:t>bốn</a:t>
            </a:r>
            <a:endParaRPr lang="vi-VN" dirty="0"/>
          </a:p>
          <a:p>
            <a:pPr lvl="4"/>
            <a:r>
              <a:rPr lang="vi-VN" dirty="0" err="1"/>
              <a:t>Mức</a:t>
            </a:r>
            <a:r>
              <a:rPr lang="vi-VN" dirty="0"/>
              <a:t> năm</a:t>
            </a:r>
            <a:endParaRPr lang="en-US" dirty="0"/>
          </a:p>
        </p:txBody>
      </p:sp>
      <p:sp>
        <p:nvSpPr>
          <p:cNvPr id="17" name="Hình chữ nhật: Góc Tròn 16">
            <a:extLst>
              <a:ext uri="{FF2B5EF4-FFF2-40B4-BE49-F238E27FC236}">
                <a16:creationId xmlns:a16="http://schemas.microsoft.com/office/drawing/2014/main" id="{DD3D7CD2-5D2B-4E27-9F2A-19F6A5495757}"/>
              </a:ext>
            </a:extLst>
          </p:cNvPr>
          <p:cNvSpPr/>
          <p:nvPr/>
        </p:nvSpPr>
        <p:spPr>
          <a:xfrm>
            <a:off x="904875" y="228600"/>
            <a:ext cx="10801350" cy="566737"/>
          </a:xfrm>
          <a:prstGeom prst="roundRect">
            <a:avLst/>
          </a:prstGeom>
          <a:solidFill>
            <a:srgbClr val="4A7DA7"/>
          </a:solidFill>
          <a:ln>
            <a:solidFill>
              <a:srgbClr val="FFD3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hỗ dành sẵn cho Tiêu đề 15">
            <a:extLst>
              <a:ext uri="{FF2B5EF4-FFF2-40B4-BE49-F238E27FC236}">
                <a16:creationId xmlns:a16="http://schemas.microsoft.com/office/drawing/2014/main" id="{EB34A0E3-35F5-491B-9F45-728DF883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dirty="0"/>
              <a:t>Bấm để sửa kiểu tiêu đề Bản cái</a:t>
            </a:r>
            <a:endParaRPr lang="en-US" dirty="0"/>
          </a:p>
        </p:txBody>
      </p:sp>
      <p:sp>
        <p:nvSpPr>
          <p:cNvPr id="7" name="Chỗ dành sẵn cho Số hiệu Bản chiếu 5">
            <a:extLst>
              <a:ext uri="{FF2B5EF4-FFF2-40B4-BE49-F238E27FC236}">
                <a16:creationId xmlns:a16="http://schemas.microsoft.com/office/drawing/2014/main" id="{F5355C64-AD85-4ED1-BD16-FA58530BC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rgbClr val="4A7DA7"/>
                </a:solidFill>
              </a:defRPr>
            </a:lvl1pPr>
          </a:lstStyle>
          <a:p>
            <a:fld id="{699FF8BC-04BA-47A9-907C-07366443E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5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0FE5516-7451-46AD-A1E8-26D02D28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19" y="4544496"/>
            <a:ext cx="12120081" cy="1066801"/>
          </a:xfrm>
        </p:spPr>
        <p:txBody>
          <a:bodyPr>
            <a:normAutofit/>
          </a:bodyPr>
          <a:lstStyle/>
          <a:p>
            <a:r>
              <a:rPr lang="en-US" dirty="0"/>
              <a:t>Data Manipulation with Pandas </a:t>
            </a:r>
          </a:p>
        </p:txBody>
      </p:sp>
      <p:sp>
        <p:nvSpPr>
          <p:cNvPr id="3" name="Hình chữ nhật: Góc Tròn 2">
            <a:extLst>
              <a:ext uri="{FF2B5EF4-FFF2-40B4-BE49-F238E27FC236}">
                <a16:creationId xmlns:a16="http://schemas.microsoft.com/office/drawing/2014/main" id="{F0C214A4-069B-8EEB-CE82-44AF1DBD9045}"/>
              </a:ext>
            </a:extLst>
          </p:cNvPr>
          <p:cNvSpPr/>
          <p:nvPr/>
        </p:nvSpPr>
        <p:spPr>
          <a:xfrm>
            <a:off x="6590371" y="1628078"/>
            <a:ext cx="5129561" cy="769434"/>
          </a:xfrm>
          <a:prstGeom prst="roundRect">
            <a:avLst/>
          </a:prstGeom>
          <a:solidFill>
            <a:srgbClr val="0E4663"/>
          </a:solidFill>
          <a:ln>
            <a:solidFill>
              <a:srgbClr val="43DF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PANDAS</a:t>
            </a:r>
            <a:endParaRPr lang="en-US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êu đề 3">
            <a:extLst>
              <a:ext uri="{FF2B5EF4-FFF2-40B4-BE49-F238E27FC236}">
                <a16:creationId xmlns:a16="http://schemas.microsoft.com/office/drawing/2014/main" id="{F413AA2B-2D90-4655-837E-D9E3CC06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264319"/>
            <a:ext cx="10868025" cy="54451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Data Manipulation with Pandas </a:t>
            </a:r>
          </a:p>
        </p:txBody>
      </p:sp>
      <p:sp>
        <p:nvSpPr>
          <p:cNvPr id="12" name="Chỗ dành sẵn cho Số hiệu Bản chiếu 8">
            <a:extLst>
              <a:ext uri="{FF2B5EF4-FFF2-40B4-BE49-F238E27FC236}">
                <a16:creationId xmlns:a16="http://schemas.microsoft.com/office/drawing/2014/main" id="{F458D6AC-39FE-4BE4-91C4-195C5B94E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7175" y="264320"/>
            <a:ext cx="2743200" cy="53101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450C42-9A0B-4425-92C2-70FCF7C45734}" type="slidenum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A7D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A7DA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8DCBFF2C-2C51-47AD-942A-27C9869AB267}"/>
              </a:ext>
            </a:extLst>
          </p:cNvPr>
          <p:cNvSpPr txBox="1"/>
          <p:nvPr/>
        </p:nvSpPr>
        <p:spPr>
          <a:xfrm>
            <a:off x="2682839" y="1133074"/>
            <a:ext cx="68263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Introducing Pandas Objects</a:t>
            </a:r>
          </a:p>
          <a:p>
            <a:pPr marL="514350" lvl="0" indent="-514350">
              <a:buFont typeface="+mj-lt"/>
              <a:buAutoNum type="arabicPeriod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Data indexing and Selection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</a:endParaRPr>
          </a:p>
          <a:p>
            <a:pPr marL="514350" lvl="0" indent="-514350">
              <a:buFont typeface="+mj-lt"/>
              <a:buAutoNum type="arabicPeriod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Operating on Data in Pandas</a:t>
            </a:r>
          </a:p>
          <a:p>
            <a:pPr marL="514350" lvl="0" indent="-514350">
              <a:buFont typeface="+mj-lt"/>
              <a:buAutoNum type="arabicPeriod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Handling Missing Data</a:t>
            </a:r>
          </a:p>
          <a:p>
            <a:pPr marL="514350" lvl="0" indent="-514350">
              <a:buFont typeface="+mj-lt"/>
              <a:buAutoNum type="arabicPeriod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Hierarchical Indexing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Combining Datasets: </a:t>
            </a:r>
            <a:r>
              <a:rPr lang="en-GB" sz="2800" b="1" dirty="0" err="1">
                <a:solidFill>
                  <a:srgbClr val="ED7D31">
                    <a:lumMod val="50000"/>
                  </a:srgbClr>
                </a:solidFill>
              </a:rPr>
              <a:t>Concat</a:t>
            </a: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 and Append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GB" sz="2800" b="1" dirty="0">
                <a:solidFill>
                  <a:srgbClr val="ED7D31">
                    <a:lumMod val="50000"/>
                  </a:srgbClr>
                </a:solidFill>
              </a:rPr>
              <a:t>Combining Datasets: Merge and Join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Aggregation and Grouping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Pivot Tables</a:t>
            </a:r>
          </a:p>
          <a:p>
            <a:pPr marL="514350" lvl="0" indent="-514350">
              <a:buFont typeface="+mj-lt"/>
              <a:buAutoNum type="arabicPeriod" startAt="6"/>
              <a:defRPr/>
            </a:pPr>
            <a:r>
              <a:rPr lang="en-US" sz="2800" b="1" dirty="0">
                <a:solidFill>
                  <a:srgbClr val="ED7D31">
                    <a:lumMod val="50000"/>
                  </a:srgbClr>
                </a:solidFill>
              </a:rPr>
              <a:t>Visualize data with pandas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8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Introducing Pandas Objects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3</a:t>
            </a:fld>
            <a:endParaRPr lang="en-US"/>
          </a:p>
        </p:txBody>
      </p:sp>
      <p:sp>
        <p:nvSpPr>
          <p:cNvPr id="2" name="Chỗ dành sẵn cho Văn bản 1">
            <a:extLst>
              <a:ext uri="{FF2B5EF4-FFF2-40B4-BE49-F238E27FC236}">
                <a16:creationId xmlns:a16="http://schemas.microsoft.com/office/drawing/2014/main" id="{E020DFC1-7240-A85C-3C21-DC8927EE31E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What is Pandas?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1B9CAE42-26D9-30E7-00B4-C45807830AF5}"/>
              </a:ext>
            </a:extLst>
          </p:cNvPr>
          <p:cNvSpPr txBox="1"/>
          <p:nvPr/>
        </p:nvSpPr>
        <p:spPr>
          <a:xfrm>
            <a:off x="1081507" y="1650957"/>
            <a:ext cx="1060566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Python library for data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Supports powerful data structures and operations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Pandas objects can be thought of as enhanced versions of NumPy structured arrays in which the rows and columns are identified with labels rather than simple integer indices.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Import: </a:t>
            </a:r>
          </a:p>
          <a:p>
            <a:pPr lvl="8"/>
            <a:r>
              <a:rPr lang="en-US" b="1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numpy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lvl="8"/>
            <a:r>
              <a:rPr lang="en-US" b="1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pandas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lvl="4"/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7078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Introducing Pandas Objects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42594" y="888559"/>
            <a:ext cx="3904577" cy="112815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Series Object</a:t>
            </a:r>
          </a:p>
          <a:p>
            <a:r>
              <a:rPr lang="en-GB" sz="2000" b="0" i="0" dirty="0">
                <a:solidFill>
                  <a:srgbClr val="000000"/>
                </a:solidFill>
                <a:effectLst/>
                <a:latin typeface="MinionPro-Regular"/>
              </a:rPr>
              <a:t>1-dimensional array of indexed data</a:t>
            </a:r>
            <a:r>
              <a:rPr lang="en-GB" sz="2000" dirty="0"/>
              <a:t> </a:t>
            </a:r>
            <a:endParaRPr lang="en-US" sz="2000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4</a:t>
            </a:fld>
            <a:endParaRPr lang="en-US"/>
          </a:p>
        </p:txBody>
      </p:sp>
      <p:pic>
        <p:nvPicPr>
          <p:cNvPr id="1030" name="Picture 6" descr="series">
            <a:extLst>
              <a:ext uri="{FF2B5EF4-FFF2-40B4-BE49-F238E27FC236}">
                <a16:creationId xmlns:a16="http://schemas.microsoft.com/office/drawing/2014/main" id="{70C1F3EB-EBD8-1060-6D46-94B526C0A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2135462"/>
            <a:ext cx="4399135" cy="3230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EE4767D-D093-59C8-5C98-24BA7060ED35}"/>
              </a:ext>
            </a:extLst>
          </p:cNvPr>
          <p:cNvSpPr txBox="1"/>
          <p:nvPr/>
        </p:nvSpPr>
        <p:spPr>
          <a:xfrm>
            <a:off x="5444375" y="888559"/>
            <a:ext cx="66323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 err="1"/>
              <a:t>DataFrame</a:t>
            </a:r>
            <a:r>
              <a:rPr lang="en-GB" sz="3000" b="1" dirty="0"/>
              <a:t> Object</a:t>
            </a:r>
            <a:r>
              <a:rPr lang="en-GB" b="1" dirty="0"/>
              <a:t> </a:t>
            </a:r>
            <a:endParaRPr lang="en-GB" dirty="0"/>
          </a:p>
          <a:p>
            <a:r>
              <a:rPr lang="en-GB" sz="2000" dirty="0"/>
              <a:t>2-dimensional table with named columns and indexed rows</a:t>
            </a:r>
            <a:endParaRPr lang="en-US" sz="2000" dirty="0"/>
          </a:p>
        </p:txBody>
      </p:sp>
      <p:pic>
        <p:nvPicPr>
          <p:cNvPr id="1032" name="Picture 8" descr="Python Pandas DataFrame - GeeksforGeeks">
            <a:extLst>
              <a:ext uri="{FF2B5EF4-FFF2-40B4-BE49-F238E27FC236}">
                <a16:creationId xmlns:a16="http://schemas.microsoft.com/office/drawing/2014/main" id="{D484D9DF-DE64-61AF-9966-854DDF54C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926" y="1750333"/>
            <a:ext cx="6164249" cy="381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ỗ dành sẵn cho Văn bản 3">
            <a:extLst>
              <a:ext uri="{FF2B5EF4-FFF2-40B4-BE49-F238E27FC236}">
                <a16:creationId xmlns:a16="http://schemas.microsoft.com/office/drawing/2014/main" id="{F720B772-98BF-D14B-E6FF-8CDFCE59459B}"/>
              </a:ext>
            </a:extLst>
          </p:cNvPr>
          <p:cNvSpPr txBox="1">
            <a:spLocks/>
          </p:cNvSpPr>
          <p:nvPr/>
        </p:nvSpPr>
        <p:spPr>
          <a:xfrm>
            <a:off x="904875" y="5473673"/>
            <a:ext cx="3904577" cy="11281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Attributes:</a:t>
            </a:r>
          </a:p>
          <a:p>
            <a:r>
              <a:rPr lang="en-GB" sz="2400" b="0" dirty="0" err="1">
                <a:solidFill>
                  <a:srgbClr val="000000"/>
                </a:solidFill>
                <a:latin typeface="MinionPro-Regular"/>
              </a:rPr>
              <a:t>Series.index</a:t>
            </a:r>
            <a:r>
              <a:rPr lang="en-GB" sz="2400" dirty="0"/>
              <a:t> </a:t>
            </a:r>
          </a:p>
          <a:p>
            <a:r>
              <a:rPr lang="en-GB" sz="2400" b="0" dirty="0" err="1">
                <a:solidFill>
                  <a:srgbClr val="000000"/>
                </a:solidFill>
                <a:latin typeface="MinionPro-Regular"/>
              </a:rPr>
              <a:t>Series.values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17" name="Chỗ dành sẵn cho Văn bản 3">
            <a:extLst>
              <a:ext uri="{FF2B5EF4-FFF2-40B4-BE49-F238E27FC236}">
                <a16:creationId xmlns:a16="http://schemas.microsoft.com/office/drawing/2014/main" id="{844EDBCD-E8B3-A7DF-ECD2-F5941D945F22}"/>
              </a:ext>
            </a:extLst>
          </p:cNvPr>
          <p:cNvSpPr txBox="1">
            <a:spLocks/>
          </p:cNvSpPr>
          <p:nvPr/>
        </p:nvSpPr>
        <p:spPr>
          <a:xfrm>
            <a:off x="5640426" y="5729841"/>
            <a:ext cx="6436345" cy="1128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0" dirty="0" err="1">
                <a:solidFill>
                  <a:srgbClr val="000000"/>
                </a:solidFill>
                <a:latin typeface="MinionPro-Regular"/>
              </a:rPr>
              <a:t>DataFrame.index</a:t>
            </a:r>
            <a:r>
              <a:rPr lang="en-GB" sz="2400" b="0" dirty="0">
                <a:solidFill>
                  <a:srgbClr val="000000"/>
                </a:solidFill>
                <a:latin typeface="MinionPro-Regular"/>
              </a:rPr>
              <a:t>		</a:t>
            </a:r>
            <a:r>
              <a:rPr lang="en-GB" sz="2400" b="0" dirty="0" err="1">
                <a:solidFill>
                  <a:srgbClr val="000000"/>
                </a:solidFill>
                <a:latin typeface="MinionPro-Regular"/>
              </a:rPr>
              <a:t>DataFrame.columns</a:t>
            </a:r>
            <a:r>
              <a:rPr lang="en-GB" sz="2400" dirty="0"/>
              <a:t> </a:t>
            </a:r>
          </a:p>
          <a:p>
            <a:r>
              <a:rPr lang="en-GB" sz="2400" b="0" dirty="0" err="1">
                <a:solidFill>
                  <a:srgbClr val="000000"/>
                </a:solidFill>
                <a:latin typeface="MinionPro-Regular"/>
              </a:rPr>
              <a:t>DataFrame.values</a:t>
            </a:r>
            <a:endParaRPr lang="en-US" sz="2400" dirty="0"/>
          </a:p>
          <a:p>
            <a:endParaRPr lang="en-US" sz="2000" dirty="0"/>
          </a:p>
        </p:txBody>
      </p:sp>
      <p:grpSp>
        <p:nvGrpSpPr>
          <p:cNvPr id="32" name="Nhóm 31">
            <a:extLst>
              <a:ext uri="{FF2B5EF4-FFF2-40B4-BE49-F238E27FC236}">
                <a16:creationId xmlns:a16="http://schemas.microsoft.com/office/drawing/2014/main" id="{DD4C4BE6-7C58-4FC8-7613-C71F4D4BEA89}"/>
              </a:ext>
            </a:extLst>
          </p:cNvPr>
          <p:cNvGrpSpPr/>
          <p:nvPr/>
        </p:nvGrpSpPr>
        <p:grpSpPr>
          <a:xfrm>
            <a:off x="904875" y="3376810"/>
            <a:ext cx="1737965" cy="2834419"/>
            <a:chOff x="904875" y="3376810"/>
            <a:chExt cx="1737965" cy="2834419"/>
          </a:xfrm>
        </p:grpSpPr>
        <p:sp>
          <p:nvSpPr>
            <p:cNvPr id="20" name="Hình chữ nhật: Góc Tròn 19">
              <a:extLst>
                <a:ext uri="{FF2B5EF4-FFF2-40B4-BE49-F238E27FC236}">
                  <a16:creationId xmlns:a16="http://schemas.microsoft.com/office/drawing/2014/main" id="{1463F3D1-5550-AD50-4BD2-BAB9862EA5B4}"/>
                </a:ext>
              </a:extLst>
            </p:cNvPr>
            <p:cNvSpPr/>
            <p:nvPr/>
          </p:nvSpPr>
          <p:spPr>
            <a:xfrm>
              <a:off x="904876" y="5861859"/>
              <a:ext cx="1737964" cy="349370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Đường kết nối: Cong 22">
              <a:extLst>
                <a:ext uri="{FF2B5EF4-FFF2-40B4-BE49-F238E27FC236}">
                  <a16:creationId xmlns:a16="http://schemas.microsoft.com/office/drawing/2014/main" id="{FC63F41E-6D57-BC10-24FA-EC4E8F077D65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rot="10800000" flipH="1">
              <a:off x="904875" y="3376810"/>
              <a:ext cx="678595" cy="2659735"/>
            </a:xfrm>
            <a:prstGeom prst="curvedConnector4">
              <a:avLst>
                <a:gd name="adj1" fmla="val -33687"/>
                <a:gd name="adj2" fmla="val 53284"/>
              </a:avLst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Nhóm 35">
            <a:extLst>
              <a:ext uri="{FF2B5EF4-FFF2-40B4-BE49-F238E27FC236}">
                <a16:creationId xmlns:a16="http://schemas.microsoft.com/office/drawing/2014/main" id="{6A869674-6E5A-8AA0-BECA-C8A6B939FB37}"/>
              </a:ext>
            </a:extLst>
          </p:cNvPr>
          <p:cNvGrpSpPr/>
          <p:nvPr/>
        </p:nvGrpSpPr>
        <p:grpSpPr>
          <a:xfrm>
            <a:off x="897539" y="3202126"/>
            <a:ext cx="3068548" cy="3420433"/>
            <a:chOff x="904876" y="2790796"/>
            <a:chExt cx="3068548" cy="3420433"/>
          </a:xfrm>
        </p:grpSpPr>
        <p:sp>
          <p:nvSpPr>
            <p:cNvPr id="38" name="Hình chữ nhật: Góc Tròn 37">
              <a:extLst>
                <a:ext uri="{FF2B5EF4-FFF2-40B4-BE49-F238E27FC236}">
                  <a16:creationId xmlns:a16="http://schemas.microsoft.com/office/drawing/2014/main" id="{9B4737CA-0E4C-BE84-F0DC-CA4B130CFF91}"/>
                </a:ext>
              </a:extLst>
            </p:cNvPr>
            <p:cNvSpPr/>
            <p:nvPr/>
          </p:nvSpPr>
          <p:spPr>
            <a:xfrm>
              <a:off x="904876" y="5861859"/>
              <a:ext cx="1737964" cy="349370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Đường kết nối: Cong 38">
              <a:extLst>
                <a:ext uri="{FF2B5EF4-FFF2-40B4-BE49-F238E27FC236}">
                  <a16:creationId xmlns:a16="http://schemas.microsoft.com/office/drawing/2014/main" id="{08295A61-46FF-0288-1DC5-45C28FC73721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2642840" y="2790796"/>
              <a:ext cx="1330584" cy="3245748"/>
            </a:xfrm>
            <a:prstGeom prst="curvedConnector2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Nhóm 41">
            <a:extLst>
              <a:ext uri="{FF2B5EF4-FFF2-40B4-BE49-F238E27FC236}">
                <a16:creationId xmlns:a16="http://schemas.microsoft.com/office/drawing/2014/main" id="{753BD70F-502F-CA84-4008-2E7B77EF6225}"/>
              </a:ext>
            </a:extLst>
          </p:cNvPr>
          <p:cNvGrpSpPr/>
          <p:nvPr/>
        </p:nvGrpSpPr>
        <p:grpSpPr>
          <a:xfrm>
            <a:off x="5647762" y="3880624"/>
            <a:ext cx="2258452" cy="2243262"/>
            <a:chOff x="904874" y="3967967"/>
            <a:chExt cx="2258452" cy="2243262"/>
          </a:xfrm>
        </p:grpSpPr>
        <p:sp>
          <p:nvSpPr>
            <p:cNvPr id="43" name="Hình chữ nhật: Góc Tròn 42">
              <a:extLst>
                <a:ext uri="{FF2B5EF4-FFF2-40B4-BE49-F238E27FC236}">
                  <a16:creationId xmlns:a16="http://schemas.microsoft.com/office/drawing/2014/main" id="{E5F8B416-2BFA-2CBE-9588-F19335D38238}"/>
                </a:ext>
              </a:extLst>
            </p:cNvPr>
            <p:cNvSpPr/>
            <p:nvPr/>
          </p:nvSpPr>
          <p:spPr>
            <a:xfrm>
              <a:off x="904875" y="5817184"/>
              <a:ext cx="2258451" cy="394045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Đường kết nối: Cong 43">
              <a:extLst>
                <a:ext uri="{FF2B5EF4-FFF2-40B4-BE49-F238E27FC236}">
                  <a16:creationId xmlns:a16="http://schemas.microsoft.com/office/drawing/2014/main" id="{E8EF688F-F7DD-8762-B79F-54D6D08B3767}"/>
                </a:ext>
              </a:extLst>
            </p:cNvPr>
            <p:cNvCxnSpPr>
              <a:cxnSpLocks/>
              <a:stCxn id="43" idx="1"/>
            </p:cNvCxnSpPr>
            <p:nvPr/>
          </p:nvCxnSpPr>
          <p:spPr>
            <a:xfrm rot="10800000" flipH="1">
              <a:off x="904874" y="3967967"/>
              <a:ext cx="487221" cy="2046240"/>
            </a:xfrm>
            <a:prstGeom prst="curvedConnector4">
              <a:avLst>
                <a:gd name="adj1" fmla="val -46919"/>
                <a:gd name="adj2" fmla="val 54814"/>
              </a:avLst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Nhóm 46">
            <a:extLst>
              <a:ext uri="{FF2B5EF4-FFF2-40B4-BE49-F238E27FC236}">
                <a16:creationId xmlns:a16="http://schemas.microsoft.com/office/drawing/2014/main" id="{622A4BC0-B39D-96E5-BE48-6019DD454579}"/>
              </a:ext>
            </a:extLst>
          </p:cNvPr>
          <p:cNvGrpSpPr/>
          <p:nvPr/>
        </p:nvGrpSpPr>
        <p:grpSpPr>
          <a:xfrm>
            <a:off x="5696715" y="4924104"/>
            <a:ext cx="3859782" cy="1634548"/>
            <a:chOff x="904875" y="4576681"/>
            <a:chExt cx="3859782" cy="1634548"/>
          </a:xfrm>
        </p:grpSpPr>
        <p:sp>
          <p:nvSpPr>
            <p:cNvPr id="48" name="Hình chữ nhật: Góc Tròn 47">
              <a:extLst>
                <a:ext uri="{FF2B5EF4-FFF2-40B4-BE49-F238E27FC236}">
                  <a16:creationId xmlns:a16="http://schemas.microsoft.com/office/drawing/2014/main" id="{41237451-DA1A-DECE-231F-699A21B21879}"/>
                </a:ext>
              </a:extLst>
            </p:cNvPr>
            <p:cNvSpPr/>
            <p:nvPr/>
          </p:nvSpPr>
          <p:spPr>
            <a:xfrm>
              <a:off x="904875" y="5817184"/>
              <a:ext cx="2258451" cy="394045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Đường kết nối: Cong 48">
              <a:extLst>
                <a:ext uri="{FF2B5EF4-FFF2-40B4-BE49-F238E27FC236}">
                  <a16:creationId xmlns:a16="http://schemas.microsoft.com/office/drawing/2014/main" id="{E73AC4CE-6452-8341-5189-96AE30D94A7C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 flipV="1">
              <a:off x="3163326" y="4576681"/>
              <a:ext cx="1601331" cy="1437526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Nhóm 51">
            <a:extLst>
              <a:ext uri="{FF2B5EF4-FFF2-40B4-BE49-F238E27FC236}">
                <a16:creationId xmlns:a16="http://schemas.microsoft.com/office/drawing/2014/main" id="{AD548C51-6C06-A21E-D485-9FB37480FB6F}"/>
              </a:ext>
            </a:extLst>
          </p:cNvPr>
          <p:cNvGrpSpPr/>
          <p:nvPr/>
        </p:nvGrpSpPr>
        <p:grpSpPr>
          <a:xfrm>
            <a:off x="9139906" y="2155266"/>
            <a:ext cx="2731330" cy="4009341"/>
            <a:chOff x="695262" y="2164738"/>
            <a:chExt cx="2468064" cy="4046491"/>
          </a:xfrm>
        </p:grpSpPr>
        <p:sp>
          <p:nvSpPr>
            <p:cNvPr id="53" name="Hình chữ nhật: Góc Tròn 52">
              <a:extLst>
                <a:ext uri="{FF2B5EF4-FFF2-40B4-BE49-F238E27FC236}">
                  <a16:creationId xmlns:a16="http://schemas.microsoft.com/office/drawing/2014/main" id="{AEEA6CB2-B3A1-065B-11C3-617D837FCCDE}"/>
                </a:ext>
              </a:extLst>
            </p:cNvPr>
            <p:cNvSpPr/>
            <p:nvPr/>
          </p:nvSpPr>
          <p:spPr>
            <a:xfrm>
              <a:off x="904875" y="5817184"/>
              <a:ext cx="2258451" cy="394045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Đường kết nối: Cong 53">
              <a:extLst>
                <a:ext uri="{FF2B5EF4-FFF2-40B4-BE49-F238E27FC236}">
                  <a16:creationId xmlns:a16="http://schemas.microsoft.com/office/drawing/2014/main" id="{9EE5BA11-A05A-2D2B-DB08-A2A205F906D0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rot="10800000">
              <a:off x="695262" y="2164738"/>
              <a:ext cx="209613" cy="3849469"/>
            </a:xfrm>
            <a:prstGeom prst="curvedConnector2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074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3" grpId="0"/>
      <p:bldP spid="15" grpId="0" build="p"/>
      <p:bldP spid="1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Introducing Pandas Objects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096624" cy="1730065"/>
          </a:xfrm>
        </p:spPr>
        <p:txBody>
          <a:bodyPr>
            <a:normAutofit/>
          </a:bodyPr>
          <a:lstStyle/>
          <a:p>
            <a:r>
              <a:rPr lang="en-GB" sz="2800" dirty="0">
                <a:highlight>
                  <a:srgbClr val="C0C0C0"/>
                </a:highlight>
              </a:rPr>
              <a:t>Creating Series: </a:t>
            </a:r>
            <a:r>
              <a:rPr lang="en-GB" sz="2800" b="1" dirty="0" err="1">
                <a:solidFill>
                  <a:srgbClr val="9538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pd</a:t>
            </a:r>
            <a:r>
              <a:rPr lang="en-GB" sz="2800" b="1" dirty="0" err="1">
                <a:solidFill>
                  <a:srgbClr val="1F232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GB" sz="2800" b="1" dirty="0" err="1">
                <a:solidFill>
                  <a:srgbClr val="953800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Series</a:t>
            </a:r>
            <a:r>
              <a:rPr lang="en-GB" sz="2800" b="1" dirty="0">
                <a:solidFill>
                  <a:srgbClr val="1F2328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GB" sz="2800" b="0" dirty="0">
              <a:highlight>
                <a:srgbClr val="C0C0C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From a list:  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series1 </a:t>
            </a:r>
            <a:r>
              <a:rPr lang="en-GB" sz="2200" b="1" dirty="0">
                <a:solidFill>
                  <a:srgbClr val="CF222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2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GB" sz="2200" b="1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22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GB" sz="22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GB" sz="22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  <a:r>
              <a:rPr lang="en-GB" sz="2200" b="1" dirty="0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200" b="1" dirty="0">
                <a:solidFill>
                  <a:srgbClr val="CF222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GB" sz="22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'a'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GB" sz="22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'b'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endParaRPr lang="en-GB" sz="22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From a </a:t>
            </a:r>
            <a:r>
              <a:rPr lang="en-GB" sz="2800" b="0" dirty="0" err="1"/>
              <a:t>dict</a:t>
            </a:r>
            <a:r>
              <a:rPr lang="en-GB" sz="2800" b="0" dirty="0"/>
              <a:t>: 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series2 </a:t>
            </a:r>
            <a:r>
              <a:rPr lang="en-GB" sz="2200" b="1" dirty="0">
                <a:solidFill>
                  <a:srgbClr val="CF222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2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GB" sz="2200" b="1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22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GB" sz="22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"a"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2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GB" sz="22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'b'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GB" sz="22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GB" sz="22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5</a:t>
            </a:fld>
            <a:endParaRPr lang="en-US"/>
          </a:p>
        </p:txBody>
      </p:sp>
      <p:sp>
        <p:nvSpPr>
          <p:cNvPr id="2" name="Chỗ dành sẵn cho Văn bản 3">
            <a:extLst>
              <a:ext uri="{FF2B5EF4-FFF2-40B4-BE49-F238E27FC236}">
                <a16:creationId xmlns:a16="http://schemas.microsoft.com/office/drawing/2014/main" id="{FD599C9B-0210-85F6-8CE5-DFD7F9B7C209}"/>
              </a:ext>
            </a:extLst>
          </p:cNvPr>
          <p:cNvSpPr txBox="1">
            <a:spLocks/>
          </p:cNvSpPr>
          <p:nvPr/>
        </p:nvSpPr>
        <p:spPr>
          <a:xfrm>
            <a:off x="590551" y="2509024"/>
            <a:ext cx="11096624" cy="43489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highlight>
                  <a:srgbClr val="C0C0C0"/>
                </a:highlight>
              </a:rPr>
              <a:t>Creating </a:t>
            </a:r>
            <a:r>
              <a:rPr lang="en-GB" sz="2800" dirty="0" err="1">
                <a:highlight>
                  <a:srgbClr val="C0C0C0"/>
                </a:highlight>
              </a:rPr>
              <a:t>DataFrame</a:t>
            </a:r>
            <a:r>
              <a:rPr lang="en-GB" sz="2800" dirty="0">
                <a:highlight>
                  <a:srgbClr val="C0C0C0"/>
                </a:highlight>
              </a:rPr>
              <a:t>: </a:t>
            </a:r>
            <a:r>
              <a:rPr lang="en-GB" sz="2800" dirty="0" err="1">
                <a:solidFill>
                  <a:srgbClr val="9538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pd</a:t>
            </a:r>
            <a:r>
              <a:rPr lang="en-GB" sz="2800" dirty="0" err="1">
                <a:solidFill>
                  <a:srgbClr val="1F2328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.</a:t>
            </a:r>
            <a:r>
              <a:rPr lang="en-GB" sz="2800" dirty="0" err="1">
                <a:solidFill>
                  <a:srgbClr val="953800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DataFrame</a:t>
            </a:r>
            <a:r>
              <a:rPr lang="en-GB" sz="2800" dirty="0">
                <a:solidFill>
                  <a:srgbClr val="1F2328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()</a:t>
            </a:r>
            <a:endParaRPr lang="en-GB" sz="2800" b="0" dirty="0">
              <a:highlight>
                <a:srgbClr val="C0C0C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From a </a:t>
            </a:r>
            <a:r>
              <a:rPr lang="en-GB" sz="2800" b="0" dirty="0" err="1"/>
              <a:t>adict</a:t>
            </a:r>
            <a:r>
              <a:rPr lang="en-GB" sz="2800" b="0" dirty="0"/>
              <a:t>: </a:t>
            </a:r>
          </a:p>
          <a:p>
            <a:r>
              <a:rPr lang="en-GB" sz="28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df1 </a:t>
            </a:r>
            <a:r>
              <a:rPr lang="en-US" sz="2400" b="1" dirty="0">
                <a:solidFill>
                  <a:srgbClr val="CF222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2400" b="1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'state'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400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Ohio'</a:t>
            </a:r>
            <a:r>
              <a:rPr lang="en-US" sz="2400" b="1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’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 </a:t>
            </a:r>
          </a:p>
          <a:p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'year'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sz="24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2000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2010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]})</a:t>
            </a:r>
            <a:endParaRPr lang="en-GB" sz="2400" b="0" dirty="0"/>
          </a:p>
          <a:p>
            <a:r>
              <a:rPr lang="en-GB" sz="28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df2 </a:t>
            </a:r>
            <a:r>
              <a:rPr lang="en-US" sz="2400" b="1" dirty="0">
                <a:solidFill>
                  <a:srgbClr val="CF222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2400" b="1" dirty="0" err="1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9538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'col1'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{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'row1'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'row2'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},</a:t>
            </a:r>
          </a:p>
          <a:p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	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'col2'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{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'row1'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r>
              <a:rPr lang="en-US" sz="24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'row2'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sz="2400" b="1" dirty="0">
                <a:solidFill>
                  <a:srgbClr val="1F232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}})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b="0" dirty="0">
                <a:highlight>
                  <a:srgbClr val="FFFFFF"/>
                </a:highlight>
              </a:rPr>
              <a:t>From a two-dimensional NumPy array</a:t>
            </a:r>
            <a:r>
              <a:rPr lang="en-GB" sz="2400" dirty="0">
                <a:highlight>
                  <a:srgbClr val="FFFFFF"/>
                </a:highlight>
              </a:rPr>
              <a:t> </a:t>
            </a:r>
          </a:p>
          <a:p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df3 </a:t>
            </a:r>
            <a:r>
              <a:rPr lang="en-US" sz="2400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sz="2400" dirty="0" err="1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2400" dirty="0" err="1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sz="2400" dirty="0" err="1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random</a:t>
            </a:r>
            <a:r>
              <a:rPr lang="en-US" sz="2400" dirty="0" err="1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.rand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sz="2400" dirty="0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columns</a:t>
            </a:r>
            <a:r>
              <a:rPr lang="en-US" sz="2400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'foo'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'bar’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sz="2400" dirty="0">
                <a:solidFill>
                  <a:srgbClr val="9538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		index</a:t>
            </a:r>
            <a:r>
              <a:rPr lang="en-US" sz="2400" dirty="0">
                <a:solidFill>
                  <a:srgbClr val="CF222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'a'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'b'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'c'</a:t>
            </a:r>
            <a:r>
              <a:rPr lang="en-US" sz="2400" dirty="0">
                <a:solidFill>
                  <a:srgbClr val="1F232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  <a:endParaRPr lang="en-US" sz="2400" b="1" dirty="0">
              <a:solidFill>
                <a:srgbClr val="1F2328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74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Introducing Pandas Objects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6</a:t>
            </a:fld>
            <a:endParaRPr lang="en-US"/>
          </a:p>
        </p:txBody>
      </p:sp>
      <p:sp>
        <p:nvSpPr>
          <p:cNvPr id="7" name="Chỗ dành sẵn cho Văn bản 6">
            <a:extLst>
              <a:ext uri="{FF2B5EF4-FFF2-40B4-BE49-F238E27FC236}">
                <a16:creationId xmlns:a16="http://schemas.microsoft.com/office/drawing/2014/main" id="{786F6845-84F7-32CF-3972-4258B20AE13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Implicit – Explicit Index</a:t>
            </a:r>
            <a:endParaRPr lang="en-US" dirty="0"/>
          </a:p>
        </p:txBody>
      </p:sp>
      <p:pic>
        <p:nvPicPr>
          <p:cNvPr id="2050" name="Picture 2" descr="Data Selection và Indexing trong Pandas - Freetuts">
            <a:extLst>
              <a:ext uri="{FF2B5EF4-FFF2-40B4-BE49-F238E27FC236}">
                <a16:creationId xmlns:a16="http://schemas.microsoft.com/office/drawing/2014/main" id="{803672DC-E578-F48F-6CEA-8DC1D2422F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7" t="-1394" r="12173" b="1394"/>
          <a:stretch/>
        </p:blipFill>
        <p:spPr bwMode="auto">
          <a:xfrm>
            <a:off x="419100" y="1583531"/>
            <a:ext cx="5141842" cy="257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to Slice Pandas DataFrames Using iloc and loc | Proclus Academy">
            <a:extLst>
              <a:ext uri="{FF2B5EF4-FFF2-40B4-BE49-F238E27FC236}">
                <a16:creationId xmlns:a16="http://schemas.microsoft.com/office/drawing/2014/main" id="{CA0CC61E-BE26-A16A-F705-976BA31FC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887" y="923925"/>
            <a:ext cx="5521201" cy="587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77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Data indexing and Selection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1172504"/>
          </a:xfrm>
        </p:spPr>
        <p:txBody>
          <a:bodyPr/>
          <a:lstStyle/>
          <a:p>
            <a:r>
              <a:rPr lang="en-US" dirty="0"/>
              <a:t>Data Selection in Series</a:t>
            </a:r>
          </a:p>
          <a:p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	s1 </a:t>
            </a:r>
            <a:r>
              <a:rPr lang="en-GB" sz="22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200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GB" sz="22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2200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200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range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200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GB" sz="2200" dirty="0">
                <a:solidFill>
                  <a:srgbClr val="0550A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14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</a:t>
            </a:r>
            <a:r>
              <a:rPr lang="en-GB" sz="2200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GB" sz="22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2200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2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2200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abcd</a:t>
            </a:r>
            <a:r>
              <a:rPr lang="en-GB" sz="22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GB" sz="22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7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4" y="3842942"/>
            <a:ext cx="10868026" cy="1695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Series as dictionary: 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s1.</a:t>
            </a:r>
            <a:r>
              <a:rPr lang="en-GB" sz="2400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keys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 s1.values; s1.</a:t>
            </a:r>
            <a:r>
              <a:rPr lang="en-GB" sz="2400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items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</a:rPr>
              <a:t>Series as one-dimensional array</a:t>
            </a:r>
            <a:r>
              <a:rPr lang="en-GB" sz="2400" b="1" i="0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i="0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Indexers: loc and </a:t>
            </a:r>
            <a:r>
              <a:rPr lang="en-GB" sz="2400" b="1" i="0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iloc</a:t>
            </a:r>
            <a:r>
              <a:rPr lang="en-GB" sz="2400" b="1" i="0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s1.loc[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'b’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]; s1.iloc[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  <a:endParaRPr lang="en-GB" sz="2400" b="1" i="0" dirty="0">
              <a:solidFill>
                <a:srgbClr val="24292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B931A319-80D9-95E5-A55E-922FAA107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527"/>
          <a:stretch/>
        </p:blipFill>
        <p:spPr>
          <a:xfrm>
            <a:off x="4661411" y="1874752"/>
            <a:ext cx="471682" cy="19681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3AF6177E-E976-4F0B-A30F-AD9474E6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488" y="1874752"/>
            <a:ext cx="1968506" cy="1888970"/>
          </a:xfrm>
          <a:prstGeom prst="rect">
            <a:avLst/>
          </a:prstGeom>
        </p:spPr>
      </p:pic>
      <p:grpSp>
        <p:nvGrpSpPr>
          <p:cNvPr id="32" name="Nhóm 31">
            <a:extLst>
              <a:ext uri="{FF2B5EF4-FFF2-40B4-BE49-F238E27FC236}">
                <a16:creationId xmlns:a16="http://schemas.microsoft.com/office/drawing/2014/main" id="{77682219-7BA7-CE8A-F72D-9CDB5D2F06E7}"/>
              </a:ext>
            </a:extLst>
          </p:cNvPr>
          <p:cNvGrpSpPr/>
          <p:nvPr/>
        </p:nvGrpSpPr>
        <p:grpSpPr>
          <a:xfrm>
            <a:off x="347181" y="2665688"/>
            <a:ext cx="4314230" cy="349370"/>
            <a:chOff x="347181" y="2665688"/>
            <a:chExt cx="4314230" cy="349370"/>
          </a:xfrm>
        </p:grpSpPr>
        <p:sp>
          <p:nvSpPr>
            <p:cNvPr id="33" name="Hình chữ nhật: Góc Tròn 32">
              <a:extLst>
                <a:ext uri="{FF2B5EF4-FFF2-40B4-BE49-F238E27FC236}">
                  <a16:creationId xmlns:a16="http://schemas.microsoft.com/office/drawing/2014/main" id="{5FAE13B3-6341-3FE8-6A84-15BE39FC5F37}"/>
                </a:ext>
              </a:extLst>
            </p:cNvPr>
            <p:cNvSpPr/>
            <p:nvPr/>
          </p:nvSpPr>
          <p:spPr>
            <a:xfrm>
              <a:off x="347181" y="2665688"/>
              <a:ext cx="3254663" cy="349370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accent1"/>
                  </a:solidFill>
                </a:rPr>
                <a:t>Implicit integer index</a:t>
              </a:r>
              <a:endParaRPr lang="en-US" sz="2000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34" name="Đường kết nối: Cong 33">
              <a:extLst>
                <a:ext uri="{FF2B5EF4-FFF2-40B4-BE49-F238E27FC236}">
                  <a16:creationId xmlns:a16="http://schemas.microsoft.com/office/drawing/2014/main" id="{4A5F6B41-A2E8-7E46-0A79-B2FD096895E4}"/>
                </a:ext>
              </a:extLst>
            </p:cNvPr>
            <p:cNvCxnSpPr>
              <a:cxnSpLocks/>
              <a:stCxn id="33" idx="3"/>
              <a:endCxn id="10" idx="1"/>
            </p:cNvCxnSpPr>
            <p:nvPr/>
          </p:nvCxnSpPr>
          <p:spPr>
            <a:xfrm>
              <a:off x="3601844" y="2840373"/>
              <a:ext cx="1059567" cy="18474"/>
            </a:xfrm>
            <a:prstGeom prst="curvedConnector3">
              <a:avLst>
                <a:gd name="adj1" fmla="val 50000"/>
              </a:avLst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819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Data indexing and Selection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Data Selection in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8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590551" y="3328639"/>
            <a:ext cx="1118234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000000"/>
                </a:solidFill>
                <a:effectLst/>
              </a:rPr>
              <a:t>DataFrame</a:t>
            </a:r>
            <a:r>
              <a:rPr lang="en-US" sz="2400" b="1" i="0" dirty="0">
                <a:solidFill>
                  <a:srgbClr val="000000"/>
                </a:solidFill>
                <a:effectLst/>
              </a:rPr>
              <a:t> as a dictionary: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'area’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] ; 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en-US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area</a:t>
            </a:r>
            <a:r>
              <a:rPr lang="en-US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it-IT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it-IT" sz="2400" dirty="0">
                <a:solidFill>
                  <a:srgbClr val="CC3300"/>
                </a:solidFill>
                <a:latin typeface="UbuntuMono-Regular"/>
              </a:rPr>
              <a:t>'density'</a:t>
            </a:r>
            <a:r>
              <a:rPr lang="it-IT" sz="2400" dirty="0">
                <a:solidFill>
                  <a:srgbClr val="000000"/>
                </a:solidFill>
                <a:latin typeface="UbuntuMono-Regular"/>
              </a:rPr>
              <a:t>] </a:t>
            </a:r>
            <a:r>
              <a:rPr lang="it-IT" sz="2400" dirty="0">
                <a:solidFill>
                  <a:srgbClr val="555555"/>
                </a:solidFill>
                <a:latin typeface="UbuntuMono-Regular"/>
              </a:rPr>
              <a:t>= </a:t>
            </a:r>
            <a:r>
              <a:rPr lang="it-IT" sz="2400" dirty="0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it-IT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it-IT" sz="2400" dirty="0">
                <a:solidFill>
                  <a:srgbClr val="CC3300"/>
                </a:solidFill>
                <a:latin typeface="UbuntuMono-Regular"/>
              </a:rPr>
              <a:t>'pop'</a:t>
            </a:r>
            <a:r>
              <a:rPr lang="it-IT" sz="2400" dirty="0">
                <a:solidFill>
                  <a:srgbClr val="000000"/>
                </a:solidFill>
                <a:latin typeface="UbuntuMono-Regular"/>
              </a:rPr>
              <a:t>] </a:t>
            </a:r>
            <a:r>
              <a:rPr lang="it-IT" sz="2400" dirty="0">
                <a:solidFill>
                  <a:srgbClr val="555555"/>
                </a:solidFill>
                <a:latin typeface="UbuntuMono-Regular"/>
              </a:rPr>
              <a:t>/ </a:t>
            </a:r>
            <a:r>
              <a:rPr lang="it-IT" sz="2400" dirty="0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it-IT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it-IT" sz="2400" dirty="0">
                <a:solidFill>
                  <a:srgbClr val="CC3300"/>
                </a:solidFill>
                <a:latin typeface="UbuntuMono-Regular"/>
              </a:rPr>
              <a:t>'area'</a:t>
            </a:r>
            <a:r>
              <a:rPr lang="it-IT" sz="2400" dirty="0">
                <a:solidFill>
                  <a:srgbClr val="000000"/>
                </a:solidFill>
                <a:latin typeface="UbuntuMono-Regular"/>
              </a:rPr>
              <a:t>]</a:t>
            </a:r>
            <a:r>
              <a:rPr lang="it-IT" sz="2400" dirty="0"/>
              <a:t> </a:t>
            </a:r>
            <a:endParaRPr lang="en-US" sz="2400" b="1" i="0" dirty="0">
              <a:solidFill>
                <a:srgbClr val="000000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</a:rPr>
              <a:t>DataFrame</a:t>
            </a:r>
            <a:r>
              <a:rPr lang="en-US" sz="2400" b="1" dirty="0">
                <a:solidFill>
                  <a:srgbClr val="000000"/>
                </a:solidFill>
              </a:rPr>
              <a:t> as two-dimensional array: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Single “index” </a:t>
            </a:r>
            <a:r>
              <a:rPr lang="en-US" sz="2400" dirty="0"/>
              <a:t>refers to</a:t>
            </a:r>
            <a:r>
              <a:rPr lang="en-GB" sz="2400" dirty="0"/>
              <a:t> column</a:t>
            </a:r>
            <a:r>
              <a:rPr lang="en-GB" sz="2400" b="1" dirty="0"/>
              <a:t>: </a:t>
            </a:r>
            <a:r>
              <a:rPr lang="en-US" sz="2400" dirty="0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'area’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Two “index”:</a:t>
            </a:r>
            <a:r>
              <a:rPr lang="en-US" sz="2400" dirty="0">
                <a:solidFill>
                  <a:srgbClr val="000088"/>
                </a:solidFill>
                <a:latin typeface="UbuntuMono-Regular"/>
              </a:rPr>
              <a:t> 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en-US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loc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'Florida'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, 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'pop’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]</a:t>
            </a:r>
            <a:r>
              <a:rPr lang="en-US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88"/>
                </a:solidFill>
                <a:highlight>
                  <a:srgbClr val="FFFFFF"/>
                </a:highlight>
                <a:latin typeface="UbuntuMono-Regular"/>
              </a:rPr>
              <a:t>data</a:t>
            </a:r>
            <a:r>
              <a:rPr lang="en-US" sz="2400" dirty="0" err="1">
                <a:solidFill>
                  <a:srgbClr val="555555"/>
                </a:solidFill>
                <a:highlight>
                  <a:srgbClr val="FFFFFF"/>
                </a:highlight>
                <a:latin typeface="UbuntuMono-Regular"/>
              </a:rPr>
              <a:t>.</a:t>
            </a:r>
            <a:r>
              <a:rPr lang="en-US" sz="2400" dirty="0" err="1">
                <a:solidFill>
                  <a:srgbClr val="000088"/>
                </a:solidFill>
                <a:highlight>
                  <a:srgbClr val="FFFFFF"/>
                </a:highlight>
                <a:latin typeface="UbuntuMono-Regular"/>
              </a:rPr>
              <a:t>iloc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UbuntuMono-Regular"/>
              </a:rPr>
              <a:t>[</a:t>
            </a:r>
            <a:r>
              <a:rPr lang="en-US" sz="2400" dirty="0">
                <a:solidFill>
                  <a:srgbClr val="FF6600"/>
                </a:solidFill>
                <a:highlight>
                  <a:srgbClr val="FFFFFF"/>
                </a:highlight>
                <a:latin typeface="UbuntuMono-Regular"/>
              </a:rPr>
              <a:t>3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UbuntuMono-Regular"/>
              </a:rPr>
              <a:t>,</a:t>
            </a:r>
            <a:r>
              <a:rPr lang="en-US" sz="2400" dirty="0">
                <a:solidFill>
                  <a:srgbClr val="FF6600"/>
                </a:solidFill>
                <a:highlight>
                  <a:srgbClr val="FFFFFF"/>
                </a:highlight>
                <a:latin typeface="UbuntuMono-Regular"/>
              </a:rPr>
              <a:t>2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UbuntuMono-Regular"/>
              </a:rPr>
              <a:t>]</a:t>
            </a:r>
            <a:endParaRPr lang="en-US" sz="2400" b="1" dirty="0">
              <a:highlight>
                <a:srgbClr val="FFFFFF"/>
              </a:highlight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Slicing </a:t>
            </a:r>
            <a:r>
              <a:rPr lang="en-US" sz="2400" dirty="0"/>
              <a:t>refers to rows (one ‘index’):</a:t>
            </a:r>
            <a:r>
              <a:rPr lang="en-US" sz="2400" dirty="0">
                <a:solidFill>
                  <a:srgbClr val="000088"/>
                </a:solidFill>
                <a:latin typeface="UbuntuMono-Regular"/>
              </a:rPr>
              <a:t>	data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[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</a:t>
            </a:r>
            <a:r>
              <a:rPr lang="en-US" sz="2400" dirty="0" err="1">
                <a:solidFill>
                  <a:srgbClr val="CC3300"/>
                </a:solidFill>
                <a:latin typeface="UbuntuMono-Regular"/>
              </a:rPr>
              <a:t>Florida'</a:t>
            </a:r>
            <a:r>
              <a:rPr lang="en-US" sz="2400" dirty="0" err="1">
                <a:solidFill>
                  <a:srgbClr val="000000"/>
                </a:solidFill>
                <a:latin typeface="UbuntuMono-Regular"/>
              </a:rPr>
              <a:t>:</a:t>
            </a:r>
            <a:r>
              <a:rPr lang="en-US" sz="2400" dirty="0" err="1">
                <a:solidFill>
                  <a:srgbClr val="CC3300"/>
                </a:solidFill>
                <a:latin typeface="UbuntuMono-Regular"/>
              </a:rPr>
              <a:t>'New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 York’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]</a:t>
            </a:r>
            <a:r>
              <a:rPr lang="en-US" sz="2400" dirty="0"/>
              <a:t> </a:t>
            </a:r>
          </a:p>
          <a:p>
            <a:pPr lvl="1"/>
            <a:r>
              <a:rPr lang="en-US" sz="2400" dirty="0">
                <a:solidFill>
                  <a:srgbClr val="000088"/>
                </a:solidFill>
                <a:latin typeface="UbuntuMono-Regular"/>
              </a:rPr>
              <a:t>						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en-US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loc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[: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'Florida'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, :</a:t>
            </a:r>
            <a:r>
              <a:rPr lang="en-US" sz="2400" dirty="0">
                <a:solidFill>
                  <a:srgbClr val="CC3300"/>
                </a:solidFill>
                <a:latin typeface="UbuntuMono-Regular"/>
              </a:rPr>
              <a:t>'pop’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]</a:t>
            </a:r>
            <a:r>
              <a:rPr lang="en-US" sz="2400" dirty="0"/>
              <a:t> ; 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data</a:t>
            </a:r>
            <a:r>
              <a:rPr lang="en-US" sz="2400" dirty="0" err="1">
                <a:solidFill>
                  <a:srgbClr val="555555"/>
                </a:solidFill>
                <a:latin typeface="UbuntuMono-Regular"/>
              </a:rPr>
              <a:t>.</a:t>
            </a:r>
            <a:r>
              <a:rPr lang="en-US" sz="2400" dirty="0" err="1">
                <a:solidFill>
                  <a:srgbClr val="000088"/>
                </a:solidFill>
                <a:latin typeface="UbuntuMono-Regular"/>
              </a:rPr>
              <a:t>iloc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[:</a:t>
            </a:r>
            <a:r>
              <a:rPr lang="en-US" sz="2400" dirty="0">
                <a:solidFill>
                  <a:srgbClr val="FF6600"/>
                </a:solidFill>
                <a:latin typeface="UbuntuMono-Regular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, :</a:t>
            </a:r>
            <a:r>
              <a:rPr lang="en-US" sz="2400" dirty="0">
                <a:solidFill>
                  <a:srgbClr val="FF6600"/>
                </a:solidFill>
                <a:latin typeface="UbuntuMono-Regular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UbuntuMono-Regular"/>
              </a:rPr>
              <a:t>]</a:t>
            </a:r>
            <a:endParaRPr lang="en-US" sz="2400" b="1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262D10F-4D3F-9FA0-CA45-6E09BD6E39A9}"/>
              </a:ext>
            </a:extLst>
          </p:cNvPr>
          <p:cNvSpPr txBox="1"/>
          <p:nvPr/>
        </p:nvSpPr>
        <p:spPr>
          <a:xfrm>
            <a:off x="4498589" y="1397675"/>
            <a:ext cx="78053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area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423967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'Texas'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695662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'Florida'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170312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141297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'Pennsylvania'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119280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39538223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'Texas'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29145505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'Florida'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21538187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20201249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'Pennsylvania'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13002700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area'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:area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pop'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:pop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19061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Operating on Data in Pandas</a:t>
            </a:r>
            <a:endParaRPr lang="en-US" dirty="0">
              <a:latin typeface="+mn-lt"/>
            </a:endParaRP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FE970DA-31B3-48D7-84D8-E9CFD5B197F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1150202"/>
          </a:xfrm>
        </p:spPr>
        <p:txBody>
          <a:bodyPr/>
          <a:lstStyle/>
          <a:p>
            <a:r>
              <a:rPr lang="en-US" dirty="0"/>
              <a:t>Index Preservation</a:t>
            </a:r>
          </a:p>
          <a:p>
            <a:r>
              <a:rPr lang="en-GB" sz="2800" b="0" dirty="0"/>
              <a:t>These operations preserve the index and column labels in the output.</a:t>
            </a:r>
            <a:endParaRPr lang="en-US" b="0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9</a:t>
            </a:fld>
            <a:endParaRPr lang="en-US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7A6E0820-F823-299E-0E68-23D2196AFE75}"/>
              </a:ext>
            </a:extLst>
          </p:cNvPr>
          <p:cNvSpPr txBox="1"/>
          <p:nvPr/>
        </p:nvSpPr>
        <p:spPr>
          <a:xfrm>
            <a:off x="1271239" y="1956138"/>
            <a:ext cx="102033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rng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random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default_rng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42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rng.</a:t>
            </a:r>
            <a:r>
              <a:rPr lang="en-US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integers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rng.</a:t>
            </a:r>
            <a:r>
              <a:rPr lang="en-US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integers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(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)),</a:t>
            </a:r>
            <a:r>
              <a:rPr lang="en-US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'D'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b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.exp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(ser)</a:t>
            </a:r>
          </a:p>
          <a:p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.sin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.pi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5" name="Chỗ dành sẵn cho Văn bản 3">
            <a:extLst>
              <a:ext uri="{FF2B5EF4-FFF2-40B4-BE49-F238E27FC236}">
                <a16:creationId xmlns:a16="http://schemas.microsoft.com/office/drawing/2014/main" id="{FEAAD126-0872-68A8-DE04-31839BED8BA4}"/>
              </a:ext>
            </a:extLst>
          </p:cNvPr>
          <p:cNvSpPr txBox="1">
            <a:spLocks/>
          </p:cNvSpPr>
          <p:nvPr/>
        </p:nvSpPr>
        <p:spPr>
          <a:xfrm>
            <a:off x="571502" y="3931037"/>
            <a:ext cx="11115673" cy="1150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Index Alignment</a:t>
            </a:r>
          </a:p>
          <a:p>
            <a:r>
              <a:rPr lang="en-GB" sz="2800" b="0" dirty="0"/>
              <a:t> Pandas automatically aligns indices.</a:t>
            </a:r>
            <a:endParaRPr lang="en-US" b="0" dirty="0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A5CAF1C0-75FD-5FC2-736A-BEF3C7C8CFE0}"/>
              </a:ext>
            </a:extLst>
          </p:cNvPr>
          <p:cNvSpPr txBox="1"/>
          <p:nvPr/>
        </p:nvSpPr>
        <p:spPr>
          <a:xfrm>
            <a:off x="1185514" y="5056912"/>
            <a:ext cx="10434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area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'Alaska'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1723337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'Texas'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695662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423967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},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'area'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population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Series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39538223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'Texas'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29145505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'Florida'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21538187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},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'population'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population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area</a:t>
            </a:r>
          </a:p>
        </p:txBody>
      </p:sp>
    </p:spTree>
    <p:extLst>
      <p:ext uri="{BB962C8B-B14F-4D97-AF65-F5344CB8AC3E}">
        <p14:creationId xmlns:p14="http://schemas.microsoft.com/office/powerpoint/2010/main" val="181296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Operating on Data in Pandas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10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4" y="923908"/>
            <a:ext cx="86740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0000"/>
                </a:solidFill>
              </a:rPr>
              <a:t>Operations Between </a:t>
            </a:r>
            <a:r>
              <a:rPr lang="en-GB" sz="3000" b="1" dirty="0" err="1">
                <a:solidFill>
                  <a:srgbClr val="000000"/>
                </a:solidFill>
              </a:rPr>
              <a:t>DataFrames</a:t>
            </a:r>
            <a:r>
              <a:rPr lang="en-GB" sz="3000" b="1" dirty="0">
                <a:solidFill>
                  <a:srgbClr val="000000"/>
                </a:solidFill>
              </a:rPr>
              <a:t> and Series</a:t>
            </a:r>
            <a:endParaRPr lang="en-US" sz="3000" b="1" dirty="0"/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03FF43E3-EBB3-49E6-8D18-9A2DFF5109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204" r="71826"/>
          <a:stretch/>
        </p:blipFill>
        <p:spPr>
          <a:xfrm>
            <a:off x="2036143" y="1750744"/>
            <a:ext cx="1677214" cy="2052573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BFA0559E-D4F2-4DDD-9E85-B07586F41F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184" r="62059"/>
          <a:stretch/>
        </p:blipFill>
        <p:spPr>
          <a:xfrm>
            <a:off x="5023042" y="1750744"/>
            <a:ext cx="2258703" cy="2524856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7178AB23-180E-45D5-8DCB-70405081A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017" y="1684800"/>
            <a:ext cx="2486025" cy="2590800"/>
          </a:xfrm>
          <a:prstGeom prst="rect">
            <a:avLst/>
          </a:prstGeom>
        </p:spPr>
      </p:pic>
      <p:sp>
        <p:nvSpPr>
          <p:cNvPr id="2" name="Dấu Cộng 1">
            <a:extLst>
              <a:ext uri="{FF2B5EF4-FFF2-40B4-BE49-F238E27FC236}">
                <a16:creationId xmlns:a16="http://schemas.microsoft.com/office/drawing/2014/main" id="{50297516-AF12-B9D9-9152-C7748E3DAFCD}"/>
              </a:ext>
            </a:extLst>
          </p:cNvPr>
          <p:cNvSpPr/>
          <p:nvPr/>
        </p:nvSpPr>
        <p:spPr>
          <a:xfrm>
            <a:off x="4125951" y="2553632"/>
            <a:ext cx="457200" cy="46166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ình chữ nhật: Góc Tròn 3">
            <a:extLst>
              <a:ext uri="{FF2B5EF4-FFF2-40B4-BE49-F238E27FC236}">
                <a16:creationId xmlns:a16="http://schemas.microsoft.com/office/drawing/2014/main" id="{6289467E-C377-1FE0-8824-772EB1B483B0}"/>
              </a:ext>
            </a:extLst>
          </p:cNvPr>
          <p:cNvSpPr/>
          <p:nvPr/>
        </p:nvSpPr>
        <p:spPr>
          <a:xfrm>
            <a:off x="2776653" y="3013172"/>
            <a:ext cx="909407" cy="7901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12767CF4-4AAF-BA33-1FD0-1E1C28F4E893}"/>
              </a:ext>
            </a:extLst>
          </p:cNvPr>
          <p:cNvSpPr/>
          <p:nvPr/>
        </p:nvSpPr>
        <p:spPr>
          <a:xfrm>
            <a:off x="5697689" y="3013172"/>
            <a:ext cx="909407" cy="7901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1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Add and Remove row or columns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11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4" y="923908"/>
            <a:ext cx="106031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0000"/>
                </a:solidFill>
              </a:rPr>
              <a:t>Adding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Columns: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new_columns</a:t>
            </a:r>
            <a:r>
              <a:rPr lang="en-US" sz="24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</a:t>
            </a:r>
            <a:r>
              <a:rPr lang="en-US" sz="2400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col_val</a:t>
            </a:r>
            <a:endParaRPr lang="en-US" sz="2400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Rows: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df.loc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new_index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row_val</a:t>
            </a:r>
            <a:endParaRPr lang="en-US" sz="2400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2"/>
            <a:r>
              <a:rPr lang="en-US" sz="2400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400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df.append</a:t>
            </a:r>
            <a:r>
              <a:rPr lang="en-US" sz="2400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new_row</a:t>
            </a:r>
            <a:r>
              <a:rPr lang="en-US" sz="2400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3000" b="1" dirty="0">
                <a:solidFill>
                  <a:srgbClr val="000000"/>
                </a:solidFill>
              </a:rPr>
              <a:t>Remove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</a:rPr>
              <a:t>Columns: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400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drop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(column =[</a:t>
            </a:r>
            <a:r>
              <a:rPr lang="en-US" sz="24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drop_col</a:t>
            </a:r>
            <a:r>
              <a:rPr lang="en-US" sz="2400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inplace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True)</a:t>
            </a:r>
          </a:p>
          <a:p>
            <a:r>
              <a:rPr lang="en-US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      </a:t>
            </a:r>
            <a:r>
              <a:rPr lang="en-US" sz="2400" b="1" dirty="0">
                <a:solidFill>
                  <a:srgbClr val="B359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</a:t>
            </a:r>
            <a:r>
              <a:rPr lang="en-US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drop_col</a:t>
            </a:r>
            <a:r>
              <a:rPr lang="en-US" sz="2400" dirty="0">
                <a:solidFill>
                  <a:srgbClr val="0A3069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</a:rPr>
              <a:t> Row: 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400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drop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(index = </a:t>
            </a:r>
            <a:r>
              <a:rPr lang="en-US" sz="2400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ind_drop</a:t>
            </a:r>
            <a:r>
              <a:rPr lang="en-US" sz="2400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CD0BC99E-A901-C5E9-A31B-6E4CD9965D5A}"/>
              </a:ext>
            </a:extLst>
          </p:cNvPr>
          <p:cNvSpPr txBox="1"/>
          <p:nvPr/>
        </p:nvSpPr>
        <p:spPr>
          <a:xfrm>
            <a:off x="904873" y="4617227"/>
            <a:ext cx="1060318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Practice</a:t>
            </a:r>
          </a:p>
          <a:p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7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]})</a:t>
            </a:r>
          </a:p>
        </p:txBody>
      </p:sp>
    </p:spTree>
    <p:extLst>
      <p:ext uri="{BB962C8B-B14F-4D97-AF65-F5344CB8AC3E}">
        <p14:creationId xmlns:p14="http://schemas.microsoft.com/office/powerpoint/2010/main" val="260953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Handling Missing Data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12</a:t>
            </a:fld>
            <a:endParaRPr lang="en-US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A19F0BCB-A251-4AB5-B952-85A538544360}"/>
              </a:ext>
            </a:extLst>
          </p:cNvPr>
          <p:cNvSpPr txBox="1"/>
          <p:nvPr/>
        </p:nvSpPr>
        <p:spPr>
          <a:xfrm>
            <a:off x="612854" y="1786052"/>
            <a:ext cx="10680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Real-world data is often messy and inconsistent.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/>
              <a:t>Handling missing data is crucial for working with real-world datasets.</a:t>
            </a:r>
            <a:endParaRPr lang="en-US" sz="2800" dirty="0"/>
          </a:p>
        </p:txBody>
      </p:sp>
      <p:sp>
        <p:nvSpPr>
          <p:cNvPr id="10" name="Chỗ dành sẵn cho Văn bản 3">
            <a:extLst>
              <a:ext uri="{FF2B5EF4-FFF2-40B4-BE49-F238E27FC236}">
                <a16:creationId xmlns:a16="http://schemas.microsoft.com/office/drawing/2014/main" id="{FF0DE6D1-595A-490D-9C66-FB3A00066274}"/>
              </a:ext>
            </a:extLst>
          </p:cNvPr>
          <p:cNvSpPr txBox="1">
            <a:spLocks/>
          </p:cNvSpPr>
          <p:nvPr/>
        </p:nvSpPr>
        <p:spPr>
          <a:xfrm>
            <a:off x="612854" y="1149803"/>
            <a:ext cx="1111567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Handling Missing Data in Pandas</a:t>
            </a:r>
            <a:endParaRPr lang="en-US" dirty="0"/>
          </a:p>
        </p:txBody>
      </p:sp>
      <p:sp>
        <p:nvSpPr>
          <p:cNvPr id="11" name="Chỗ dành sẵn cho Văn bản 3">
            <a:extLst>
              <a:ext uri="{FF2B5EF4-FFF2-40B4-BE49-F238E27FC236}">
                <a16:creationId xmlns:a16="http://schemas.microsoft.com/office/drawing/2014/main" id="{B2AC4C29-FE4C-1F54-E26B-AB0ACA03E2AF}"/>
              </a:ext>
            </a:extLst>
          </p:cNvPr>
          <p:cNvSpPr txBox="1">
            <a:spLocks/>
          </p:cNvSpPr>
          <p:nvPr/>
        </p:nvSpPr>
        <p:spPr>
          <a:xfrm>
            <a:off x="657227" y="2884489"/>
            <a:ext cx="11115673" cy="54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How is a Missing Value Represented in a Dataset?</a:t>
            </a:r>
            <a:endParaRPr lang="en-US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B03F1BC3-843E-8C43-9F32-2734C678B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6" y="3340726"/>
            <a:ext cx="6323437" cy="3493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Some common representations: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NaN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 (Not a Number)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83838"/>
              </a:solidFill>
              <a:effectLst/>
              <a:latin typeface="Inter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NULL or None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Empty Strings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83838"/>
              </a:solidFill>
              <a:effectLst/>
              <a:latin typeface="Inter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Special Indicators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: Datasets might use specific indicators like -999, 9999….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Inter"/>
              </a:rPr>
              <a:t>Blanks or Spaces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83838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Hình ảnh 15">
            <a:extLst>
              <a:ext uri="{FF2B5EF4-FFF2-40B4-BE49-F238E27FC236}">
                <a16:creationId xmlns:a16="http://schemas.microsoft.com/office/drawing/2014/main" id="{0F7725AF-6175-EB7A-C7ED-8D6958E51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663" y="3481771"/>
            <a:ext cx="5030826" cy="227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5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Handling Missing Data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13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5" y="1029533"/>
            <a:ext cx="75812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0000"/>
                </a:solidFill>
              </a:rPr>
              <a:t>How to Handle Missing Data?</a:t>
            </a:r>
            <a:endParaRPr lang="en-US" sz="3000" b="1" dirty="0"/>
          </a:p>
        </p:txBody>
      </p:sp>
      <p:graphicFrame>
        <p:nvGraphicFramePr>
          <p:cNvPr id="6" name="Sơ đồ 5">
            <a:extLst>
              <a:ext uri="{FF2B5EF4-FFF2-40B4-BE49-F238E27FC236}">
                <a16:creationId xmlns:a16="http://schemas.microsoft.com/office/drawing/2014/main" id="{2A0B3596-6E3C-B0E5-3A76-F91F22AA04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1529538"/>
              </p:ext>
            </p:extLst>
          </p:nvPr>
        </p:nvGraphicFramePr>
        <p:xfrm>
          <a:off x="904876" y="1804233"/>
          <a:ext cx="5451320" cy="4789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Hình ảnh 7">
            <a:extLst>
              <a:ext uri="{FF2B5EF4-FFF2-40B4-BE49-F238E27FC236}">
                <a16:creationId xmlns:a16="http://schemas.microsoft.com/office/drawing/2014/main" id="{2AFD537A-741D-D4E5-CD74-36E9B5C34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804" y="1804233"/>
            <a:ext cx="5800725" cy="20478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9349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C350063-10C1-4E75-A9E7-B645BE780B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5C350063-10C1-4E75-A9E7-B645BE780B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E8C70C4-6B3B-44F4-A7F6-13DCEE3872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7E8C70C4-6B3B-44F4-A7F6-13DCEE3872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6160D44-4918-4095-B753-3A0F1C3DE8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D6160D44-4918-4095-B753-3A0F1C3DE8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Handling Missing Data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14</a:t>
            </a:fld>
            <a:endParaRPr lang="en-US"/>
          </a:p>
        </p:txBody>
      </p:sp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3B44278A-8FC8-4EFB-A5FC-1EB70F6E7976}"/>
              </a:ext>
            </a:extLst>
          </p:cNvPr>
          <p:cNvSpPr txBox="1"/>
          <p:nvPr/>
        </p:nvSpPr>
        <p:spPr>
          <a:xfrm>
            <a:off x="904875" y="756884"/>
            <a:ext cx="1098464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Detecting Missing Values: </a:t>
            </a:r>
          </a:p>
          <a:p>
            <a:pPr algn="ctr">
              <a:lnSpc>
                <a:spcPct val="150000"/>
              </a:lnSpc>
            </a:pPr>
            <a:r>
              <a:rPr lang="en-US" sz="2800" dirty="0" err="1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df.</a:t>
            </a:r>
            <a:r>
              <a:rPr lang="en-US" sz="2800" dirty="0" err="1">
                <a:solidFill>
                  <a:srgbClr val="8250D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isnull</a:t>
            </a:r>
            <a:r>
              <a:rPr lang="en-US" sz="2800" dirty="0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Handling Missing Values:</a:t>
            </a:r>
            <a:endParaRPr lang="en-US" sz="2800" b="1" dirty="0">
              <a:solidFill>
                <a:srgbClr val="000000"/>
              </a:solidFill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Dropping Missing Values: </a:t>
            </a:r>
          </a:p>
          <a:p>
            <a:pPr algn="ctr"/>
            <a:r>
              <a:rPr lang="en-US" sz="2400" dirty="0" err="1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DataFrame.dropna</a:t>
            </a:r>
            <a:r>
              <a:rPr lang="en-US" sz="2400" dirty="0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8A4600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axis</a:t>
            </a:r>
            <a:r>
              <a:rPr lang="en-US" sz="2400" dirty="0">
                <a:solidFill>
                  <a:srgbClr val="B35900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550AE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8A4600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how</a:t>
            </a:r>
            <a:r>
              <a:rPr lang="en-US" sz="2400" dirty="0">
                <a:solidFill>
                  <a:srgbClr val="B35900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default, </a:t>
            </a:r>
            <a:r>
              <a:rPr lang="en-US" sz="2400" dirty="0">
                <a:solidFill>
                  <a:srgbClr val="8A4600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thresh</a:t>
            </a:r>
            <a:r>
              <a:rPr lang="en-US" sz="2400" dirty="0">
                <a:solidFill>
                  <a:srgbClr val="B35900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default, </a:t>
            </a:r>
            <a:r>
              <a:rPr lang="en-US" sz="2400" dirty="0">
                <a:solidFill>
                  <a:srgbClr val="0550AE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...</a:t>
            </a:r>
            <a:r>
              <a:rPr lang="en-US" sz="2400" dirty="0">
                <a:solidFill>
                  <a:srgbClr val="24292F"/>
                </a:solidFill>
                <a:highlight>
                  <a:srgbClr val="43DFEA"/>
                </a:highlight>
                <a:latin typeface="Consolas" panose="020B0609020204030204" pitchFamily="49" charset="0"/>
              </a:rPr>
              <a:t>)</a:t>
            </a:r>
            <a:endParaRPr lang="en-US" sz="2200" dirty="0">
              <a:solidFill>
                <a:srgbClr val="24292F"/>
              </a:solidFill>
              <a:highlight>
                <a:srgbClr val="43DFEA"/>
              </a:highlight>
              <a:latin typeface="Consolas" panose="020B0609020204030204" pitchFamily="49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</a:rPr>
              <a:t>Drop Duplicate:</a:t>
            </a:r>
            <a:r>
              <a:rPr lang="en-US" sz="30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>
                <a:solidFill>
                  <a:srgbClr val="8A46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sz="2400" b="1" dirty="0" err="1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.drop_duplicates</a:t>
            </a:r>
            <a:r>
              <a:rPr lang="en-US" sz="2400" b="1" dirty="0">
                <a:solidFill>
                  <a:srgbClr val="24292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DC2B089-BA23-AA5A-0CBD-F7429A632864}"/>
              </a:ext>
            </a:extLst>
          </p:cNvPr>
          <p:cNvSpPr txBox="1"/>
          <p:nvPr/>
        </p:nvSpPr>
        <p:spPr>
          <a:xfrm>
            <a:off x="1049841" y="4566999"/>
            <a:ext cx="1098464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Practice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'Name'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'John'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'Anna'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'Peter'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'Linda'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'James'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'Age'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28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22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.nan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32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'City'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'Paris'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'Berlin'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.nan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'London'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'Salary'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70000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.nan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60000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85000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np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.nan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]}</a:t>
            </a:r>
          </a:p>
          <a:p>
            <a:b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16497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Handling Missing Data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15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856416F-A466-7FFC-952B-D8EA221134AD}"/>
              </a:ext>
            </a:extLst>
          </p:cNvPr>
          <p:cNvSpPr txBox="1"/>
          <p:nvPr/>
        </p:nvSpPr>
        <p:spPr>
          <a:xfrm>
            <a:off x="275876" y="1101284"/>
            <a:ext cx="114970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Filling Missing Values: </a:t>
            </a:r>
          </a:p>
          <a:p>
            <a:pPr lvl="1" algn="ctr"/>
            <a:r>
              <a:rPr lang="en-US" sz="2800" dirty="0" err="1">
                <a:highlight>
                  <a:srgbClr val="43DFEA"/>
                </a:highlight>
              </a:rPr>
              <a:t>DataFrame.fillna</a:t>
            </a:r>
            <a:r>
              <a:rPr lang="en-US" sz="2800" dirty="0">
                <a:highlight>
                  <a:srgbClr val="43DFEA"/>
                </a:highlight>
              </a:rPr>
              <a:t>(</a:t>
            </a:r>
            <a:r>
              <a:rPr lang="en-US" sz="2800" i="1" dirty="0">
                <a:highlight>
                  <a:srgbClr val="43DFEA"/>
                </a:highlight>
              </a:rPr>
              <a:t>value=None</a:t>
            </a:r>
            <a:r>
              <a:rPr lang="en-US" sz="2800" dirty="0">
                <a:highlight>
                  <a:srgbClr val="43DFEA"/>
                </a:highlight>
              </a:rPr>
              <a:t>, </a:t>
            </a:r>
            <a:r>
              <a:rPr lang="en-US" sz="2800" i="1" dirty="0">
                <a:highlight>
                  <a:srgbClr val="43DFEA"/>
                </a:highlight>
              </a:rPr>
              <a:t>method=None</a:t>
            </a:r>
            <a:r>
              <a:rPr lang="en-US" sz="2800" dirty="0">
                <a:highlight>
                  <a:srgbClr val="43DFEA"/>
                </a:highlight>
              </a:rPr>
              <a:t>, </a:t>
            </a:r>
            <a:r>
              <a:rPr lang="en-US" sz="2800" i="1" dirty="0">
                <a:highlight>
                  <a:srgbClr val="43DFEA"/>
                </a:highlight>
              </a:rPr>
              <a:t>axis=None</a:t>
            </a:r>
            <a:r>
              <a:rPr lang="en-US" sz="2800" dirty="0">
                <a:highlight>
                  <a:srgbClr val="43DFEA"/>
                </a:highlight>
              </a:rPr>
              <a:t>, </a:t>
            </a:r>
            <a:r>
              <a:rPr lang="en-US" sz="2800" i="1" dirty="0" err="1">
                <a:highlight>
                  <a:srgbClr val="43DFEA"/>
                </a:highlight>
              </a:rPr>
              <a:t>inplace</a:t>
            </a:r>
            <a:r>
              <a:rPr lang="en-US" sz="2800" i="1" dirty="0">
                <a:highlight>
                  <a:srgbClr val="43DFEA"/>
                </a:highlight>
              </a:rPr>
              <a:t>=False,…)</a:t>
            </a:r>
            <a:endParaRPr lang="en-US" sz="2800" dirty="0">
              <a:solidFill>
                <a:srgbClr val="24292F"/>
              </a:solidFill>
              <a:highlight>
                <a:srgbClr val="43DFEA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F907A2E2-BD2D-0724-0A3E-72B063171E96}"/>
              </a:ext>
            </a:extLst>
          </p:cNvPr>
          <p:cNvSpPr txBox="1"/>
          <p:nvPr/>
        </p:nvSpPr>
        <p:spPr>
          <a:xfrm>
            <a:off x="1814861" y="2286290"/>
            <a:ext cx="9693198" cy="207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i="0" dirty="0">
                <a:solidFill>
                  <a:srgbClr val="222832"/>
                </a:solidFill>
                <a:effectLst/>
                <a:highlight>
                  <a:srgbClr val="FFFFFF"/>
                </a:highlight>
                <a:latin typeface="-apple-system"/>
              </a:rPr>
              <a:t>Value</a:t>
            </a:r>
            <a:r>
              <a:rPr lang="en-GB" sz="2400" b="1" i="1" dirty="0">
                <a:solidFill>
                  <a:srgbClr val="222832"/>
                </a:solidFill>
                <a:effectLst/>
                <a:highlight>
                  <a:srgbClr val="FFFFFF"/>
                </a:highlight>
                <a:latin typeface="-apple-system"/>
              </a:rPr>
              <a:t>s:  </a:t>
            </a:r>
            <a:r>
              <a:rPr lang="en-GB" sz="2400" i="1" dirty="0" err="1">
                <a:solidFill>
                  <a:srgbClr val="222832"/>
                </a:solidFill>
                <a:effectLst/>
                <a:highlight>
                  <a:srgbClr val="FFFFFF"/>
                </a:highlight>
                <a:latin typeface="-apple-system"/>
              </a:rPr>
              <a:t>calar</a:t>
            </a:r>
            <a:r>
              <a:rPr lang="en-GB" sz="2400" i="1" dirty="0">
                <a:solidFill>
                  <a:srgbClr val="222832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en-GB" sz="2400" i="1" dirty="0" err="1">
                <a:solidFill>
                  <a:srgbClr val="222832"/>
                </a:solidFill>
                <a:effectLst/>
                <a:highlight>
                  <a:srgbClr val="FFFFFF"/>
                </a:highlight>
                <a:latin typeface="-apple-system"/>
              </a:rPr>
              <a:t>dict</a:t>
            </a:r>
            <a:r>
              <a:rPr lang="en-GB" sz="2400" i="1" dirty="0">
                <a:solidFill>
                  <a:srgbClr val="222832"/>
                </a:solidFill>
                <a:effectLst/>
                <a:highlight>
                  <a:srgbClr val="FFFFFF"/>
                </a:highlight>
                <a:latin typeface="-apple-system"/>
              </a:rPr>
              <a:t>, …mean, median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Method: </a:t>
            </a:r>
            <a:r>
              <a:rPr lang="en-GB" sz="2400" i="1" dirty="0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{‘</a:t>
            </a:r>
            <a:r>
              <a:rPr lang="en-GB" sz="2400" i="1" dirty="0" err="1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bfill</a:t>
            </a:r>
            <a:r>
              <a:rPr lang="en-GB" sz="2400" i="1" dirty="0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’, ‘</a:t>
            </a:r>
            <a:r>
              <a:rPr lang="en-GB" sz="2400" i="1" dirty="0" err="1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ffill</a:t>
            </a:r>
            <a:r>
              <a:rPr lang="en-GB" sz="2400" i="1" dirty="0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’, None}, default None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i="1" dirty="0" err="1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ffill</a:t>
            </a:r>
            <a:r>
              <a:rPr lang="en-GB" sz="2000" i="1" dirty="0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: propagate last valid observation forward to next valid.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i="1" dirty="0" err="1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bfill</a:t>
            </a:r>
            <a:r>
              <a:rPr lang="en-GB" sz="2000" i="1" dirty="0">
                <a:solidFill>
                  <a:srgbClr val="222832"/>
                </a:solidFill>
                <a:highlight>
                  <a:srgbClr val="FFFFFF"/>
                </a:highlight>
                <a:latin typeface="-apple-system"/>
              </a:rPr>
              <a:t>: use next valid observation to fill gap.</a:t>
            </a:r>
            <a:endParaRPr lang="en-US" sz="2400" dirty="0"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182B147-8550-F998-F04F-DD6EA7520538}"/>
              </a:ext>
            </a:extLst>
          </p:cNvPr>
          <p:cNvSpPr txBox="1"/>
          <p:nvPr/>
        </p:nvSpPr>
        <p:spPr>
          <a:xfrm>
            <a:off x="190151" y="4465235"/>
            <a:ext cx="11497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</a:rPr>
              <a:t>Filling Missing Values by </a:t>
            </a:r>
            <a:r>
              <a:rPr lang="en-US" sz="2800" b="1">
                <a:solidFill>
                  <a:srgbClr val="000000"/>
                </a:solidFill>
                <a:highlight>
                  <a:srgbClr val="FFFFFF"/>
                </a:highlight>
              </a:rPr>
              <a:t>base model</a:t>
            </a:r>
            <a:endParaRPr lang="en-US" sz="2800" b="1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35738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Hình ảnh 27">
            <a:extLst>
              <a:ext uri="{FF2B5EF4-FFF2-40B4-BE49-F238E27FC236}">
                <a16:creationId xmlns:a16="http://schemas.microsoft.com/office/drawing/2014/main" id="{9085D8B8-4EFA-83A0-B01C-D8B4F1A5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621" y="1123696"/>
            <a:ext cx="4304269" cy="3305679"/>
          </a:xfrm>
          <a:prstGeom prst="rect">
            <a:avLst/>
          </a:prstGeom>
        </p:spPr>
      </p:pic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+mn-lt"/>
              </a:rPr>
              <a:t>MultiIndex</a:t>
            </a:r>
            <a:r>
              <a:rPr lang="en-GB" dirty="0">
                <a:latin typeface="+mn-lt"/>
              </a:rPr>
              <a:t> – </a:t>
            </a:r>
            <a:r>
              <a:rPr lang="en-GB" dirty="0" err="1">
                <a:latin typeface="+mn-lt"/>
              </a:rPr>
              <a:t>Hierachical</a:t>
            </a:r>
            <a:r>
              <a:rPr lang="en-GB" dirty="0">
                <a:latin typeface="+mn-lt"/>
              </a:rPr>
              <a:t> Indexing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16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E05C5D3-7C84-D057-0C15-2CDEDBBEC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230" y="942620"/>
            <a:ext cx="6760659" cy="5829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2800" dirty="0" err="1">
                <a:latin typeface="Arial" panose="020B0604020202020204" pitchFamily="34" charset="0"/>
              </a:rPr>
              <a:t>MultiIndex</a:t>
            </a:r>
            <a:r>
              <a:rPr lang="en-GB" altLang="en-US" sz="2800" dirty="0">
                <a:latin typeface="Arial" panose="020B0604020202020204" pitchFamily="34" charset="0"/>
              </a:rPr>
              <a:t> in pandas allows for the creation of hierarchical indexes, making it easier to manage and </a:t>
            </a:r>
            <a:r>
              <a:rPr lang="en-GB" altLang="en-US" sz="2800" dirty="0" err="1">
                <a:latin typeface="Arial" panose="020B0604020202020204" pitchFamily="34" charset="0"/>
              </a:rPr>
              <a:t>analyze</a:t>
            </a:r>
            <a:r>
              <a:rPr lang="en-GB" altLang="en-US" sz="2800" dirty="0">
                <a:latin typeface="Arial" panose="020B0604020202020204" pitchFamily="34" charset="0"/>
              </a:rPr>
              <a:t> complex data.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Arial" panose="020B0604020202020204" pitchFamily="34" charset="0"/>
              </a:rPr>
              <a:t>It is useful for working with hierarchical data and performing complex group operations.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sz="2800" dirty="0" err="1">
                <a:latin typeface="Arial" panose="020B0604020202020204" pitchFamily="34" charset="0"/>
              </a:rPr>
              <a:t>MultiIndex</a:t>
            </a:r>
            <a:r>
              <a:rPr lang="en-GB" altLang="en-US" sz="2800" dirty="0">
                <a:latin typeface="Arial" panose="020B0604020202020204" pitchFamily="34" charset="0"/>
              </a:rPr>
              <a:t> can be used for both rows and columns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138A7BFE-E930-074E-9EE3-A7C1B840C6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0228E6B7-842E-23F6-E628-1E7DDA2B650D}"/>
              </a:ext>
            </a:extLst>
          </p:cNvPr>
          <p:cNvSpPr/>
          <p:nvPr/>
        </p:nvSpPr>
        <p:spPr>
          <a:xfrm>
            <a:off x="7707085" y="1531917"/>
            <a:ext cx="1849509" cy="30400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C559D58A-FE0C-BE43-74EE-3AC141400B5E}"/>
              </a:ext>
            </a:extLst>
          </p:cNvPr>
          <p:cNvGrpSpPr/>
          <p:nvPr/>
        </p:nvGrpSpPr>
        <p:grpSpPr>
          <a:xfrm>
            <a:off x="7768890" y="4572000"/>
            <a:ext cx="1725897" cy="844609"/>
            <a:chOff x="7515006" y="4535268"/>
            <a:chExt cx="1725897" cy="844609"/>
          </a:xfrm>
        </p:grpSpPr>
        <p:cxnSp>
          <p:nvCxnSpPr>
            <p:cNvPr id="11" name="Đường kết nối Mũi tên Thẳng 10">
              <a:extLst>
                <a:ext uri="{FF2B5EF4-FFF2-40B4-BE49-F238E27FC236}">
                  <a16:creationId xmlns:a16="http://schemas.microsoft.com/office/drawing/2014/main" id="{85001B37-AD93-D925-A98F-15EE84E3BDC9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 flipH="1">
              <a:off x="8377955" y="4535268"/>
              <a:ext cx="1" cy="3148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Hình chữ nhật: Góc Tròn 12">
              <a:extLst>
                <a:ext uri="{FF2B5EF4-FFF2-40B4-BE49-F238E27FC236}">
                  <a16:creationId xmlns:a16="http://schemas.microsoft.com/office/drawing/2014/main" id="{D790EDE7-16C3-1044-B8F6-BBA8661592AB}"/>
                </a:ext>
              </a:extLst>
            </p:cNvPr>
            <p:cNvSpPr/>
            <p:nvPr/>
          </p:nvSpPr>
          <p:spPr>
            <a:xfrm>
              <a:off x="7515006" y="4850134"/>
              <a:ext cx="1725897" cy="5297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 err="1">
                  <a:latin typeface="+mn-lt"/>
                </a:rPr>
                <a:t>MultiIndex</a:t>
              </a:r>
              <a:endParaRPr 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9473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+mn-lt"/>
              </a:rPr>
              <a:t>MultiIndex</a:t>
            </a:r>
            <a:r>
              <a:rPr lang="en-GB" dirty="0">
                <a:latin typeface="+mn-lt"/>
              </a:rPr>
              <a:t> – </a:t>
            </a:r>
            <a:r>
              <a:rPr lang="en-GB" dirty="0" err="1">
                <a:latin typeface="+mn-lt"/>
              </a:rPr>
              <a:t>Hierachical</a:t>
            </a:r>
            <a:r>
              <a:rPr lang="en-GB" dirty="0">
                <a:latin typeface="+mn-lt"/>
              </a:rPr>
              <a:t> Indexing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17</a:t>
            </a:fld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756B728-0FB8-FF1D-28A9-8880F4ACFFE8}"/>
              </a:ext>
            </a:extLst>
          </p:cNvPr>
          <p:cNvSpPr txBox="1"/>
          <p:nvPr/>
        </p:nvSpPr>
        <p:spPr>
          <a:xfrm>
            <a:off x="681850" y="924880"/>
            <a:ext cx="72427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Creating a </a:t>
            </a:r>
            <a:r>
              <a:rPr lang="en-US" sz="3200" b="1" dirty="0" err="1"/>
              <a:t>MultiIndex</a:t>
            </a:r>
            <a:endParaRPr lang="en-US" sz="3200" b="1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683FE8AB-B9B3-3967-F49D-23508FE8C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" r="3110" b="1297"/>
          <a:stretch/>
        </p:blipFill>
        <p:spPr bwMode="auto">
          <a:xfrm>
            <a:off x="6927070" y="1414652"/>
            <a:ext cx="4949355" cy="340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11741667-C6C2-AFBE-7CE2-267935491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5"/>
          <a:stretch/>
        </p:blipFill>
        <p:spPr bwMode="auto">
          <a:xfrm>
            <a:off x="487984" y="3828134"/>
            <a:ext cx="6361896" cy="231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>
            <a:extLst>
              <a:ext uri="{FF2B5EF4-FFF2-40B4-BE49-F238E27FC236}">
                <a16:creationId xmlns:a16="http://schemas.microsoft.com/office/drawing/2014/main" id="{7ED23989-056B-C673-29F6-9F428F812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70" y="1509655"/>
            <a:ext cx="6245220" cy="231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09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62A79EAC-0BC8-4DF7-B963-899AA7EF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+mn-lt"/>
              </a:rPr>
              <a:t>MultiIndex</a:t>
            </a:r>
            <a:r>
              <a:rPr lang="en-GB" dirty="0">
                <a:latin typeface="+mn-lt"/>
              </a:rPr>
              <a:t> - Hierarchical Indexing</a:t>
            </a:r>
            <a:endParaRPr lang="en-US" dirty="0">
              <a:latin typeface="+mn-lt"/>
            </a:endParaRPr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337E840-2193-4D70-8699-27A7C432B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18</a:t>
            </a:fld>
            <a:endParaRPr lang="en-US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510D08E-B5C2-4C8F-85BF-C9398E391767}"/>
              </a:ext>
            </a:extLst>
          </p:cNvPr>
          <p:cNvSpPr txBox="1"/>
          <p:nvPr/>
        </p:nvSpPr>
        <p:spPr>
          <a:xfrm>
            <a:off x="614944" y="4428144"/>
            <a:ext cx="62653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Accessing and Manipulating </a:t>
            </a:r>
            <a:r>
              <a:rPr lang="en-US" sz="2800" b="1" dirty="0" err="1"/>
              <a:t>MultiIndex</a:t>
            </a:r>
            <a:endParaRPr lang="en-US" sz="2800" b="1" dirty="0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44A8DBBF-1370-0662-D121-CEC10CA355EF}"/>
              </a:ext>
            </a:extLst>
          </p:cNvPr>
          <p:cNvSpPr txBox="1"/>
          <p:nvPr/>
        </p:nvSpPr>
        <p:spPr>
          <a:xfrm>
            <a:off x="1246466" y="1966374"/>
            <a:ext cx="96990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2010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2010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'Texas'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), 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'Texas'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2010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)]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populations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33871648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37253956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18976457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19378102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 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20851820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25145561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under18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9267089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9284094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4687374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4318033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5906301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6879014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MultiIndex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from_tuples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(index,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names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states'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'years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pop'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:populations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'under_18'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:under18}, </a:t>
            </a:r>
            <a:r>
              <a:rPr lang="en-US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index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ind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D42C769-A79A-8F09-D686-F1F496D9D2B0}"/>
              </a:ext>
            </a:extLst>
          </p:cNvPr>
          <p:cNvSpPr txBox="1"/>
          <p:nvPr/>
        </p:nvSpPr>
        <p:spPr>
          <a:xfrm>
            <a:off x="1246466" y="5155489"/>
            <a:ext cx="93025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.loc[]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pop.loc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York’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28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xs</a:t>
            </a:r>
            <a:r>
              <a:rPr lang="en-GB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[]</a:t>
            </a:r>
            <a:r>
              <a:rPr lang="en-GB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pop.</a:t>
            </a:r>
            <a:r>
              <a:rPr lang="en-GB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xs</a:t>
            </a:r>
            <a:r>
              <a:rPr lang="en-GB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2010</a:t>
            </a:r>
            <a:r>
              <a:rPr lang="en-GB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GB" b="1" dirty="0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level</a:t>
            </a:r>
            <a:r>
              <a:rPr lang="en-GB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'years'</a:t>
            </a:r>
            <a:r>
              <a:rPr lang="en-GB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E0D6E94-33F6-0B1E-8A4A-2F561D82BED2}"/>
              </a:ext>
            </a:extLst>
          </p:cNvPr>
          <p:cNvSpPr txBox="1"/>
          <p:nvPr/>
        </p:nvSpPr>
        <p:spPr>
          <a:xfrm>
            <a:off x="733890" y="1061742"/>
            <a:ext cx="62653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Create a </a:t>
            </a:r>
            <a:r>
              <a:rPr lang="en-US" sz="2800" b="1" dirty="0" err="1"/>
              <a:t>DataFrame</a:t>
            </a:r>
            <a:r>
              <a:rPr lang="en-US" sz="2800" b="1" dirty="0"/>
              <a:t> with </a:t>
            </a:r>
            <a:r>
              <a:rPr lang="en-US" sz="2800" b="1" dirty="0" err="1"/>
              <a:t>MultiIndex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6033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Văn bản 1">
            <a:extLst>
              <a:ext uri="{FF2B5EF4-FFF2-40B4-BE49-F238E27FC236}">
                <a16:creationId xmlns:a16="http://schemas.microsoft.com/office/drawing/2014/main" id="{CF64984B-0F8E-3C05-2F15-ACD4E2493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6E778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Step 1: Create a sample </a:t>
            </a:r>
            <a:r>
              <a:rPr lang="en-US" b="1" dirty="0" err="1">
                <a:solidFill>
                  <a:srgbClr val="6E778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'Country'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'USA'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'USA'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'Canada'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'Canada'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'State'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'California'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'Ontario'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'Quebec'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'City'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'Los Angeles'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'New York City'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'Toronto'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'Montreal'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],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'Population'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 [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3970000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8419000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2731000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550AE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1705000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b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DataFrame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(data)</a:t>
            </a:r>
          </a:p>
          <a:p>
            <a:b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E778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 Step 2: Use </a:t>
            </a:r>
            <a:r>
              <a:rPr lang="en-US" b="1" dirty="0" err="1">
                <a:solidFill>
                  <a:srgbClr val="6E778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set_index</a:t>
            </a:r>
            <a:r>
              <a:rPr lang="en-US" b="1" dirty="0">
                <a:solidFill>
                  <a:srgbClr val="6E778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to create a </a:t>
            </a:r>
            <a:r>
              <a:rPr lang="en-US" b="1" dirty="0" err="1">
                <a:solidFill>
                  <a:srgbClr val="6E7781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MultiIndex</a:t>
            </a:r>
            <a:endParaRPr lang="en-US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df_multi_index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set_index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([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'Country'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'State'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'City'</a:t>
            </a:r>
            <a:r>
              <a:rPr lang="en-US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])</a:t>
            </a:r>
          </a:p>
          <a:p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14D31D9A-0F8B-3563-22CB-DF226F3F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>
                <a:latin typeface="+mn-lt"/>
              </a:rPr>
              <a:t>MultiIndex</a:t>
            </a:r>
            <a:r>
              <a:rPr lang="en-GB" dirty="0">
                <a:latin typeface="+mn-lt"/>
              </a:rPr>
              <a:t> - Hierarchical Indexing</a:t>
            </a:r>
            <a:endParaRPr lang="en-US" dirty="0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63893F3E-7D60-1D6A-F682-3111EB21D11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90551" y="923925"/>
            <a:ext cx="11115673" cy="544511"/>
          </a:xfrm>
        </p:spPr>
        <p:txBody>
          <a:bodyPr/>
          <a:lstStyle/>
          <a:p>
            <a:r>
              <a:rPr lang="en-GB" dirty="0"/>
              <a:t>Create a </a:t>
            </a:r>
            <a:r>
              <a:rPr lang="en-GB" dirty="0" err="1"/>
              <a:t>MultiIndex</a:t>
            </a:r>
            <a:r>
              <a:rPr lang="en-GB" dirty="0"/>
              <a:t> from </a:t>
            </a:r>
            <a:r>
              <a:rPr lang="en-GB"/>
              <a:t>columns: use  </a:t>
            </a:r>
            <a:r>
              <a:rPr lang="en-GB" dirty="0"/>
              <a:t>‘</a:t>
            </a:r>
            <a:r>
              <a:rPr lang="en-GB" dirty="0" err="1"/>
              <a:t>set_index</a:t>
            </a:r>
            <a:r>
              <a:rPr lang="en-GB" dirty="0"/>
              <a:t>’ method</a:t>
            </a:r>
          </a:p>
          <a:p>
            <a:endParaRPr lang="en-US" dirty="0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C6CA2533-C657-A264-056F-D99C7C90A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70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C3100CE9-9D7C-1ED9-D6AE-C9A76559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dirty="0">
                <a:latin typeface="Calibri (Đầu đề)"/>
              </a:rPr>
              <a:t>Loading Data - </a:t>
            </a:r>
            <a:r>
              <a:rPr lang="en-US" dirty="0" err="1">
                <a:latin typeface="Calibri (Đầu đề)"/>
              </a:rPr>
              <a:t>DataFrame</a:t>
            </a:r>
            <a:endParaRPr lang="en-US" dirty="0">
              <a:latin typeface="Calibri (Đầu đề)"/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946ED0-758A-305A-F975-526A5A847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C8DC224-4589-4F63-9A47-BDC85642E9A5}" type="slidenum">
              <a:rPr lang="en-US" smtClean="0"/>
              <a:t>20</a:t>
            </a:fld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D99AF27E-942C-CEAE-3BF3-DBC4A3DFCDF5}"/>
              </a:ext>
            </a:extLst>
          </p:cNvPr>
          <p:cNvSpPr txBox="1"/>
          <p:nvPr/>
        </p:nvSpPr>
        <p:spPr>
          <a:xfrm>
            <a:off x="904875" y="1192509"/>
            <a:ext cx="10982325" cy="436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Loading Data from CSV: </a:t>
            </a:r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read_csv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'file.csv'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800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Loading Data from Excel: </a:t>
            </a:r>
            <a:r>
              <a:rPr lang="en-GB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4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2400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GB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GB" sz="24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read_excel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'file.xlsx'</a:t>
            </a:r>
            <a:r>
              <a:rPr lang="en-GB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GB" sz="2800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Loading Data from a URL:  </a:t>
            </a:r>
          </a:p>
          <a:p>
            <a:pPr lvl="3">
              <a:lnSpc>
                <a:spcPct val="150000"/>
              </a:lnSpc>
            </a:pPr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url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0A306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'https://example.com/data.csv'</a:t>
            </a:r>
            <a:endParaRPr lang="en-US" sz="2400" b="1" dirty="0">
              <a:solidFill>
                <a:srgbClr val="24292F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3">
              <a:lnSpc>
                <a:spcPct val="150000"/>
              </a:lnSpc>
            </a:pPr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B359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8A46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pd</a:t>
            </a:r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24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read_csv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url</a:t>
            </a:r>
            <a:r>
              <a:rPr lang="en-US" sz="24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800" b="1" dirty="0">
              <a:solidFill>
                <a:srgbClr val="24292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Viewing the first few rows of the </a:t>
            </a:r>
            <a:r>
              <a:rPr lang="en-GB" sz="2800" dirty="0" err="1"/>
              <a:t>DataFrame</a:t>
            </a:r>
            <a:r>
              <a:rPr lang="en-GB" sz="2800" dirty="0"/>
              <a:t>: </a:t>
            </a:r>
            <a:r>
              <a:rPr lang="en-US" sz="2800" b="1" dirty="0" err="1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800" b="1" dirty="0" err="1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/>
              <a:t>Viewing the structure of the </a:t>
            </a:r>
            <a:r>
              <a:rPr lang="en-GB" sz="2800" dirty="0" err="1"/>
              <a:t>DataFrame</a:t>
            </a:r>
            <a:r>
              <a:rPr lang="en-GB" sz="2800" dirty="0"/>
              <a:t>: </a:t>
            </a:r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df.</a:t>
            </a:r>
            <a:r>
              <a:rPr lang="en-US" sz="2800" b="1" dirty="0">
                <a:solidFill>
                  <a:srgbClr val="8250D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info</a:t>
            </a:r>
            <a:r>
              <a:rPr lang="en-US" sz="2800" b="1" dirty="0">
                <a:solidFill>
                  <a:srgbClr val="24292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2677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1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Getting Started with Jupyter Noteboo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2_Classes</Template>
  <TotalTime>8680</TotalTime>
  <Words>1547</Words>
  <Application>Microsoft Office PowerPoint</Application>
  <PresentationFormat>Màn hình rộng</PresentationFormat>
  <Paragraphs>198</Paragraphs>
  <Slides>20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11</vt:i4>
      </vt:variant>
      <vt:variant>
        <vt:lpstr>Chủ đề</vt:lpstr>
      </vt:variant>
      <vt:variant>
        <vt:i4>2</vt:i4>
      </vt:variant>
      <vt:variant>
        <vt:lpstr>Tiêu đề Bản chiếu</vt:lpstr>
      </vt:variant>
      <vt:variant>
        <vt:i4>20</vt:i4>
      </vt:variant>
    </vt:vector>
  </HeadingPairs>
  <TitlesOfParts>
    <vt:vector size="33" baseType="lpstr">
      <vt:lpstr>-apple-system</vt:lpstr>
      <vt:lpstr>Arial</vt:lpstr>
      <vt:lpstr>Calibri</vt:lpstr>
      <vt:lpstr>Calibri (Đầu đề)</vt:lpstr>
      <vt:lpstr>Calibri Light</vt:lpstr>
      <vt:lpstr>Consolas</vt:lpstr>
      <vt:lpstr>Inter</vt:lpstr>
      <vt:lpstr>MinionPro-Regular</vt:lpstr>
      <vt:lpstr>Times New Roman</vt:lpstr>
      <vt:lpstr>UbuntuMono-Regular</vt:lpstr>
      <vt:lpstr>Wingdings</vt:lpstr>
      <vt:lpstr>1_Getting Started with Jupyter Notebook</vt:lpstr>
      <vt:lpstr>2_Getting Started with Jupyter Notebook</vt:lpstr>
      <vt:lpstr>Data Manipulation with Pandas </vt:lpstr>
      <vt:lpstr>Data Manipulation with Pandas </vt:lpstr>
      <vt:lpstr>Introducing Pandas Objects</vt:lpstr>
      <vt:lpstr>Introducing Pandas Objects</vt:lpstr>
      <vt:lpstr>Introducing Pandas Objects</vt:lpstr>
      <vt:lpstr>Introducing Pandas Objects</vt:lpstr>
      <vt:lpstr>Data indexing and Selection</vt:lpstr>
      <vt:lpstr>Data indexing and Selection</vt:lpstr>
      <vt:lpstr>Operating on Data in Pandas</vt:lpstr>
      <vt:lpstr>Operating on Data in Pandas</vt:lpstr>
      <vt:lpstr>Add and Remove row or columns</vt:lpstr>
      <vt:lpstr>Handling Missing Data</vt:lpstr>
      <vt:lpstr>Handling Missing Data</vt:lpstr>
      <vt:lpstr>Handling Missing Data</vt:lpstr>
      <vt:lpstr>Handling Missing Data</vt:lpstr>
      <vt:lpstr>MultiIndex – Hierachical Indexing</vt:lpstr>
      <vt:lpstr>MultiIndex – Hierachical Indexing</vt:lpstr>
      <vt:lpstr>MultiIndex - Hierarchical Indexing</vt:lpstr>
      <vt:lpstr>MultiIndex - Hierarchical Indexing</vt:lpstr>
      <vt:lpstr> Loading Data - DataFrame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Functions and classes </dc:title>
  <dc:creator>Nguyen Tuan. Long</dc:creator>
  <cp:lastModifiedBy>Nguyen Tuan. Long</cp:lastModifiedBy>
  <cp:revision>1</cp:revision>
  <dcterms:created xsi:type="dcterms:W3CDTF">2020-10-14T13:58:47Z</dcterms:created>
  <dcterms:modified xsi:type="dcterms:W3CDTF">2024-07-18T14:52:14Z</dcterms:modified>
</cp:coreProperties>
</file>