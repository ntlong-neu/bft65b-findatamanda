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</p:sldMasterIdLst>
  <p:notesMasterIdLst>
    <p:notesMasterId r:id="rId25"/>
  </p:notesMasterIdLst>
  <p:sldIdLst>
    <p:sldId id="258" r:id="rId3"/>
    <p:sldId id="263" r:id="rId4"/>
    <p:sldId id="358" r:id="rId5"/>
    <p:sldId id="361" r:id="rId6"/>
    <p:sldId id="364" r:id="rId7"/>
    <p:sldId id="365" r:id="rId8"/>
    <p:sldId id="367" r:id="rId9"/>
    <p:sldId id="368" r:id="rId10"/>
    <p:sldId id="377" r:id="rId11"/>
    <p:sldId id="400" r:id="rId12"/>
    <p:sldId id="378" r:id="rId13"/>
    <p:sldId id="380" r:id="rId14"/>
    <p:sldId id="384" r:id="rId15"/>
    <p:sldId id="385" r:id="rId16"/>
    <p:sldId id="387" r:id="rId17"/>
    <p:sldId id="388" r:id="rId18"/>
    <p:sldId id="389" r:id="rId19"/>
    <p:sldId id="393" r:id="rId20"/>
    <p:sldId id="394" r:id="rId21"/>
    <p:sldId id="395" r:id="rId22"/>
    <p:sldId id="401" r:id="rId23"/>
    <p:sldId id="39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guyen Long" initials="NL" lastIdx="1" clrIdx="0">
    <p:extLst>
      <p:ext uri="{19B8F6BF-5375-455C-9EA6-DF929625EA0E}">
        <p15:presenceInfo xmlns:p15="http://schemas.microsoft.com/office/powerpoint/2012/main" userId="S::ntlong@neu.edu.vn::e4e93a65-ca82-41ec-92c8-0e4fdb0a72a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DFEA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iểu Trung bình 2 - Màu chủ đề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25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88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commentAuthors" Target="commentAuthor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guyen Tuan. Long" userId="e4e93a65-ca82-41ec-92c8-0e4fdb0a72ae" providerId="ADAL" clId="{88E4A648-BC01-4693-AB8B-98FF54C68E92}"/>
    <pc:docChg chg="modSld">
      <pc:chgData name="Nguyen Tuan. Long" userId="e4e93a65-ca82-41ec-92c8-0e4fdb0a72ae" providerId="ADAL" clId="{88E4A648-BC01-4693-AB8B-98FF54C68E92}" dt="2025-03-27T07:17:09.869" v="46" actId="20578"/>
      <pc:docMkLst>
        <pc:docMk/>
      </pc:docMkLst>
      <pc:sldChg chg="addSp modSp mod modAnim">
        <pc:chgData name="Nguyen Tuan. Long" userId="e4e93a65-ca82-41ec-92c8-0e4fdb0a72ae" providerId="ADAL" clId="{88E4A648-BC01-4693-AB8B-98FF54C68E92}" dt="2025-03-20T06:59:55.152" v="44"/>
        <pc:sldMkLst>
          <pc:docMk/>
          <pc:sldMk cId="3220147778" sldId="364"/>
        </pc:sldMkLst>
      </pc:sldChg>
      <pc:sldChg chg="addSp modSp mod">
        <pc:chgData name="Nguyen Tuan. Long" userId="e4e93a65-ca82-41ec-92c8-0e4fdb0a72ae" providerId="ADAL" clId="{88E4A648-BC01-4693-AB8B-98FF54C68E92}" dt="2025-03-20T01:58:31.484" v="11" actId="14100"/>
        <pc:sldMkLst>
          <pc:docMk/>
          <pc:sldMk cId="1979261025" sldId="377"/>
        </pc:sldMkLst>
      </pc:sldChg>
      <pc:sldChg chg="modSp">
        <pc:chgData name="Nguyen Tuan. Long" userId="e4e93a65-ca82-41ec-92c8-0e4fdb0a72ae" providerId="ADAL" clId="{88E4A648-BC01-4693-AB8B-98FF54C68E92}" dt="2025-03-27T07:17:09.869" v="46" actId="20578"/>
        <pc:sldMkLst>
          <pc:docMk/>
          <pc:sldMk cId="2587900263" sldId="388"/>
        </pc:sldMkLst>
      </pc:sldChg>
    </pc:docChg>
  </pc:docChgLst>
  <pc:docChgLst>
    <pc:chgData name="Nguyen Tuan. Long" userId="e4e93a65-ca82-41ec-92c8-0e4fdb0a72ae" providerId="ADAL" clId="{01BE0C85-1541-440B-86D1-61DD93B0CEA8}"/>
    <pc:docChg chg="undo custSel addSld delSld modSld sldOrd">
      <pc:chgData name="Nguyen Tuan. Long" userId="e4e93a65-ca82-41ec-92c8-0e4fdb0a72ae" providerId="ADAL" clId="{01BE0C85-1541-440B-86D1-61DD93B0CEA8}" dt="2024-07-26T03:47:33.298" v="1680"/>
      <pc:docMkLst>
        <pc:docMk/>
      </pc:docMkLst>
      <pc:sldChg chg="delSp del mod delAnim">
        <pc:chgData name="Nguyen Tuan. Long" userId="e4e93a65-ca82-41ec-92c8-0e4fdb0a72ae" providerId="ADAL" clId="{01BE0C85-1541-440B-86D1-61DD93B0CEA8}" dt="2024-07-14T13:48:31.825" v="4" actId="2696"/>
        <pc:sldMkLst>
          <pc:docMk/>
          <pc:sldMk cId="1140074812" sldId="356"/>
        </pc:sldMkLst>
      </pc:sldChg>
      <pc:sldChg chg="del">
        <pc:chgData name="Nguyen Tuan. Long" userId="e4e93a65-ca82-41ec-92c8-0e4fdb0a72ae" providerId="ADAL" clId="{01BE0C85-1541-440B-86D1-61DD93B0CEA8}" dt="2024-07-14T13:48:35.530" v="5" actId="2696"/>
        <pc:sldMkLst>
          <pc:docMk/>
          <pc:sldMk cId="3688182774" sldId="357"/>
        </pc:sldMkLst>
      </pc:sldChg>
      <pc:sldChg chg="addSp delSp modSp mod delAnim modAnim">
        <pc:chgData name="Nguyen Tuan. Long" userId="e4e93a65-ca82-41ec-92c8-0e4fdb0a72ae" providerId="ADAL" clId="{01BE0C85-1541-440B-86D1-61DD93B0CEA8}" dt="2024-07-14T14:27:49.503" v="303" actId="14100"/>
        <pc:sldMkLst>
          <pc:docMk/>
          <pc:sldMk cId="2141440796" sldId="358"/>
        </pc:sldMkLst>
      </pc:sldChg>
      <pc:sldChg chg="del">
        <pc:chgData name="Nguyen Tuan. Long" userId="e4e93a65-ca82-41ec-92c8-0e4fdb0a72ae" providerId="ADAL" clId="{01BE0C85-1541-440B-86D1-61DD93B0CEA8}" dt="2024-07-14T13:48:40.598" v="6" actId="2696"/>
        <pc:sldMkLst>
          <pc:docMk/>
          <pc:sldMk cId="3948475026" sldId="359"/>
        </pc:sldMkLst>
      </pc:sldChg>
      <pc:sldChg chg="add del">
        <pc:chgData name="Nguyen Tuan. Long" userId="e4e93a65-ca82-41ec-92c8-0e4fdb0a72ae" providerId="ADAL" clId="{01BE0C85-1541-440B-86D1-61DD93B0CEA8}" dt="2024-07-14T14:17:13.807" v="215" actId="2696"/>
        <pc:sldMkLst>
          <pc:docMk/>
          <pc:sldMk cId="4169810648" sldId="359"/>
        </pc:sldMkLst>
      </pc:sldChg>
      <pc:sldChg chg="del">
        <pc:chgData name="Nguyen Tuan. Long" userId="e4e93a65-ca82-41ec-92c8-0e4fdb0a72ae" providerId="ADAL" clId="{01BE0C85-1541-440B-86D1-61DD93B0CEA8}" dt="2024-07-14T14:17:25.331" v="216" actId="2696"/>
        <pc:sldMkLst>
          <pc:docMk/>
          <pc:sldMk cId="746980286" sldId="360"/>
        </pc:sldMkLst>
      </pc:sldChg>
      <pc:sldChg chg="delSp modSp mod delAnim">
        <pc:chgData name="Nguyen Tuan. Long" userId="e4e93a65-ca82-41ec-92c8-0e4fdb0a72ae" providerId="ADAL" clId="{01BE0C85-1541-440B-86D1-61DD93B0CEA8}" dt="2024-07-14T14:17:57.406" v="220" actId="478"/>
        <pc:sldMkLst>
          <pc:docMk/>
          <pc:sldMk cId="2222069165" sldId="361"/>
        </pc:sldMkLst>
      </pc:sldChg>
      <pc:sldChg chg="del">
        <pc:chgData name="Nguyen Tuan. Long" userId="e4e93a65-ca82-41ec-92c8-0e4fdb0a72ae" providerId="ADAL" clId="{01BE0C85-1541-440B-86D1-61DD93B0CEA8}" dt="2024-07-14T14:18:29.748" v="221" actId="2696"/>
        <pc:sldMkLst>
          <pc:docMk/>
          <pc:sldMk cId="287204616" sldId="362"/>
        </pc:sldMkLst>
      </pc:sldChg>
      <pc:sldChg chg="del">
        <pc:chgData name="Nguyen Tuan. Long" userId="e4e93a65-ca82-41ec-92c8-0e4fdb0a72ae" providerId="ADAL" clId="{01BE0C85-1541-440B-86D1-61DD93B0CEA8}" dt="2024-07-14T14:18:36.464" v="222" actId="2696"/>
        <pc:sldMkLst>
          <pc:docMk/>
          <pc:sldMk cId="3107857850" sldId="363"/>
        </pc:sldMkLst>
      </pc:sldChg>
      <pc:sldChg chg="addSp delSp modSp mod delAnim">
        <pc:chgData name="Nguyen Tuan. Long" userId="e4e93a65-ca82-41ec-92c8-0e4fdb0a72ae" providerId="ADAL" clId="{01BE0C85-1541-440B-86D1-61DD93B0CEA8}" dt="2024-07-23T01:58:48.778" v="762" actId="20577"/>
        <pc:sldMkLst>
          <pc:docMk/>
          <pc:sldMk cId="3220147778" sldId="364"/>
        </pc:sldMkLst>
      </pc:sldChg>
      <pc:sldChg chg="delSp modSp mod delAnim">
        <pc:chgData name="Nguyen Tuan. Long" userId="e4e93a65-ca82-41ec-92c8-0e4fdb0a72ae" providerId="ADAL" clId="{01BE0C85-1541-440B-86D1-61DD93B0CEA8}" dt="2024-07-14T14:26:15.219" v="301" actId="478"/>
        <pc:sldMkLst>
          <pc:docMk/>
          <pc:sldMk cId="2470963380" sldId="365"/>
        </pc:sldMkLst>
      </pc:sldChg>
      <pc:sldChg chg="addSp delSp modSp mod delAnim modAnim">
        <pc:chgData name="Nguyen Tuan. Long" userId="e4e93a65-ca82-41ec-92c8-0e4fdb0a72ae" providerId="ADAL" clId="{01BE0C85-1541-440B-86D1-61DD93B0CEA8}" dt="2024-07-23T02:18:52.307" v="868"/>
        <pc:sldMkLst>
          <pc:docMk/>
          <pc:sldMk cId="3256943401" sldId="367"/>
        </pc:sldMkLst>
      </pc:sldChg>
      <pc:sldChg chg="addSp delSp modSp mod delAnim modAnim">
        <pc:chgData name="Nguyen Tuan. Long" userId="e4e93a65-ca82-41ec-92c8-0e4fdb0a72ae" providerId="ADAL" clId="{01BE0C85-1541-440B-86D1-61DD93B0CEA8}" dt="2024-07-22T14:23:26.719" v="640" actId="1076"/>
        <pc:sldMkLst>
          <pc:docMk/>
          <pc:sldMk cId="3352658174" sldId="368"/>
        </pc:sldMkLst>
      </pc:sldChg>
      <pc:sldChg chg="del">
        <pc:chgData name="Nguyen Tuan. Long" userId="e4e93a65-ca82-41ec-92c8-0e4fdb0a72ae" providerId="ADAL" clId="{01BE0C85-1541-440B-86D1-61DD93B0CEA8}" dt="2024-07-22T14:23:41.558" v="641" actId="2696"/>
        <pc:sldMkLst>
          <pc:docMk/>
          <pc:sldMk cId="294805405" sldId="369"/>
        </pc:sldMkLst>
      </pc:sldChg>
      <pc:sldChg chg="del">
        <pc:chgData name="Nguyen Tuan. Long" userId="e4e93a65-ca82-41ec-92c8-0e4fdb0a72ae" providerId="ADAL" clId="{01BE0C85-1541-440B-86D1-61DD93B0CEA8}" dt="2024-07-23T02:22:57.831" v="869" actId="2696"/>
        <pc:sldMkLst>
          <pc:docMk/>
          <pc:sldMk cId="685690406" sldId="370"/>
        </pc:sldMkLst>
      </pc:sldChg>
      <pc:sldChg chg="delSp modSp del mod delAnim">
        <pc:chgData name="Nguyen Tuan. Long" userId="e4e93a65-ca82-41ec-92c8-0e4fdb0a72ae" providerId="ADAL" clId="{01BE0C85-1541-440B-86D1-61DD93B0CEA8}" dt="2024-07-23T02:23:02.188" v="870" actId="2696"/>
        <pc:sldMkLst>
          <pc:docMk/>
          <pc:sldMk cId="1782379782" sldId="371"/>
        </pc:sldMkLst>
      </pc:sldChg>
      <pc:sldChg chg="delSp modSp del mod delAnim">
        <pc:chgData name="Nguyen Tuan. Long" userId="e4e93a65-ca82-41ec-92c8-0e4fdb0a72ae" providerId="ADAL" clId="{01BE0C85-1541-440B-86D1-61DD93B0CEA8}" dt="2024-07-23T02:23:07.466" v="871" actId="2696"/>
        <pc:sldMkLst>
          <pc:docMk/>
          <pc:sldMk cId="322099978" sldId="372"/>
        </pc:sldMkLst>
      </pc:sldChg>
      <pc:sldChg chg="del">
        <pc:chgData name="Nguyen Tuan. Long" userId="e4e93a65-ca82-41ec-92c8-0e4fdb0a72ae" providerId="ADAL" clId="{01BE0C85-1541-440B-86D1-61DD93B0CEA8}" dt="2024-07-22T14:28:30.438" v="652" actId="2696"/>
        <pc:sldMkLst>
          <pc:docMk/>
          <pc:sldMk cId="50182081" sldId="373"/>
        </pc:sldMkLst>
      </pc:sldChg>
      <pc:sldChg chg="del">
        <pc:chgData name="Nguyen Tuan. Long" userId="e4e93a65-ca82-41ec-92c8-0e4fdb0a72ae" providerId="ADAL" clId="{01BE0C85-1541-440B-86D1-61DD93B0CEA8}" dt="2024-07-23T02:23:17.795" v="872" actId="2696"/>
        <pc:sldMkLst>
          <pc:docMk/>
          <pc:sldMk cId="1736033365" sldId="374"/>
        </pc:sldMkLst>
      </pc:sldChg>
      <pc:sldChg chg="del">
        <pc:chgData name="Nguyen Tuan. Long" userId="e4e93a65-ca82-41ec-92c8-0e4fdb0a72ae" providerId="ADAL" clId="{01BE0C85-1541-440B-86D1-61DD93B0CEA8}" dt="2024-07-23T02:23:27.695" v="873" actId="2696"/>
        <pc:sldMkLst>
          <pc:docMk/>
          <pc:sldMk cId="961111470" sldId="375"/>
        </pc:sldMkLst>
      </pc:sldChg>
      <pc:sldChg chg="delSp modSp del mod delAnim">
        <pc:chgData name="Nguyen Tuan. Long" userId="e4e93a65-ca82-41ec-92c8-0e4fdb0a72ae" providerId="ADAL" clId="{01BE0C85-1541-440B-86D1-61DD93B0CEA8}" dt="2024-07-23T02:23:44.931" v="874" actId="2696"/>
        <pc:sldMkLst>
          <pc:docMk/>
          <pc:sldMk cId="1711071679" sldId="376"/>
        </pc:sldMkLst>
      </pc:sldChg>
      <pc:sldChg chg="addSp delSp modSp mod">
        <pc:chgData name="Nguyen Tuan. Long" userId="e4e93a65-ca82-41ec-92c8-0e4fdb0a72ae" providerId="ADAL" clId="{01BE0C85-1541-440B-86D1-61DD93B0CEA8}" dt="2024-07-14T14:43:18.497" v="311" actId="478"/>
        <pc:sldMkLst>
          <pc:docMk/>
          <pc:sldMk cId="1979261025" sldId="377"/>
        </pc:sldMkLst>
      </pc:sldChg>
      <pc:sldChg chg="addSp delSp modSp mod delAnim modAnim">
        <pc:chgData name="Nguyen Tuan. Long" userId="e4e93a65-ca82-41ec-92c8-0e4fdb0a72ae" providerId="ADAL" clId="{01BE0C85-1541-440B-86D1-61DD93B0CEA8}" dt="2024-07-23T02:46:45.726" v="943" actId="1076"/>
        <pc:sldMkLst>
          <pc:docMk/>
          <pc:sldMk cId="511860301" sldId="378"/>
        </pc:sldMkLst>
      </pc:sldChg>
      <pc:sldChg chg="del">
        <pc:chgData name="Nguyen Tuan. Long" userId="e4e93a65-ca82-41ec-92c8-0e4fdb0a72ae" providerId="ADAL" clId="{01BE0C85-1541-440B-86D1-61DD93B0CEA8}" dt="2024-07-22T14:35:30.873" v="695" actId="2696"/>
        <pc:sldMkLst>
          <pc:docMk/>
          <pc:sldMk cId="2216265283" sldId="379"/>
        </pc:sldMkLst>
      </pc:sldChg>
      <pc:sldChg chg="addSp delSp modSp mod modAnim">
        <pc:chgData name="Nguyen Tuan. Long" userId="e4e93a65-ca82-41ec-92c8-0e4fdb0a72ae" providerId="ADAL" clId="{01BE0C85-1541-440B-86D1-61DD93B0CEA8}" dt="2024-07-23T03:21:31.610" v="1104"/>
        <pc:sldMkLst>
          <pc:docMk/>
          <pc:sldMk cId="77475785" sldId="380"/>
        </pc:sldMkLst>
      </pc:sldChg>
      <pc:sldChg chg="del">
        <pc:chgData name="Nguyen Tuan. Long" userId="e4e93a65-ca82-41ec-92c8-0e4fdb0a72ae" providerId="ADAL" clId="{01BE0C85-1541-440B-86D1-61DD93B0CEA8}" dt="2024-07-23T03:23:33.961" v="1105" actId="2696"/>
        <pc:sldMkLst>
          <pc:docMk/>
          <pc:sldMk cId="1172305505" sldId="381"/>
        </pc:sldMkLst>
      </pc:sldChg>
      <pc:sldChg chg="del">
        <pc:chgData name="Nguyen Tuan. Long" userId="e4e93a65-ca82-41ec-92c8-0e4fdb0a72ae" providerId="ADAL" clId="{01BE0C85-1541-440B-86D1-61DD93B0CEA8}" dt="2024-07-23T03:23:40.399" v="1106" actId="2696"/>
        <pc:sldMkLst>
          <pc:docMk/>
          <pc:sldMk cId="2379517561" sldId="382"/>
        </pc:sldMkLst>
      </pc:sldChg>
      <pc:sldChg chg="del">
        <pc:chgData name="Nguyen Tuan. Long" userId="e4e93a65-ca82-41ec-92c8-0e4fdb0a72ae" providerId="ADAL" clId="{01BE0C85-1541-440B-86D1-61DD93B0CEA8}" dt="2024-07-23T03:26:24.132" v="1107" actId="2696"/>
        <pc:sldMkLst>
          <pc:docMk/>
          <pc:sldMk cId="818817961" sldId="383"/>
        </pc:sldMkLst>
      </pc:sldChg>
      <pc:sldChg chg="addSp delSp modSp mod delAnim modAnim">
        <pc:chgData name="Nguyen Tuan. Long" userId="e4e93a65-ca82-41ec-92c8-0e4fdb0a72ae" providerId="ADAL" clId="{01BE0C85-1541-440B-86D1-61DD93B0CEA8}" dt="2024-07-23T03:50:50.602" v="1151" actId="403"/>
        <pc:sldMkLst>
          <pc:docMk/>
          <pc:sldMk cId="4169692658" sldId="384"/>
        </pc:sldMkLst>
      </pc:sldChg>
      <pc:sldChg chg="addSp delSp modSp mod delAnim modAnim">
        <pc:chgData name="Nguyen Tuan. Long" userId="e4e93a65-ca82-41ec-92c8-0e4fdb0a72ae" providerId="ADAL" clId="{01BE0C85-1541-440B-86D1-61DD93B0CEA8}" dt="2024-07-23T04:24:30.177" v="1266"/>
        <pc:sldMkLst>
          <pc:docMk/>
          <pc:sldMk cId="2690534952" sldId="385"/>
        </pc:sldMkLst>
      </pc:sldChg>
      <pc:sldChg chg="addSp delSp del mod">
        <pc:chgData name="Nguyen Tuan. Long" userId="e4e93a65-ca82-41ec-92c8-0e4fdb0a72ae" providerId="ADAL" clId="{01BE0C85-1541-440B-86D1-61DD93B0CEA8}" dt="2024-07-23T04:11:08.050" v="1238" actId="2696"/>
        <pc:sldMkLst>
          <pc:docMk/>
          <pc:sldMk cId="3879928242" sldId="386"/>
        </pc:sldMkLst>
      </pc:sldChg>
      <pc:sldChg chg="addSp modSp mod">
        <pc:chgData name="Nguyen Tuan. Long" userId="e4e93a65-ca82-41ec-92c8-0e4fdb0a72ae" providerId="ADAL" clId="{01BE0C85-1541-440B-86D1-61DD93B0CEA8}" dt="2024-07-23T04:26:37.707" v="1298" actId="403"/>
        <pc:sldMkLst>
          <pc:docMk/>
          <pc:sldMk cId="4242170983" sldId="387"/>
        </pc:sldMkLst>
      </pc:sldChg>
      <pc:sldChg chg="addSp delSp modSp mod delAnim">
        <pc:chgData name="Nguyen Tuan. Long" userId="e4e93a65-ca82-41ec-92c8-0e4fdb0a72ae" providerId="ADAL" clId="{01BE0C85-1541-440B-86D1-61DD93B0CEA8}" dt="2024-07-23T04:19:42.729" v="1264" actId="20577"/>
        <pc:sldMkLst>
          <pc:docMk/>
          <pc:sldMk cId="2587900263" sldId="388"/>
        </pc:sldMkLst>
      </pc:sldChg>
      <pc:sldChg chg="addSp delSp modSp mod delAnim modAnim">
        <pc:chgData name="Nguyen Tuan. Long" userId="e4e93a65-ca82-41ec-92c8-0e4fdb0a72ae" providerId="ADAL" clId="{01BE0C85-1541-440B-86D1-61DD93B0CEA8}" dt="2024-07-23T12:46:16.380" v="1372" actId="113"/>
        <pc:sldMkLst>
          <pc:docMk/>
          <pc:sldMk cId="4280122948" sldId="389"/>
        </pc:sldMkLst>
      </pc:sldChg>
      <pc:sldChg chg="del">
        <pc:chgData name="Nguyen Tuan. Long" userId="e4e93a65-ca82-41ec-92c8-0e4fdb0a72ae" providerId="ADAL" clId="{01BE0C85-1541-440B-86D1-61DD93B0CEA8}" dt="2024-07-23T12:46:23.066" v="1373" actId="2696"/>
        <pc:sldMkLst>
          <pc:docMk/>
          <pc:sldMk cId="732665942" sldId="390"/>
        </pc:sldMkLst>
      </pc:sldChg>
      <pc:sldChg chg="del">
        <pc:chgData name="Nguyen Tuan. Long" userId="e4e93a65-ca82-41ec-92c8-0e4fdb0a72ae" providerId="ADAL" clId="{01BE0C85-1541-440B-86D1-61DD93B0CEA8}" dt="2024-07-23T12:46:34.127" v="1374" actId="2696"/>
        <pc:sldMkLst>
          <pc:docMk/>
          <pc:sldMk cId="1538711619" sldId="391"/>
        </pc:sldMkLst>
      </pc:sldChg>
      <pc:sldChg chg="del">
        <pc:chgData name="Nguyen Tuan. Long" userId="e4e93a65-ca82-41ec-92c8-0e4fdb0a72ae" providerId="ADAL" clId="{01BE0C85-1541-440B-86D1-61DD93B0CEA8}" dt="2024-07-23T12:47:02.730" v="1375" actId="2696"/>
        <pc:sldMkLst>
          <pc:docMk/>
          <pc:sldMk cId="1612447407" sldId="392"/>
        </pc:sldMkLst>
      </pc:sldChg>
      <pc:sldChg chg="addSp delSp modSp mod delAnim">
        <pc:chgData name="Nguyen Tuan. Long" userId="e4e93a65-ca82-41ec-92c8-0e4fdb0a72ae" providerId="ADAL" clId="{01BE0C85-1541-440B-86D1-61DD93B0CEA8}" dt="2024-07-23T12:52:52.760" v="1422" actId="14100"/>
        <pc:sldMkLst>
          <pc:docMk/>
          <pc:sldMk cId="3942716466" sldId="393"/>
        </pc:sldMkLst>
      </pc:sldChg>
      <pc:sldChg chg="addSp delSp modSp mod addAnim delAnim modAnim">
        <pc:chgData name="Nguyen Tuan. Long" userId="e4e93a65-ca82-41ec-92c8-0e4fdb0a72ae" providerId="ADAL" clId="{01BE0C85-1541-440B-86D1-61DD93B0CEA8}" dt="2024-07-23T13:16:23.903" v="1493" actId="404"/>
        <pc:sldMkLst>
          <pc:docMk/>
          <pc:sldMk cId="1255085309" sldId="394"/>
        </pc:sldMkLst>
      </pc:sldChg>
      <pc:sldChg chg="addSp delSp modSp mod delAnim">
        <pc:chgData name="Nguyen Tuan. Long" userId="e4e93a65-ca82-41ec-92c8-0e4fdb0a72ae" providerId="ADAL" clId="{01BE0C85-1541-440B-86D1-61DD93B0CEA8}" dt="2024-07-23T14:02:36.433" v="1586" actId="1076"/>
        <pc:sldMkLst>
          <pc:docMk/>
          <pc:sldMk cId="1510095340" sldId="396"/>
        </pc:sldMkLst>
      </pc:sldChg>
      <pc:sldChg chg="del">
        <pc:chgData name="Nguyen Tuan. Long" userId="e4e93a65-ca82-41ec-92c8-0e4fdb0a72ae" providerId="ADAL" clId="{01BE0C85-1541-440B-86D1-61DD93B0CEA8}" dt="2024-07-23T14:02:56.862" v="1587" actId="2696"/>
        <pc:sldMkLst>
          <pc:docMk/>
          <pc:sldMk cId="3706992897" sldId="397"/>
        </pc:sldMkLst>
      </pc:sldChg>
      <pc:sldChg chg="del">
        <pc:chgData name="Nguyen Tuan. Long" userId="e4e93a65-ca82-41ec-92c8-0e4fdb0a72ae" providerId="ADAL" clId="{01BE0C85-1541-440B-86D1-61DD93B0CEA8}" dt="2024-07-23T14:02:56.862" v="1587" actId="2696"/>
        <pc:sldMkLst>
          <pc:docMk/>
          <pc:sldMk cId="1975479440" sldId="398"/>
        </pc:sldMkLst>
      </pc:sldChg>
      <pc:sldChg chg="del">
        <pc:chgData name="Nguyen Tuan. Long" userId="e4e93a65-ca82-41ec-92c8-0e4fdb0a72ae" providerId="ADAL" clId="{01BE0C85-1541-440B-86D1-61DD93B0CEA8}" dt="2024-07-23T13:42:58.367" v="1494" actId="2696"/>
        <pc:sldMkLst>
          <pc:docMk/>
          <pc:sldMk cId="962635310" sldId="399"/>
        </pc:sldMkLst>
      </pc:sldChg>
      <pc:sldChg chg="add ord">
        <pc:chgData name="Nguyen Tuan. Long" userId="e4e93a65-ca82-41ec-92c8-0e4fdb0a72ae" providerId="ADAL" clId="{01BE0C85-1541-440B-86D1-61DD93B0CEA8}" dt="2024-07-23T02:33:04.539" v="889"/>
        <pc:sldMkLst>
          <pc:docMk/>
          <pc:sldMk cId="4090347132" sldId="400"/>
        </pc:sldMkLst>
      </pc:sldChg>
      <pc:sldChg chg="add del">
        <pc:chgData name="Nguyen Tuan. Long" userId="e4e93a65-ca82-41ec-92c8-0e4fdb0a72ae" providerId="ADAL" clId="{01BE0C85-1541-440B-86D1-61DD93B0CEA8}" dt="2024-07-23T04:25:48.123" v="1270"/>
        <pc:sldMkLst>
          <pc:docMk/>
          <pc:sldMk cId="2773289182" sldId="401"/>
        </pc:sldMkLst>
      </pc:sldChg>
      <pc:sldChg chg="addSp modSp new mod ord">
        <pc:chgData name="Nguyen Tuan. Long" userId="e4e93a65-ca82-41ec-92c8-0e4fdb0a72ae" providerId="ADAL" clId="{01BE0C85-1541-440B-86D1-61DD93B0CEA8}" dt="2024-07-26T03:47:33.298" v="1680"/>
        <pc:sldMkLst>
          <pc:docMk/>
          <pc:sldMk cId="3441643360" sldId="401"/>
        </pc:sldMkLst>
      </pc:sldChg>
      <pc:sldChg chg="add del">
        <pc:chgData name="Nguyen Tuan. Long" userId="e4e93a65-ca82-41ec-92c8-0e4fdb0a72ae" providerId="ADAL" clId="{01BE0C85-1541-440B-86D1-61DD93B0CEA8}" dt="2024-07-23T04:25:31.357" v="1268"/>
        <pc:sldMkLst>
          <pc:docMk/>
          <pc:sldMk cId="4195673912" sldId="401"/>
        </pc:sldMkLst>
      </pc:sldChg>
    </pc:docChg>
  </pc:docChgLst>
  <pc:docChgLst>
    <pc:chgData name="Nguyen Long" userId="e4e93a65-ca82-41ec-92c8-0e4fdb0a72ae" providerId="ADAL" clId="{8AA0C872-5D14-48EC-AD86-DFFCF3CBBBF0}"/>
    <pc:docChg chg="undo redo custSel modSld">
      <pc:chgData name="Nguyen Long" userId="e4e93a65-ca82-41ec-92c8-0e4fdb0a72ae" providerId="ADAL" clId="{8AA0C872-5D14-48EC-AD86-DFFCF3CBBBF0}" dt="2021-11-08T10:05:44.458" v="95" actId="1076"/>
      <pc:docMkLst>
        <pc:docMk/>
      </pc:docMkLst>
      <pc:sldChg chg="addSp delSp mod">
        <pc:chgData name="Nguyen Long" userId="e4e93a65-ca82-41ec-92c8-0e4fdb0a72ae" providerId="ADAL" clId="{8AA0C872-5D14-48EC-AD86-DFFCF3CBBBF0}" dt="2021-11-07T13:47:33.361" v="5" actId="22"/>
        <pc:sldMkLst>
          <pc:docMk/>
          <pc:sldMk cId="3352658174" sldId="368"/>
        </pc:sldMkLst>
      </pc:sldChg>
      <pc:sldChg chg="modSp mod">
        <pc:chgData name="Nguyen Long" userId="e4e93a65-ca82-41ec-92c8-0e4fdb0a72ae" providerId="ADAL" clId="{8AA0C872-5D14-48EC-AD86-DFFCF3CBBBF0}" dt="2021-11-07T13:50:06.100" v="6" actId="20577"/>
        <pc:sldMkLst>
          <pc:docMk/>
          <pc:sldMk cId="1979261025" sldId="377"/>
        </pc:sldMkLst>
      </pc:sldChg>
      <pc:sldChg chg="addSp delSp modSp mod delAnim modAnim">
        <pc:chgData name="Nguyen Long" userId="e4e93a65-ca82-41ec-92c8-0e4fdb0a72ae" providerId="ADAL" clId="{8AA0C872-5D14-48EC-AD86-DFFCF3CBBBF0}" dt="2021-11-08T09:53:23.417" v="75"/>
        <pc:sldMkLst>
          <pc:docMk/>
          <pc:sldMk cId="732665942" sldId="390"/>
        </pc:sldMkLst>
      </pc:sldChg>
      <pc:sldChg chg="addSp delSp modSp mod delAnim">
        <pc:chgData name="Nguyen Long" userId="e4e93a65-ca82-41ec-92c8-0e4fdb0a72ae" providerId="ADAL" clId="{8AA0C872-5D14-48EC-AD86-DFFCF3CBBBF0}" dt="2021-11-08T10:03:03.660" v="87" actId="1076"/>
        <pc:sldMkLst>
          <pc:docMk/>
          <pc:sldMk cId="1538711619" sldId="391"/>
        </pc:sldMkLst>
      </pc:sldChg>
      <pc:sldChg chg="addSp delSp modSp mod delAnim delCm modCm">
        <pc:chgData name="Nguyen Long" userId="e4e93a65-ca82-41ec-92c8-0e4fdb0a72ae" providerId="ADAL" clId="{8AA0C872-5D14-48EC-AD86-DFFCF3CBBBF0}" dt="2021-11-08T10:05:44.458" v="95" actId="1076"/>
        <pc:sldMkLst>
          <pc:docMk/>
          <pc:sldMk cId="1612447407" sldId="392"/>
        </pc:sldMkLst>
      </pc:sldChg>
    </pc:docChg>
  </pc:docChgLst>
  <pc:docChgLst>
    <pc:chgData name="Nguyen Tuan. Long" userId="e4e93a65-ca82-41ec-92c8-0e4fdb0a72ae" providerId="ADAL" clId="{D269B77A-3A80-4779-BAA6-1E0CDA91EC2A}"/>
    <pc:docChg chg="undo custSel modSld">
      <pc:chgData name="Nguyen Tuan. Long" userId="e4e93a65-ca82-41ec-92c8-0e4fdb0a72ae" providerId="ADAL" clId="{D269B77A-3A80-4779-BAA6-1E0CDA91EC2A}" dt="2024-03-22T03:23:16.396" v="84" actId="478"/>
      <pc:docMkLst>
        <pc:docMk/>
      </pc:docMkLst>
      <pc:sldChg chg="addSp delSp modSp mod addAnim delAnim">
        <pc:chgData name="Nguyen Tuan. Long" userId="e4e93a65-ca82-41ec-92c8-0e4fdb0a72ae" providerId="ADAL" clId="{D269B77A-3A80-4779-BAA6-1E0CDA91EC2A}" dt="2024-03-22T03:23:16.396" v="84" actId="478"/>
        <pc:sldMkLst>
          <pc:docMk/>
          <pc:sldMk cId="3942716466" sldId="393"/>
        </pc:sldMkLst>
      </pc:sldChg>
    </pc:docChg>
  </pc:docChgLst>
  <pc:docChgLst>
    <pc:chgData name="Nguyen Tuan. Long" userId="e4e93a65-ca82-41ec-92c8-0e4fdb0a72ae" providerId="ADAL" clId="{B5801D2D-CB7A-4628-AA54-55A021FF65CA}"/>
    <pc:docChg chg="modSld">
      <pc:chgData name="Nguyen Tuan. Long" userId="e4e93a65-ca82-41ec-92c8-0e4fdb0a72ae" providerId="ADAL" clId="{B5801D2D-CB7A-4628-AA54-55A021FF65CA}" dt="2025-07-20T13:40:02.044" v="0" actId="1036"/>
      <pc:docMkLst>
        <pc:docMk/>
      </pc:docMkLst>
      <pc:sldChg chg="modSp mod">
        <pc:chgData name="Nguyen Tuan. Long" userId="e4e93a65-ca82-41ec-92c8-0e4fdb0a72ae" providerId="ADAL" clId="{B5801D2D-CB7A-4628-AA54-55A021FF65CA}" dt="2025-07-20T13:40:02.044" v="0" actId="1036"/>
        <pc:sldMkLst>
          <pc:docMk/>
          <pc:sldMk cId="2141440796" sldId="358"/>
        </pc:sldMkLst>
        <pc:picChg chg="mod">
          <ac:chgData name="Nguyen Tuan. Long" userId="e4e93a65-ca82-41ec-92c8-0e4fdb0a72ae" providerId="ADAL" clId="{B5801D2D-CB7A-4628-AA54-55A021FF65CA}" dt="2025-07-20T13:40:02.044" v="0" actId="1036"/>
          <ac:picMkLst>
            <pc:docMk/>
            <pc:sldMk cId="2141440796" sldId="358"/>
            <ac:picMk id="10" creationId="{AAF2249D-9756-777C-14A1-7FF098110292}"/>
          </ac:picMkLst>
        </pc:picChg>
      </pc:sldChg>
    </pc:docChg>
  </pc:docChgLst>
  <pc:docChgLst>
    <pc:chgData name="Nguyen Tuan. Long" userId="e4e93a65-ca82-41ec-92c8-0e4fdb0a72ae" providerId="ADAL" clId="{B1E5227A-A6E6-44D4-8EE7-A3FC84BFB4EB}"/>
    <pc:docChg chg="custSel modSld">
      <pc:chgData name="Nguyen Tuan. Long" userId="e4e93a65-ca82-41ec-92c8-0e4fdb0a72ae" providerId="ADAL" clId="{B1E5227A-A6E6-44D4-8EE7-A3FC84BFB4EB}" dt="2024-02-23T02:09:00.454" v="3" actId="20577"/>
      <pc:docMkLst>
        <pc:docMk/>
      </pc:docMkLst>
      <pc:sldChg chg="addSp modSp mod">
        <pc:chgData name="Nguyen Tuan. Long" userId="e4e93a65-ca82-41ec-92c8-0e4fdb0a72ae" providerId="ADAL" clId="{B1E5227A-A6E6-44D4-8EE7-A3FC84BFB4EB}" dt="2024-02-23T02:08:52.257" v="2" actId="27636"/>
        <pc:sldMkLst>
          <pc:docMk/>
          <pc:sldMk cId="1829236185" sldId="258"/>
        </pc:sldMkLst>
      </pc:sldChg>
      <pc:sldChg chg="modSp mod">
        <pc:chgData name="Nguyen Tuan. Long" userId="e4e93a65-ca82-41ec-92c8-0e4fdb0a72ae" providerId="ADAL" clId="{B1E5227A-A6E6-44D4-8EE7-A3FC84BFB4EB}" dt="2024-02-23T02:09:00.454" v="3" actId="20577"/>
        <pc:sldMkLst>
          <pc:docMk/>
          <pc:sldMk cId="2848987940" sldId="263"/>
        </pc:sldMkLst>
      </pc:sldChg>
    </pc:docChg>
  </pc:docChgLst>
  <pc:docChgLst>
    <pc:chgData name="Nguyen Tuan. Long" userId="e4e93a65-ca82-41ec-92c8-0e4fdb0a72ae" providerId="ADAL" clId="{0A6333E2-7FE3-43F8-97C9-ED9FD8F5593E}"/>
    <pc:docChg chg="undo custSel addSld delSld modSld sldOrd">
      <pc:chgData name="Nguyen Tuan. Long" userId="e4e93a65-ca82-41ec-92c8-0e4fdb0a72ae" providerId="ADAL" clId="{0A6333E2-7FE3-43F8-97C9-ED9FD8F5593E}" dt="2020-12-06T13:10:42.138" v="665"/>
      <pc:docMkLst>
        <pc:docMk/>
      </pc:docMkLst>
      <pc:sldChg chg="modSp">
        <pc:chgData name="Nguyen Tuan. Long" userId="e4e93a65-ca82-41ec-92c8-0e4fdb0a72ae" providerId="ADAL" clId="{0A6333E2-7FE3-43F8-97C9-ED9FD8F5593E}" dt="2020-12-06T04:37:18.126" v="476" actId="20577"/>
        <pc:sldMkLst>
          <pc:docMk/>
          <pc:sldMk cId="2848987940" sldId="263"/>
        </pc:sldMkLst>
      </pc:sldChg>
      <pc:sldChg chg="modAnim">
        <pc:chgData name="Nguyen Tuan. Long" userId="e4e93a65-ca82-41ec-92c8-0e4fdb0a72ae" providerId="ADAL" clId="{0A6333E2-7FE3-43F8-97C9-ED9FD8F5593E}" dt="2020-12-06T09:12:58.096" v="485"/>
        <pc:sldMkLst>
          <pc:docMk/>
          <pc:sldMk cId="3688182774" sldId="357"/>
        </pc:sldMkLst>
      </pc:sldChg>
      <pc:sldChg chg="modSp mod">
        <pc:chgData name="Nguyen Tuan. Long" userId="e4e93a65-ca82-41ec-92c8-0e4fdb0a72ae" providerId="ADAL" clId="{0A6333E2-7FE3-43F8-97C9-ED9FD8F5593E}" dt="2020-12-06T12:15:30.977" v="519" actId="1076"/>
        <pc:sldMkLst>
          <pc:docMk/>
          <pc:sldMk cId="746980286" sldId="360"/>
        </pc:sldMkLst>
      </pc:sldChg>
      <pc:sldChg chg="modSp mod">
        <pc:chgData name="Nguyen Tuan. Long" userId="e4e93a65-ca82-41ec-92c8-0e4fdb0a72ae" providerId="ADAL" clId="{0A6333E2-7FE3-43F8-97C9-ED9FD8F5593E}" dt="2020-12-06T12:17:40.988" v="520" actId="1036"/>
        <pc:sldMkLst>
          <pc:docMk/>
          <pc:sldMk cId="2222069165" sldId="361"/>
        </pc:sldMkLst>
      </pc:sldChg>
      <pc:sldChg chg="modAnim">
        <pc:chgData name="Nguyen Tuan. Long" userId="e4e93a65-ca82-41ec-92c8-0e4fdb0a72ae" providerId="ADAL" clId="{0A6333E2-7FE3-43F8-97C9-ED9FD8F5593E}" dt="2020-12-06T09:12:30.811" v="482"/>
        <pc:sldMkLst>
          <pc:docMk/>
          <pc:sldMk cId="287204616" sldId="362"/>
        </pc:sldMkLst>
      </pc:sldChg>
      <pc:sldChg chg="addSp modSp mod">
        <pc:chgData name="Nguyen Tuan. Long" userId="e4e93a65-ca82-41ec-92c8-0e4fdb0a72ae" providerId="ADAL" clId="{0A6333E2-7FE3-43F8-97C9-ED9FD8F5593E}" dt="2020-12-06T12:37:36.134" v="647" actId="1037"/>
        <pc:sldMkLst>
          <pc:docMk/>
          <pc:sldMk cId="2470963380" sldId="365"/>
        </pc:sldMkLst>
      </pc:sldChg>
      <pc:sldChg chg="modAnim">
        <pc:chgData name="Nguyen Tuan. Long" userId="e4e93a65-ca82-41ec-92c8-0e4fdb0a72ae" providerId="ADAL" clId="{0A6333E2-7FE3-43F8-97C9-ED9FD8F5593E}" dt="2020-12-06T09:19:48.104" v="487"/>
        <pc:sldMkLst>
          <pc:docMk/>
          <pc:sldMk cId="3352658174" sldId="368"/>
        </pc:sldMkLst>
      </pc:sldChg>
      <pc:sldChg chg="modAnim">
        <pc:chgData name="Nguyen Tuan. Long" userId="e4e93a65-ca82-41ec-92c8-0e4fdb0a72ae" providerId="ADAL" clId="{0A6333E2-7FE3-43F8-97C9-ED9FD8F5593E}" dt="2020-12-06T09:21:04.404" v="490"/>
        <pc:sldMkLst>
          <pc:docMk/>
          <pc:sldMk cId="294805405" sldId="369"/>
        </pc:sldMkLst>
      </pc:sldChg>
      <pc:sldChg chg="modAnim">
        <pc:chgData name="Nguyen Tuan. Long" userId="e4e93a65-ca82-41ec-92c8-0e4fdb0a72ae" providerId="ADAL" clId="{0A6333E2-7FE3-43F8-97C9-ED9FD8F5593E}" dt="2020-12-06T09:21:31.837" v="495"/>
        <pc:sldMkLst>
          <pc:docMk/>
          <pc:sldMk cId="1782379782" sldId="371"/>
        </pc:sldMkLst>
      </pc:sldChg>
      <pc:sldChg chg="modAnim">
        <pc:chgData name="Nguyen Tuan. Long" userId="e4e93a65-ca82-41ec-92c8-0e4fdb0a72ae" providerId="ADAL" clId="{0A6333E2-7FE3-43F8-97C9-ED9FD8F5593E}" dt="2020-12-06T09:21:47.958" v="498"/>
        <pc:sldMkLst>
          <pc:docMk/>
          <pc:sldMk cId="50182081" sldId="373"/>
        </pc:sldMkLst>
      </pc:sldChg>
      <pc:sldChg chg="modSp mod">
        <pc:chgData name="Nguyen Tuan. Long" userId="e4e93a65-ca82-41ec-92c8-0e4fdb0a72ae" providerId="ADAL" clId="{0A6333E2-7FE3-43F8-97C9-ED9FD8F5593E}" dt="2020-12-06T13:03:30.217" v="664" actId="14100"/>
        <pc:sldMkLst>
          <pc:docMk/>
          <pc:sldMk cId="1711071679" sldId="376"/>
        </pc:sldMkLst>
      </pc:sldChg>
      <pc:sldChg chg="modAnim">
        <pc:chgData name="Nguyen Tuan. Long" userId="e4e93a65-ca82-41ec-92c8-0e4fdb0a72ae" providerId="ADAL" clId="{0A6333E2-7FE3-43F8-97C9-ED9FD8F5593E}" dt="2020-12-06T13:10:42.138" v="665"/>
        <pc:sldMkLst>
          <pc:docMk/>
          <pc:sldMk cId="511860301" sldId="378"/>
        </pc:sldMkLst>
      </pc:sldChg>
      <pc:sldChg chg="modSp mod modAnim">
        <pc:chgData name="Nguyen Tuan. Long" userId="e4e93a65-ca82-41ec-92c8-0e4fdb0a72ae" providerId="ADAL" clId="{0A6333E2-7FE3-43F8-97C9-ED9FD8F5593E}" dt="2020-12-06T09:23:03.476" v="505"/>
        <pc:sldMkLst>
          <pc:docMk/>
          <pc:sldMk cId="1172305505" sldId="381"/>
        </pc:sldMkLst>
      </pc:sldChg>
      <pc:sldChg chg="modAnim">
        <pc:chgData name="Nguyen Tuan. Long" userId="e4e93a65-ca82-41ec-92c8-0e4fdb0a72ae" providerId="ADAL" clId="{0A6333E2-7FE3-43F8-97C9-ED9FD8F5593E}" dt="2020-12-06T09:23:26.316" v="507"/>
        <pc:sldMkLst>
          <pc:docMk/>
          <pc:sldMk cId="2690534952" sldId="385"/>
        </pc:sldMkLst>
      </pc:sldChg>
      <pc:sldChg chg="modAnim">
        <pc:chgData name="Nguyen Tuan. Long" userId="e4e93a65-ca82-41ec-92c8-0e4fdb0a72ae" providerId="ADAL" clId="{0A6333E2-7FE3-43F8-97C9-ED9FD8F5593E}" dt="2020-12-06T09:24:04.879" v="510"/>
        <pc:sldMkLst>
          <pc:docMk/>
          <pc:sldMk cId="4242170983" sldId="387"/>
        </pc:sldMkLst>
      </pc:sldChg>
      <pc:sldChg chg="modAnim">
        <pc:chgData name="Nguyen Tuan. Long" userId="e4e93a65-ca82-41ec-92c8-0e4fdb0a72ae" providerId="ADAL" clId="{0A6333E2-7FE3-43F8-97C9-ED9FD8F5593E}" dt="2020-12-06T09:24:17.604" v="512"/>
        <pc:sldMkLst>
          <pc:docMk/>
          <pc:sldMk cId="2587900263" sldId="388"/>
        </pc:sldMkLst>
      </pc:sldChg>
      <pc:sldChg chg="modAnim">
        <pc:chgData name="Nguyen Tuan. Long" userId="e4e93a65-ca82-41ec-92c8-0e4fdb0a72ae" providerId="ADAL" clId="{0A6333E2-7FE3-43F8-97C9-ED9FD8F5593E}" dt="2020-12-06T09:24:28.070" v="514"/>
        <pc:sldMkLst>
          <pc:docMk/>
          <pc:sldMk cId="4280122948" sldId="389"/>
        </pc:sldMkLst>
      </pc:sldChg>
      <pc:sldChg chg="addSp delSp modSp mod modAnim">
        <pc:chgData name="Nguyen Tuan. Long" userId="e4e93a65-ca82-41ec-92c8-0e4fdb0a72ae" providerId="ADAL" clId="{0A6333E2-7FE3-43F8-97C9-ED9FD8F5593E}" dt="2020-12-06T02:51:54.173" v="31"/>
        <pc:sldMkLst>
          <pc:docMk/>
          <pc:sldMk cId="732665942" sldId="390"/>
        </pc:sldMkLst>
      </pc:sldChg>
      <pc:sldChg chg="addSp delSp modSp mod modAnim">
        <pc:chgData name="Nguyen Tuan. Long" userId="e4e93a65-ca82-41ec-92c8-0e4fdb0a72ae" providerId="ADAL" clId="{0A6333E2-7FE3-43F8-97C9-ED9FD8F5593E}" dt="2020-12-06T03:06:46.601" v="81"/>
        <pc:sldMkLst>
          <pc:docMk/>
          <pc:sldMk cId="1538711619" sldId="391"/>
        </pc:sldMkLst>
      </pc:sldChg>
      <pc:sldChg chg="addSp delSp modSp mod modAnim addCm">
        <pc:chgData name="Nguyen Tuan. Long" userId="e4e93a65-ca82-41ec-92c8-0e4fdb0a72ae" providerId="ADAL" clId="{0A6333E2-7FE3-43F8-97C9-ED9FD8F5593E}" dt="2020-12-06T03:21:33.050" v="136"/>
        <pc:sldMkLst>
          <pc:docMk/>
          <pc:sldMk cId="1612447407" sldId="392"/>
        </pc:sldMkLst>
      </pc:sldChg>
      <pc:sldChg chg="addSp delSp modSp mod modAnim">
        <pc:chgData name="Nguyen Tuan. Long" userId="e4e93a65-ca82-41ec-92c8-0e4fdb0a72ae" providerId="ADAL" clId="{0A6333E2-7FE3-43F8-97C9-ED9FD8F5593E}" dt="2020-12-06T03:29:40.124" v="207" actId="20577"/>
        <pc:sldMkLst>
          <pc:docMk/>
          <pc:sldMk cId="3942716466" sldId="393"/>
        </pc:sldMkLst>
      </pc:sldChg>
      <pc:sldChg chg="addSp delSp modSp mod modAnim">
        <pc:chgData name="Nguyen Tuan. Long" userId="e4e93a65-ca82-41ec-92c8-0e4fdb0a72ae" providerId="ADAL" clId="{0A6333E2-7FE3-43F8-97C9-ED9FD8F5593E}" dt="2020-12-06T03:37:15.188" v="254" actId="123"/>
        <pc:sldMkLst>
          <pc:docMk/>
          <pc:sldMk cId="1255085309" sldId="394"/>
        </pc:sldMkLst>
      </pc:sldChg>
      <pc:sldChg chg="addSp delSp modSp mod ord">
        <pc:chgData name="Nguyen Tuan. Long" userId="e4e93a65-ca82-41ec-92c8-0e4fdb0a72ae" providerId="ADAL" clId="{0A6333E2-7FE3-43F8-97C9-ED9FD8F5593E}" dt="2020-12-06T04:28:20.009" v="427"/>
        <pc:sldMkLst>
          <pc:docMk/>
          <pc:sldMk cId="2861499056" sldId="395"/>
        </pc:sldMkLst>
      </pc:sldChg>
      <pc:sldChg chg="addSp delSp modSp mod modAnim">
        <pc:chgData name="Nguyen Tuan. Long" userId="e4e93a65-ca82-41ec-92c8-0e4fdb0a72ae" providerId="ADAL" clId="{0A6333E2-7FE3-43F8-97C9-ED9FD8F5593E}" dt="2020-12-06T04:29:33.090" v="446"/>
        <pc:sldMkLst>
          <pc:docMk/>
          <pc:sldMk cId="1510095340" sldId="396"/>
        </pc:sldMkLst>
      </pc:sldChg>
      <pc:sldChg chg="del">
        <pc:chgData name="Nguyen Tuan. Long" userId="e4e93a65-ca82-41ec-92c8-0e4fdb0a72ae" providerId="ADAL" clId="{0A6333E2-7FE3-43F8-97C9-ED9FD8F5593E}" dt="2020-12-06T04:06:07.016" v="404" actId="47"/>
        <pc:sldMkLst>
          <pc:docMk/>
          <pc:sldMk cId="592600252" sldId="397"/>
        </pc:sldMkLst>
      </pc:sldChg>
      <pc:sldChg chg="addSp delSp modSp add mod modAnim">
        <pc:chgData name="Nguyen Tuan. Long" userId="e4e93a65-ca82-41ec-92c8-0e4fdb0a72ae" providerId="ADAL" clId="{0A6333E2-7FE3-43F8-97C9-ED9FD8F5593E}" dt="2020-12-06T04:29:36.573" v="447"/>
        <pc:sldMkLst>
          <pc:docMk/>
          <pc:sldMk cId="3706992897" sldId="397"/>
        </pc:sldMkLst>
      </pc:sldChg>
      <pc:sldChg chg="addSp delSp modSp add mod modAnim">
        <pc:chgData name="Nguyen Tuan. Long" userId="e4e93a65-ca82-41ec-92c8-0e4fdb0a72ae" providerId="ADAL" clId="{0A6333E2-7FE3-43F8-97C9-ED9FD8F5593E}" dt="2020-12-06T04:38:11.577" v="478" actId="20577"/>
        <pc:sldMkLst>
          <pc:docMk/>
          <pc:sldMk cId="1975479440" sldId="398"/>
        </pc:sldMkLst>
      </pc:sldChg>
      <pc:sldChg chg="del">
        <pc:chgData name="Nguyen Tuan. Long" userId="e4e93a65-ca82-41ec-92c8-0e4fdb0a72ae" providerId="ADAL" clId="{0A6333E2-7FE3-43F8-97C9-ED9FD8F5593E}" dt="2020-12-06T04:06:07.016" v="404" actId="47"/>
        <pc:sldMkLst>
          <pc:docMk/>
          <pc:sldMk cId="3248205618" sldId="398"/>
        </pc:sldMkLst>
      </pc:sldChg>
      <pc:sldChg chg="addSp delSp modSp add mod delAnim">
        <pc:chgData name="Nguyen Tuan. Long" userId="e4e93a65-ca82-41ec-92c8-0e4fdb0a72ae" providerId="ADAL" clId="{0A6333E2-7FE3-43F8-97C9-ED9FD8F5593E}" dt="2020-12-06T04:31:25.086" v="468" actId="255"/>
        <pc:sldMkLst>
          <pc:docMk/>
          <pc:sldMk cId="962635310" sldId="399"/>
        </pc:sldMkLst>
      </pc:sldChg>
      <pc:sldChg chg="del">
        <pc:chgData name="Nguyen Tuan. Long" userId="e4e93a65-ca82-41ec-92c8-0e4fdb0a72ae" providerId="ADAL" clId="{0A6333E2-7FE3-43F8-97C9-ED9FD8F5593E}" dt="2020-12-06T04:06:07.016" v="404" actId="47"/>
        <pc:sldMkLst>
          <pc:docMk/>
          <pc:sldMk cId="1714128104" sldId="399"/>
        </pc:sldMkLst>
      </pc:sldChg>
    </pc:docChg>
  </pc:docChgLst>
  <pc:docChgLst>
    <pc:chgData name="Nguyen Long" userId="e4e93a65-ca82-41ec-92c8-0e4fdb0a72ae" providerId="ADAL" clId="{0A6333E2-7FE3-43F8-97C9-ED9FD8F5593E}"/>
    <pc:docChg chg="undo redo custSel addSld delSld modSld">
      <pc:chgData name="Nguyen Long" userId="e4e93a65-ca82-41ec-92c8-0e4fdb0a72ae" providerId="ADAL" clId="{0A6333E2-7FE3-43F8-97C9-ED9FD8F5593E}" dt="2020-12-05T10:29:03.733" v="1436" actId="2696"/>
      <pc:docMkLst>
        <pc:docMk/>
      </pc:docMkLst>
      <pc:sldChg chg="modSp mod">
        <pc:chgData name="Nguyen Long" userId="e4e93a65-ca82-41ec-92c8-0e4fdb0a72ae" providerId="ADAL" clId="{0A6333E2-7FE3-43F8-97C9-ED9FD8F5593E}" dt="2020-12-01T08:09:31.571" v="5" actId="1076"/>
        <pc:sldMkLst>
          <pc:docMk/>
          <pc:sldMk cId="2848987940" sldId="263"/>
        </pc:sldMkLst>
      </pc:sldChg>
      <pc:sldChg chg="del">
        <pc:chgData name="Nguyen Long" userId="e4e93a65-ca82-41ec-92c8-0e4fdb0a72ae" providerId="ADAL" clId="{0A6333E2-7FE3-43F8-97C9-ED9FD8F5593E}" dt="2020-12-01T08:10:11.714" v="6" actId="2696"/>
        <pc:sldMkLst>
          <pc:docMk/>
          <pc:sldMk cId="1369740203" sldId="307"/>
        </pc:sldMkLst>
      </pc:sldChg>
      <pc:sldChg chg="del">
        <pc:chgData name="Nguyen Long" userId="e4e93a65-ca82-41ec-92c8-0e4fdb0a72ae" providerId="ADAL" clId="{0A6333E2-7FE3-43F8-97C9-ED9FD8F5593E}" dt="2020-12-01T08:10:11.714" v="6" actId="2696"/>
        <pc:sldMkLst>
          <pc:docMk/>
          <pc:sldMk cId="2410743619" sldId="308"/>
        </pc:sldMkLst>
      </pc:sldChg>
      <pc:sldChg chg="del">
        <pc:chgData name="Nguyen Long" userId="e4e93a65-ca82-41ec-92c8-0e4fdb0a72ae" providerId="ADAL" clId="{0A6333E2-7FE3-43F8-97C9-ED9FD8F5593E}" dt="2020-12-01T08:10:11.714" v="6" actId="2696"/>
        <pc:sldMkLst>
          <pc:docMk/>
          <pc:sldMk cId="3280503492" sldId="310"/>
        </pc:sldMkLst>
      </pc:sldChg>
      <pc:sldChg chg="del">
        <pc:chgData name="Nguyen Long" userId="e4e93a65-ca82-41ec-92c8-0e4fdb0a72ae" providerId="ADAL" clId="{0A6333E2-7FE3-43F8-97C9-ED9FD8F5593E}" dt="2020-12-01T08:10:11.714" v="6" actId="2696"/>
        <pc:sldMkLst>
          <pc:docMk/>
          <pc:sldMk cId="696162162" sldId="311"/>
        </pc:sldMkLst>
      </pc:sldChg>
      <pc:sldChg chg="del">
        <pc:chgData name="Nguyen Long" userId="e4e93a65-ca82-41ec-92c8-0e4fdb0a72ae" providerId="ADAL" clId="{0A6333E2-7FE3-43F8-97C9-ED9FD8F5593E}" dt="2020-12-01T08:10:11.714" v="6" actId="2696"/>
        <pc:sldMkLst>
          <pc:docMk/>
          <pc:sldMk cId="185043276" sldId="312"/>
        </pc:sldMkLst>
      </pc:sldChg>
      <pc:sldChg chg="del">
        <pc:chgData name="Nguyen Long" userId="e4e93a65-ca82-41ec-92c8-0e4fdb0a72ae" providerId="ADAL" clId="{0A6333E2-7FE3-43F8-97C9-ED9FD8F5593E}" dt="2020-12-01T08:10:11.714" v="6" actId="2696"/>
        <pc:sldMkLst>
          <pc:docMk/>
          <pc:sldMk cId="742023045" sldId="313"/>
        </pc:sldMkLst>
      </pc:sldChg>
      <pc:sldChg chg="del">
        <pc:chgData name="Nguyen Long" userId="e4e93a65-ca82-41ec-92c8-0e4fdb0a72ae" providerId="ADAL" clId="{0A6333E2-7FE3-43F8-97C9-ED9FD8F5593E}" dt="2020-12-01T08:10:11.714" v="6" actId="2696"/>
        <pc:sldMkLst>
          <pc:docMk/>
          <pc:sldMk cId="1228385249" sldId="314"/>
        </pc:sldMkLst>
      </pc:sldChg>
      <pc:sldChg chg="del">
        <pc:chgData name="Nguyen Long" userId="e4e93a65-ca82-41ec-92c8-0e4fdb0a72ae" providerId="ADAL" clId="{0A6333E2-7FE3-43F8-97C9-ED9FD8F5593E}" dt="2020-12-01T08:10:11.714" v="6" actId="2696"/>
        <pc:sldMkLst>
          <pc:docMk/>
          <pc:sldMk cId="1789240873" sldId="315"/>
        </pc:sldMkLst>
      </pc:sldChg>
      <pc:sldChg chg="del">
        <pc:chgData name="Nguyen Long" userId="e4e93a65-ca82-41ec-92c8-0e4fdb0a72ae" providerId="ADAL" clId="{0A6333E2-7FE3-43F8-97C9-ED9FD8F5593E}" dt="2020-12-01T08:10:11.714" v="6" actId="2696"/>
        <pc:sldMkLst>
          <pc:docMk/>
          <pc:sldMk cId="1458480374" sldId="316"/>
        </pc:sldMkLst>
      </pc:sldChg>
      <pc:sldChg chg="del">
        <pc:chgData name="Nguyen Long" userId="e4e93a65-ca82-41ec-92c8-0e4fdb0a72ae" providerId="ADAL" clId="{0A6333E2-7FE3-43F8-97C9-ED9FD8F5593E}" dt="2020-12-01T08:10:11.714" v="6" actId="2696"/>
        <pc:sldMkLst>
          <pc:docMk/>
          <pc:sldMk cId="3788190107" sldId="317"/>
        </pc:sldMkLst>
      </pc:sldChg>
      <pc:sldChg chg="del">
        <pc:chgData name="Nguyen Long" userId="e4e93a65-ca82-41ec-92c8-0e4fdb0a72ae" providerId="ADAL" clId="{0A6333E2-7FE3-43F8-97C9-ED9FD8F5593E}" dt="2020-12-01T08:10:11.714" v="6" actId="2696"/>
        <pc:sldMkLst>
          <pc:docMk/>
          <pc:sldMk cId="391946227" sldId="318"/>
        </pc:sldMkLst>
      </pc:sldChg>
      <pc:sldChg chg="del">
        <pc:chgData name="Nguyen Long" userId="e4e93a65-ca82-41ec-92c8-0e4fdb0a72ae" providerId="ADAL" clId="{0A6333E2-7FE3-43F8-97C9-ED9FD8F5593E}" dt="2020-12-01T08:10:11.714" v="6" actId="2696"/>
        <pc:sldMkLst>
          <pc:docMk/>
          <pc:sldMk cId="3411714074" sldId="319"/>
        </pc:sldMkLst>
      </pc:sldChg>
      <pc:sldChg chg="del">
        <pc:chgData name="Nguyen Long" userId="e4e93a65-ca82-41ec-92c8-0e4fdb0a72ae" providerId="ADAL" clId="{0A6333E2-7FE3-43F8-97C9-ED9FD8F5593E}" dt="2020-12-01T08:10:11.714" v="6" actId="2696"/>
        <pc:sldMkLst>
          <pc:docMk/>
          <pc:sldMk cId="2190611551" sldId="320"/>
        </pc:sldMkLst>
      </pc:sldChg>
      <pc:sldChg chg="del">
        <pc:chgData name="Nguyen Long" userId="e4e93a65-ca82-41ec-92c8-0e4fdb0a72ae" providerId="ADAL" clId="{0A6333E2-7FE3-43F8-97C9-ED9FD8F5593E}" dt="2020-12-01T08:10:11.714" v="6" actId="2696"/>
        <pc:sldMkLst>
          <pc:docMk/>
          <pc:sldMk cId="3969836493" sldId="321"/>
        </pc:sldMkLst>
      </pc:sldChg>
      <pc:sldChg chg="del">
        <pc:chgData name="Nguyen Long" userId="e4e93a65-ca82-41ec-92c8-0e4fdb0a72ae" providerId="ADAL" clId="{0A6333E2-7FE3-43F8-97C9-ED9FD8F5593E}" dt="2020-12-01T08:10:11.714" v="6" actId="2696"/>
        <pc:sldMkLst>
          <pc:docMk/>
          <pc:sldMk cId="2579293052" sldId="322"/>
        </pc:sldMkLst>
      </pc:sldChg>
      <pc:sldChg chg="del">
        <pc:chgData name="Nguyen Long" userId="e4e93a65-ca82-41ec-92c8-0e4fdb0a72ae" providerId="ADAL" clId="{0A6333E2-7FE3-43F8-97C9-ED9FD8F5593E}" dt="2020-12-01T08:10:11.714" v="6" actId="2696"/>
        <pc:sldMkLst>
          <pc:docMk/>
          <pc:sldMk cId="3246617614" sldId="323"/>
        </pc:sldMkLst>
      </pc:sldChg>
      <pc:sldChg chg="del">
        <pc:chgData name="Nguyen Long" userId="e4e93a65-ca82-41ec-92c8-0e4fdb0a72ae" providerId="ADAL" clId="{0A6333E2-7FE3-43F8-97C9-ED9FD8F5593E}" dt="2020-12-01T08:10:11.714" v="6" actId="2696"/>
        <pc:sldMkLst>
          <pc:docMk/>
          <pc:sldMk cId="1812962466" sldId="324"/>
        </pc:sldMkLst>
      </pc:sldChg>
      <pc:sldChg chg="del">
        <pc:chgData name="Nguyen Long" userId="e4e93a65-ca82-41ec-92c8-0e4fdb0a72ae" providerId="ADAL" clId="{0A6333E2-7FE3-43F8-97C9-ED9FD8F5593E}" dt="2020-12-01T08:10:11.714" v="6" actId="2696"/>
        <pc:sldMkLst>
          <pc:docMk/>
          <pc:sldMk cId="1548158913" sldId="325"/>
        </pc:sldMkLst>
      </pc:sldChg>
      <pc:sldChg chg="del">
        <pc:chgData name="Nguyen Long" userId="e4e93a65-ca82-41ec-92c8-0e4fdb0a72ae" providerId="ADAL" clId="{0A6333E2-7FE3-43F8-97C9-ED9FD8F5593E}" dt="2020-12-01T08:10:11.714" v="6" actId="2696"/>
        <pc:sldMkLst>
          <pc:docMk/>
          <pc:sldMk cId="3996310755" sldId="326"/>
        </pc:sldMkLst>
      </pc:sldChg>
      <pc:sldChg chg="del">
        <pc:chgData name="Nguyen Long" userId="e4e93a65-ca82-41ec-92c8-0e4fdb0a72ae" providerId="ADAL" clId="{0A6333E2-7FE3-43F8-97C9-ED9FD8F5593E}" dt="2020-12-01T08:10:11.714" v="6" actId="2696"/>
        <pc:sldMkLst>
          <pc:docMk/>
          <pc:sldMk cId="1423860730" sldId="327"/>
        </pc:sldMkLst>
      </pc:sldChg>
      <pc:sldChg chg="del">
        <pc:chgData name="Nguyen Long" userId="e4e93a65-ca82-41ec-92c8-0e4fdb0a72ae" providerId="ADAL" clId="{0A6333E2-7FE3-43F8-97C9-ED9FD8F5593E}" dt="2020-12-01T08:10:11.714" v="6" actId="2696"/>
        <pc:sldMkLst>
          <pc:docMk/>
          <pc:sldMk cId="2073233524" sldId="328"/>
        </pc:sldMkLst>
      </pc:sldChg>
      <pc:sldChg chg="del">
        <pc:chgData name="Nguyen Long" userId="e4e93a65-ca82-41ec-92c8-0e4fdb0a72ae" providerId="ADAL" clId="{0A6333E2-7FE3-43F8-97C9-ED9FD8F5593E}" dt="2020-12-01T08:10:11.714" v="6" actId="2696"/>
        <pc:sldMkLst>
          <pc:docMk/>
          <pc:sldMk cId="3774375456" sldId="329"/>
        </pc:sldMkLst>
      </pc:sldChg>
      <pc:sldChg chg="del">
        <pc:chgData name="Nguyen Long" userId="e4e93a65-ca82-41ec-92c8-0e4fdb0a72ae" providerId="ADAL" clId="{0A6333E2-7FE3-43F8-97C9-ED9FD8F5593E}" dt="2020-12-01T08:10:11.714" v="6" actId="2696"/>
        <pc:sldMkLst>
          <pc:docMk/>
          <pc:sldMk cId="3733753095" sldId="330"/>
        </pc:sldMkLst>
      </pc:sldChg>
      <pc:sldChg chg="del">
        <pc:chgData name="Nguyen Long" userId="e4e93a65-ca82-41ec-92c8-0e4fdb0a72ae" providerId="ADAL" clId="{0A6333E2-7FE3-43F8-97C9-ED9FD8F5593E}" dt="2020-12-01T08:10:11.714" v="6" actId="2696"/>
        <pc:sldMkLst>
          <pc:docMk/>
          <pc:sldMk cId="793491857" sldId="331"/>
        </pc:sldMkLst>
      </pc:sldChg>
      <pc:sldChg chg="del">
        <pc:chgData name="Nguyen Long" userId="e4e93a65-ca82-41ec-92c8-0e4fdb0a72ae" providerId="ADAL" clId="{0A6333E2-7FE3-43F8-97C9-ED9FD8F5593E}" dt="2020-12-01T08:10:11.714" v="6" actId="2696"/>
        <pc:sldMkLst>
          <pc:docMk/>
          <pc:sldMk cId="1649709414" sldId="332"/>
        </pc:sldMkLst>
      </pc:sldChg>
      <pc:sldChg chg="del">
        <pc:chgData name="Nguyen Long" userId="e4e93a65-ca82-41ec-92c8-0e4fdb0a72ae" providerId="ADAL" clId="{0A6333E2-7FE3-43F8-97C9-ED9FD8F5593E}" dt="2020-12-01T08:10:11.714" v="6" actId="2696"/>
        <pc:sldMkLst>
          <pc:docMk/>
          <pc:sldMk cId="2435738948" sldId="333"/>
        </pc:sldMkLst>
      </pc:sldChg>
      <pc:sldChg chg="del">
        <pc:chgData name="Nguyen Long" userId="e4e93a65-ca82-41ec-92c8-0e4fdb0a72ae" providerId="ADAL" clId="{0A6333E2-7FE3-43F8-97C9-ED9FD8F5593E}" dt="2020-12-01T08:10:11.714" v="6" actId="2696"/>
        <pc:sldMkLst>
          <pc:docMk/>
          <pc:sldMk cId="552481527" sldId="334"/>
        </pc:sldMkLst>
      </pc:sldChg>
      <pc:sldChg chg="del">
        <pc:chgData name="Nguyen Long" userId="e4e93a65-ca82-41ec-92c8-0e4fdb0a72ae" providerId="ADAL" clId="{0A6333E2-7FE3-43F8-97C9-ED9FD8F5593E}" dt="2020-12-01T08:10:11.714" v="6" actId="2696"/>
        <pc:sldMkLst>
          <pc:docMk/>
          <pc:sldMk cId="823410867" sldId="335"/>
        </pc:sldMkLst>
      </pc:sldChg>
      <pc:sldChg chg="del">
        <pc:chgData name="Nguyen Long" userId="e4e93a65-ca82-41ec-92c8-0e4fdb0a72ae" providerId="ADAL" clId="{0A6333E2-7FE3-43F8-97C9-ED9FD8F5593E}" dt="2020-12-01T08:10:11.714" v="6" actId="2696"/>
        <pc:sldMkLst>
          <pc:docMk/>
          <pc:sldMk cId="2969133937" sldId="336"/>
        </pc:sldMkLst>
      </pc:sldChg>
      <pc:sldChg chg="del">
        <pc:chgData name="Nguyen Long" userId="e4e93a65-ca82-41ec-92c8-0e4fdb0a72ae" providerId="ADAL" clId="{0A6333E2-7FE3-43F8-97C9-ED9FD8F5593E}" dt="2020-12-01T08:10:11.714" v="6" actId="2696"/>
        <pc:sldMkLst>
          <pc:docMk/>
          <pc:sldMk cId="4139985948" sldId="337"/>
        </pc:sldMkLst>
      </pc:sldChg>
      <pc:sldChg chg="del">
        <pc:chgData name="Nguyen Long" userId="e4e93a65-ca82-41ec-92c8-0e4fdb0a72ae" providerId="ADAL" clId="{0A6333E2-7FE3-43F8-97C9-ED9FD8F5593E}" dt="2020-12-01T08:10:11.714" v="6" actId="2696"/>
        <pc:sldMkLst>
          <pc:docMk/>
          <pc:sldMk cId="3256425225" sldId="338"/>
        </pc:sldMkLst>
      </pc:sldChg>
      <pc:sldChg chg="del">
        <pc:chgData name="Nguyen Long" userId="e4e93a65-ca82-41ec-92c8-0e4fdb0a72ae" providerId="ADAL" clId="{0A6333E2-7FE3-43F8-97C9-ED9FD8F5593E}" dt="2020-12-01T08:10:11.714" v="6" actId="2696"/>
        <pc:sldMkLst>
          <pc:docMk/>
          <pc:sldMk cId="3094730242" sldId="339"/>
        </pc:sldMkLst>
      </pc:sldChg>
      <pc:sldChg chg="del">
        <pc:chgData name="Nguyen Long" userId="e4e93a65-ca82-41ec-92c8-0e4fdb0a72ae" providerId="ADAL" clId="{0A6333E2-7FE3-43F8-97C9-ED9FD8F5593E}" dt="2020-12-01T08:10:11.714" v="6" actId="2696"/>
        <pc:sldMkLst>
          <pc:docMk/>
          <pc:sldMk cId="3665099535" sldId="340"/>
        </pc:sldMkLst>
      </pc:sldChg>
      <pc:sldChg chg="del">
        <pc:chgData name="Nguyen Long" userId="e4e93a65-ca82-41ec-92c8-0e4fdb0a72ae" providerId="ADAL" clId="{0A6333E2-7FE3-43F8-97C9-ED9FD8F5593E}" dt="2020-12-01T08:10:11.714" v="6" actId="2696"/>
        <pc:sldMkLst>
          <pc:docMk/>
          <pc:sldMk cId="660332516" sldId="341"/>
        </pc:sldMkLst>
      </pc:sldChg>
      <pc:sldChg chg="del">
        <pc:chgData name="Nguyen Long" userId="e4e93a65-ca82-41ec-92c8-0e4fdb0a72ae" providerId="ADAL" clId="{0A6333E2-7FE3-43F8-97C9-ED9FD8F5593E}" dt="2020-12-01T08:10:11.714" v="6" actId="2696"/>
        <pc:sldMkLst>
          <pc:docMk/>
          <pc:sldMk cId="2024997047" sldId="342"/>
        </pc:sldMkLst>
      </pc:sldChg>
      <pc:sldChg chg="del">
        <pc:chgData name="Nguyen Long" userId="e4e93a65-ca82-41ec-92c8-0e4fdb0a72ae" providerId="ADAL" clId="{0A6333E2-7FE3-43F8-97C9-ED9FD8F5593E}" dt="2020-12-01T08:10:11.714" v="6" actId="2696"/>
        <pc:sldMkLst>
          <pc:docMk/>
          <pc:sldMk cId="2956957432" sldId="343"/>
        </pc:sldMkLst>
      </pc:sldChg>
      <pc:sldChg chg="del">
        <pc:chgData name="Nguyen Long" userId="e4e93a65-ca82-41ec-92c8-0e4fdb0a72ae" providerId="ADAL" clId="{0A6333E2-7FE3-43F8-97C9-ED9FD8F5593E}" dt="2020-12-01T08:10:11.714" v="6" actId="2696"/>
        <pc:sldMkLst>
          <pc:docMk/>
          <pc:sldMk cId="751811691" sldId="344"/>
        </pc:sldMkLst>
      </pc:sldChg>
      <pc:sldChg chg="del">
        <pc:chgData name="Nguyen Long" userId="e4e93a65-ca82-41ec-92c8-0e4fdb0a72ae" providerId="ADAL" clId="{0A6333E2-7FE3-43F8-97C9-ED9FD8F5593E}" dt="2020-12-01T08:10:11.714" v="6" actId="2696"/>
        <pc:sldMkLst>
          <pc:docMk/>
          <pc:sldMk cId="1771045203" sldId="345"/>
        </pc:sldMkLst>
      </pc:sldChg>
      <pc:sldChg chg="del">
        <pc:chgData name="Nguyen Long" userId="e4e93a65-ca82-41ec-92c8-0e4fdb0a72ae" providerId="ADAL" clId="{0A6333E2-7FE3-43F8-97C9-ED9FD8F5593E}" dt="2020-12-01T08:10:11.714" v="6" actId="2696"/>
        <pc:sldMkLst>
          <pc:docMk/>
          <pc:sldMk cId="3772961550" sldId="346"/>
        </pc:sldMkLst>
      </pc:sldChg>
      <pc:sldChg chg="del">
        <pc:chgData name="Nguyen Long" userId="e4e93a65-ca82-41ec-92c8-0e4fdb0a72ae" providerId="ADAL" clId="{0A6333E2-7FE3-43F8-97C9-ED9FD8F5593E}" dt="2020-12-01T08:10:11.714" v="6" actId="2696"/>
        <pc:sldMkLst>
          <pc:docMk/>
          <pc:sldMk cId="2699557155" sldId="347"/>
        </pc:sldMkLst>
      </pc:sldChg>
      <pc:sldChg chg="del">
        <pc:chgData name="Nguyen Long" userId="e4e93a65-ca82-41ec-92c8-0e4fdb0a72ae" providerId="ADAL" clId="{0A6333E2-7FE3-43F8-97C9-ED9FD8F5593E}" dt="2020-12-01T08:10:11.714" v="6" actId="2696"/>
        <pc:sldMkLst>
          <pc:docMk/>
          <pc:sldMk cId="1556497453" sldId="348"/>
        </pc:sldMkLst>
      </pc:sldChg>
      <pc:sldChg chg="del">
        <pc:chgData name="Nguyen Long" userId="e4e93a65-ca82-41ec-92c8-0e4fdb0a72ae" providerId="ADAL" clId="{0A6333E2-7FE3-43F8-97C9-ED9FD8F5593E}" dt="2020-12-01T08:10:11.714" v="6" actId="2696"/>
        <pc:sldMkLst>
          <pc:docMk/>
          <pc:sldMk cId="972531690" sldId="349"/>
        </pc:sldMkLst>
      </pc:sldChg>
      <pc:sldChg chg="del">
        <pc:chgData name="Nguyen Long" userId="e4e93a65-ca82-41ec-92c8-0e4fdb0a72ae" providerId="ADAL" clId="{0A6333E2-7FE3-43F8-97C9-ED9FD8F5593E}" dt="2020-12-01T08:10:11.714" v="6" actId="2696"/>
        <pc:sldMkLst>
          <pc:docMk/>
          <pc:sldMk cId="1118796187" sldId="350"/>
        </pc:sldMkLst>
      </pc:sldChg>
      <pc:sldChg chg="del">
        <pc:chgData name="Nguyen Long" userId="e4e93a65-ca82-41ec-92c8-0e4fdb0a72ae" providerId="ADAL" clId="{0A6333E2-7FE3-43F8-97C9-ED9FD8F5593E}" dt="2020-12-01T08:10:11.714" v="6" actId="2696"/>
        <pc:sldMkLst>
          <pc:docMk/>
          <pc:sldMk cId="3218720348" sldId="351"/>
        </pc:sldMkLst>
      </pc:sldChg>
      <pc:sldChg chg="del">
        <pc:chgData name="Nguyen Long" userId="e4e93a65-ca82-41ec-92c8-0e4fdb0a72ae" providerId="ADAL" clId="{0A6333E2-7FE3-43F8-97C9-ED9FD8F5593E}" dt="2020-12-01T08:10:11.714" v="6" actId="2696"/>
        <pc:sldMkLst>
          <pc:docMk/>
          <pc:sldMk cId="2523908307" sldId="352"/>
        </pc:sldMkLst>
      </pc:sldChg>
      <pc:sldChg chg="del">
        <pc:chgData name="Nguyen Long" userId="e4e93a65-ca82-41ec-92c8-0e4fdb0a72ae" providerId="ADAL" clId="{0A6333E2-7FE3-43F8-97C9-ED9FD8F5593E}" dt="2020-12-01T08:10:11.714" v="6" actId="2696"/>
        <pc:sldMkLst>
          <pc:docMk/>
          <pc:sldMk cId="3428076026" sldId="353"/>
        </pc:sldMkLst>
      </pc:sldChg>
      <pc:sldChg chg="del">
        <pc:chgData name="Nguyen Long" userId="e4e93a65-ca82-41ec-92c8-0e4fdb0a72ae" providerId="ADAL" clId="{0A6333E2-7FE3-43F8-97C9-ED9FD8F5593E}" dt="2020-12-01T08:10:11.714" v="6" actId="2696"/>
        <pc:sldMkLst>
          <pc:docMk/>
          <pc:sldMk cId="397617757" sldId="354"/>
        </pc:sldMkLst>
      </pc:sldChg>
      <pc:sldChg chg="del">
        <pc:chgData name="Nguyen Long" userId="e4e93a65-ca82-41ec-92c8-0e4fdb0a72ae" providerId="ADAL" clId="{0A6333E2-7FE3-43F8-97C9-ED9FD8F5593E}" dt="2020-12-01T08:10:16.273" v="7" actId="47"/>
        <pc:sldMkLst>
          <pc:docMk/>
          <pc:sldMk cId="395124176" sldId="355"/>
        </pc:sldMkLst>
      </pc:sldChg>
      <pc:sldChg chg="addSp">
        <pc:chgData name="Nguyen Long" userId="e4e93a65-ca82-41ec-92c8-0e4fdb0a72ae" providerId="ADAL" clId="{0A6333E2-7FE3-43F8-97C9-ED9FD8F5593E}" dt="2020-12-01T08:29:38.006" v="25"/>
        <pc:sldMkLst>
          <pc:docMk/>
          <pc:sldMk cId="2419134587" sldId="365"/>
        </pc:sldMkLst>
      </pc:sldChg>
      <pc:sldChg chg="addSp">
        <pc:chgData name="Nguyen Long" userId="e4e93a65-ca82-41ec-92c8-0e4fdb0a72ae" providerId="ADAL" clId="{0A6333E2-7FE3-43F8-97C9-ED9FD8F5593E}" dt="2020-12-01T08:29:41.275" v="28"/>
        <pc:sldMkLst>
          <pc:docMk/>
          <pc:sldMk cId="2449120767" sldId="365"/>
        </pc:sldMkLst>
      </pc:sldChg>
      <pc:sldChg chg="addSp delSp modSp add del mod modAnim">
        <pc:chgData name="Nguyen Long" userId="e4e93a65-ca82-41ec-92c8-0e4fdb0a72ae" providerId="ADAL" clId="{0A6333E2-7FE3-43F8-97C9-ED9FD8F5593E}" dt="2020-12-01T09:03:20.968" v="187"/>
        <pc:sldMkLst>
          <pc:docMk/>
          <pc:sldMk cId="2470963380" sldId="365"/>
        </pc:sldMkLst>
      </pc:sldChg>
      <pc:sldChg chg="del">
        <pc:chgData name="Nguyen Long" userId="e4e93a65-ca82-41ec-92c8-0e4fdb0a72ae" providerId="ADAL" clId="{0A6333E2-7FE3-43F8-97C9-ED9FD8F5593E}" dt="2020-12-05T02:28:08.645" v="1042" actId="2696"/>
        <pc:sldMkLst>
          <pc:docMk/>
          <pc:sldMk cId="716073742" sldId="366"/>
        </pc:sldMkLst>
      </pc:sldChg>
      <pc:sldChg chg="addSp">
        <pc:chgData name="Nguyen Long" userId="e4e93a65-ca82-41ec-92c8-0e4fdb0a72ae" providerId="ADAL" clId="{0A6333E2-7FE3-43F8-97C9-ED9FD8F5593E}" dt="2020-12-01T10:47:43.161" v="190"/>
        <pc:sldMkLst>
          <pc:docMk/>
          <pc:sldMk cId="2829676724" sldId="367"/>
        </pc:sldMkLst>
      </pc:sldChg>
      <pc:sldChg chg="addSp modSp add del mod modAnim">
        <pc:chgData name="Nguyen Long" userId="e4e93a65-ca82-41ec-92c8-0e4fdb0a72ae" providerId="ADAL" clId="{0A6333E2-7FE3-43F8-97C9-ED9FD8F5593E}" dt="2020-12-01T10:55:22.631" v="234"/>
        <pc:sldMkLst>
          <pc:docMk/>
          <pc:sldMk cId="3256943401" sldId="367"/>
        </pc:sldMkLst>
      </pc:sldChg>
      <pc:sldChg chg="addSp delSp modSp mod modAnim">
        <pc:chgData name="Nguyen Long" userId="e4e93a65-ca82-41ec-92c8-0e4fdb0a72ae" providerId="ADAL" clId="{0A6333E2-7FE3-43F8-97C9-ED9FD8F5593E}" dt="2020-12-01T11:25:17.692" v="272" actId="14100"/>
        <pc:sldMkLst>
          <pc:docMk/>
          <pc:sldMk cId="3352658174" sldId="368"/>
        </pc:sldMkLst>
      </pc:sldChg>
      <pc:sldChg chg="addSp delSp modSp mod">
        <pc:chgData name="Nguyen Long" userId="e4e93a65-ca82-41ec-92c8-0e4fdb0a72ae" providerId="ADAL" clId="{0A6333E2-7FE3-43F8-97C9-ED9FD8F5593E}" dt="2020-12-01T11:29:16.609" v="313" actId="1076"/>
        <pc:sldMkLst>
          <pc:docMk/>
          <pc:sldMk cId="294805405" sldId="369"/>
        </pc:sldMkLst>
      </pc:sldChg>
      <pc:sldChg chg="addSp modSp mod modAnim">
        <pc:chgData name="Nguyen Long" userId="e4e93a65-ca82-41ec-92c8-0e4fdb0a72ae" providerId="ADAL" clId="{0A6333E2-7FE3-43F8-97C9-ED9FD8F5593E}" dt="2020-12-01T12:14:17.240" v="366"/>
        <pc:sldMkLst>
          <pc:docMk/>
          <pc:sldMk cId="685690406" sldId="370"/>
        </pc:sldMkLst>
      </pc:sldChg>
      <pc:sldChg chg="addSp delSp modSp mod">
        <pc:chgData name="Nguyen Long" userId="e4e93a65-ca82-41ec-92c8-0e4fdb0a72ae" providerId="ADAL" clId="{0A6333E2-7FE3-43F8-97C9-ED9FD8F5593E}" dt="2020-12-01T12:25:54.819" v="520" actId="1076"/>
        <pc:sldMkLst>
          <pc:docMk/>
          <pc:sldMk cId="1782379782" sldId="371"/>
        </pc:sldMkLst>
      </pc:sldChg>
      <pc:sldChg chg="addSp delSp modSp mod modAnim">
        <pc:chgData name="Nguyen Long" userId="e4e93a65-ca82-41ec-92c8-0e4fdb0a72ae" providerId="ADAL" clId="{0A6333E2-7FE3-43F8-97C9-ED9FD8F5593E}" dt="2020-12-01T12:32:43.095" v="580"/>
        <pc:sldMkLst>
          <pc:docMk/>
          <pc:sldMk cId="322099978" sldId="372"/>
        </pc:sldMkLst>
      </pc:sldChg>
      <pc:sldChg chg="addSp delSp modSp mod">
        <pc:chgData name="Nguyen Long" userId="e4e93a65-ca82-41ec-92c8-0e4fdb0a72ae" providerId="ADAL" clId="{0A6333E2-7FE3-43F8-97C9-ED9FD8F5593E}" dt="2020-12-01T12:43:19.237" v="596" actId="255"/>
        <pc:sldMkLst>
          <pc:docMk/>
          <pc:sldMk cId="50182081" sldId="373"/>
        </pc:sldMkLst>
      </pc:sldChg>
      <pc:sldChg chg="addSp delSp modSp mod delAnim modAnim">
        <pc:chgData name="Nguyen Long" userId="e4e93a65-ca82-41ec-92c8-0e4fdb0a72ae" providerId="ADAL" clId="{0A6333E2-7FE3-43F8-97C9-ED9FD8F5593E}" dt="2020-12-01T12:55:44.872" v="714" actId="1076"/>
        <pc:sldMkLst>
          <pc:docMk/>
          <pc:sldMk cId="1736033365" sldId="374"/>
        </pc:sldMkLst>
      </pc:sldChg>
      <pc:sldChg chg="addSp delSp modSp mod modAnim">
        <pc:chgData name="Nguyen Long" userId="e4e93a65-ca82-41ec-92c8-0e4fdb0a72ae" providerId="ADAL" clId="{0A6333E2-7FE3-43F8-97C9-ED9FD8F5593E}" dt="2020-12-01T12:56:02.090" v="719"/>
        <pc:sldMkLst>
          <pc:docMk/>
          <pc:sldMk cId="961111470" sldId="375"/>
        </pc:sldMkLst>
      </pc:sldChg>
      <pc:sldChg chg="addSp">
        <pc:chgData name="Nguyen Long" userId="e4e93a65-ca82-41ec-92c8-0e4fdb0a72ae" providerId="ADAL" clId="{0A6333E2-7FE3-43F8-97C9-ED9FD8F5593E}" dt="2020-12-01T13:02:04.659" v="733"/>
        <pc:sldMkLst>
          <pc:docMk/>
          <pc:sldMk cId="910076462" sldId="376"/>
        </pc:sldMkLst>
      </pc:sldChg>
      <pc:sldChg chg="addSp delSp modSp add del mod modAnim">
        <pc:chgData name="Nguyen Long" userId="e4e93a65-ca82-41ec-92c8-0e4fdb0a72ae" providerId="ADAL" clId="{0A6333E2-7FE3-43F8-97C9-ED9FD8F5593E}" dt="2020-12-01T13:04:33.648" v="767"/>
        <pc:sldMkLst>
          <pc:docMk/>
          <pc:sldMk cId="1711071679" sldId="376"/>
        </pc:sldMkLst>
      </pc:sldChg>
      <pc:sldChg chg="addSp delSp modSp add del mod">
        <pc:chgData name="Nguyen Long" userId="e4e93a65-ca82-41ec-92c8-0e4fdb0a72ae" providerId="ADAL" clId="{0A6333E2-7FE3-43F8-97C9-ED9FD8F5593E}" dt="2020-12-02T12:52:20.694" v="819" actId="123"/>
        <pc:sldMkLst>
          <pc:docMk/>
          <pc:sldMk cId="1979261025" sldId="377"/>
        </pc:sldMkLst>
      </pc:sldChg>
      <pc:sldChg chg="addSp">
        <pc:chgData name="Nguyen Long" userId="e4e93a65-ca82-41ec-92c8-0e4fdb0a72ae" providerId="ADAL" clId="{0A6333E2-7FE3-43F8-97C9-ED9FD8F5593E}" dt="2020-12-01T13:09:47.855" v="786"/>
        <pc:sldMkLst>
          <pc:docMk/>
          <pc:sldMk cId="3333009114" sldId="377"/>
        </pc:sldMkLst>
      </pc:sldChg>
      <pc:sldChg chg="addSp delSp modSp add mod modAnim">
        <pc:chgData name="Nguyen Long" userId="e4e93a65-ca82-41ec-92c8-0e4fdb0a72ae" providerId="ADAL" clId="{0A6333E2-7FE3-43F8-97C9-ED9FD8F5593E}" dt="2020-12-02T13:34:00.137" v="970"/>
        <pc:sldMkLst>
          <pc:docMk/>
          <pc:sldMk cId="511860301" sldId="378"/>
        </pc:sldMkLst>
      </pc:sldChg>
      <pc:sldChg chg="add del">
        <pc:chgData name="Nguyen Long" userId="e4e93a65-ca82-41ec-92c8-0e4fdb0a72ae" providerId="ADAL" clId="{0A6333E2-7FE3-43F8-97C9-ED9FD8F5593E}" dt="2020-12-02T12:56:04.367" v="822" actId="2696"/>
        <pc:sldMkLst>
          <pc:docMk/>
          <pc:sldMk cId="189841574" sldId="379"/>
        </pc:sldMkLst>
      </pc:sldChg>
      <pc:sldChg chg="addSp delSp modSp add mod modAnim">
        <pc:chgData name="Nguyen Long" userId="e4e93a65-ca82-41ec-92c8-0e4fdb0a72ae" providerId="ADAL" clId="{0A6333E2-7FE3-43F8-97C9-ED9FD8F5593E}" dt="2020-12-02T13:34:36.844" v="976"/>
        <pc:sldMkLst>
          <pc:docMk/>
          <pc:sldMk cId="2216265283" sldId="379"/>
        </pc:sldMkLst>
      </pc:sldChg>
      <pc:sldChg chg="addSp modSp add mod">
        <pc:chgData name="Nguyen Long" userId="e4e93a65-ca82-41ec-92c8-0e4fdb0a72ae" providerId="ADAL" clId="{0A6333E2-7FE3-43F8-97C9-ED9FD8F5593E}" dt="2020-12-02T13:45:26.586" v="1008" actId="1076"/>
        <pc:sldMkLst>
          <pc:docMk/>
          <pc:sldMk cId="77475785" sldId="380"/>
        </pc:sldMkLst>
      </pc:sldChg>
      <pc:sldChg chg="add del">
        <pc:chgData name="Nguyen Long" userId="e4e93a65-ca82-41ec-92c8-0e4fdb0a72ae" providerId="ADAL" clId="{0A6333E2-7FE3-43F8-97C9-ED9FD8F5593E}" dt="2020-12-02T12:56:11.973" v="823" actId="47"/>
        <pc:sldMkLst>
          <pc:docMk/>
          <pc:sldMk cId="1604060240" sldId="380"/>
        </pc:sldMkLst>
      </pc:sldChg>
      <pc:sldChg chg="addSp delSp modSp add del mod">
        <pc:chgData name="Nguyen Long" userId="e4e93a65-ca82-41ec-92c8-0e4fdb0a72ae" providerId="ADAL" clId="{0A6333E2-7FE3-43F8-97C9-ED9FD8F5593E}" dt="2020-12-05T02:33:56.793" v="1045" actId="1076"/>
        <pc:sldMkLst>
          <pc:docMk/>
          <pc:sldMk cId="1172305505" sldId="381"/>
        </pc:sldMkLst>
      </pc:sldChg>
      <pc:sldChg chg="addSp">
        <pc:chgData name="Nguyen Long" userId="e4e93a65-ca82-41ec-92c8-0e4fdb0a72ae" providerId="ADAL" clId="{0A6333E2-7FE3-43F8-97C9-ED9FD8F5593E}" dt="2020-12-02T14:06:31.363" v="1026"/>
        <pc:sldMkLst>
          <pc:docMk/>
          <pc:sldMk cId="2414251805" sldId="381"/>
        </pc:sldMkLst>
      </pc:sldChg>
      <pc:sldChg chg="add del">
        <pc:chgData name="Nguyen Long" userId="e4e93a65-ca82-41ec-92c8-0e4fdb0a72ae" providerId="ADAL" clId="{0A6333E2-7FE3-43F8-97C9-ED9FD8F5593E}" dt="2020-12-02T12:56:11.973" v="823" actId="47"/>
        <pc:sldMkLst>
          <pc:docMk/>
          <pc:sldMk cId="2612274971" sldId="381"/>
        </pc:sldMkLst>
      </pc:sldChg>
      <pc:sldChg chg="add del">
        <pc:chgData name="Nguyen Long" userId="e4e93a65-ca82-41ec-92c8-0e4fdb0a72ae" providerId="ADAL" clId="{0A6333E2-7FE3-43F8-97C9-ED9FD8F5593E}" dt="2020-12-02T12:56:11.973" v="823" actId="47"/>
        <pc:sldMkLst>
          <pc:docMk/>
          <pc:sldMk cId="2162083217" sldId="382"/>
        </pc:sldMkLst>
      </pc:sldChg>
      <pc:sldChg chg="addSp delSp modSp add mod modAnim">
        <pc:chgData name="Nguyen Long" userId="e4e93a65-ca82-41ec-92c8-0e4fdb0a72ae" providerId="ADAL" clId="{0A6333E2-7FE3-43F8-97C9-ED9FD8F5593E}" dt="2020-12-05T03:33:48.322" v="1113"/>
        <pc:sldMkLst>
          <pc:docMk/>
          <pc:sldMk cId="2379517561" sldId="382"/>
        </pc:sldMkLst>
      </pc:sldChg>
      <pc:sldChg chg="addSp delSp modSp add mod modAnim">
        <pc:chgData name="Nguyen Long" userId="e4e93a65-ca82-41ec-92c8-0e4fdb0a72ae" providerId="ADAL" clId="{0A6333E2-7FE3-43F8-97C9-ED9FD8F5593E}" dt="2020-12-05T03:39:02.513" v="1127"/>
        <pc:sldMkLst>
          <pc:docMk/>
          <pc:sldMk cId="818817961" sldId="383"/>
        </pc:sldMkLst>
      </pc:sldChg>
      <pc:sldChg chg="addSp">
        <pc:chgData name="Nguyen Long" userId="e4e93a65-ca82-41ec-92c8-0e4fdb0a72ae" providerId="ADAL" clId="{0A6333E2-7FE3-43F8-97C9-ED9FD8F5593E}" dt="2020-12-05T03:42:23.099" v="1166"/>
        <pc:sldMkLst>
          <pc:docMk/>
          <pc:sldMk cId="2034029665" sldId="384"/>
        </pc:sldMkLst>
      </pc:sldChg>
      <pc:sldChg chg="addSp delSp modSp add del mod modAnim">
        <pc:chgData name="Nguyen Long" userId="e4e93a65-ca82-41ec-92c8-0e4fdb0a72ae" providerId="ADAL" clId="{0A6333E2-7FE3-43F8-97C9-ED9FD8F5593E}" dt="2020-12-05T03:45:21.949" v="1180"/>
        <pc:sldMkLst>
          <pc:docMk/>
          <pc:sldMk cId="4169692658" sldId="384"/>
        </pc:sldMkLst>
      </pc:sldChg>
      <pc:sldChg chg="addSp delSp modSp add mod">
        <pc:chgData name="Nguyen Long" userId="e4e93a65-ca82-41ec-92c8-0e4fdb0a72ae" providerId="ADAL" clId="{0A6333E2-7FE3-43F8-97C9-ED9FD8F5593E}" dt="2020-12-05T07:45:15.595" v="1193" actId="1076"/>
        <pc:sldMkLst>
          <pc:docMk/>
          <pc:sldMk cId="2690534952" sldId="385"/>
        </pc:sldMkLst>
      </pc:sldChg>
      <pc:sldChg chg="addSp delSp modSp add mod">
        <pc:chgData name="Nguyen Long" userId="e4e93a65-ca82-41ec-92c8-0e4fdb0a72ae" providerId="ADAL" clId="{0A6333E2-7FE3-43F8-97C9-ED9FD8F5593E}" dt="2020-12-05T07:52:06.174" v="1202" actId="1076"/>
        <pc:sldMkLst>
          <pc:docMk/>
          <pc:sldMk cId="3879928242" sldId="386"/>
        </pc:sldMkLst>
      </pc:sldChg>
      <pc:sldChg chg="addSp">
        <pc:chgData name="Nguyen Long" userId="e4e93a65-ca82-41ec-92c8-0e4fdb0a72ae" providerId="ADAL" clId="{0A6333E2-7FE3-43F8-97C9-ED9FD8F5593E}" dt="2020-12-05T07:57:57.280" v="1209"/>
        <pc:sldMkLst>
          <pc:docMk/>
          <pc:sldMk cId="126661659" sldId="387"/>
        </pc:sldMkLst>
      </pc:sldChg>
      <pc:sldChg chg="addSp">
        <pc:chgData name="Nguyen Long" userId="e4e93a65-ca82-41ec-92c8-0e4fdb0a72ae" providerId="ADAL" clId="{0A6333E2-7FE3-43F8-97C9-ED9FD8F5593E}" dt="2020-12-05T07:57:50.330" v="1206"/>
        <pc:sldMkLst>
          <pc:docMk/>
          <pc:sldMk cId="1762537783" sldId="387"/>
        </pc:sldMkLst>
      </pc:sldChg>
      <pc:sldChg chg="addSp delSp modSp add del mod">
        <pc:chgData name="Nguyen Long" userId="e4e93a65-ca82-41ec-92c8-0e4fdb0a72ae" providerId="ADAL" clId="{0A6333E2-7FE3-43F8-97C9-ED9FD8F5593E}" dt="2020-12-05T07:59:16.345" v="1224" actId="1076"/>
        <pc:sldMkLst>
          <pc:docMk/>
          <pc:sldMk cId="4242170983" sldId="387"/>
        </pc:sldMkLst>
      </pc:sldChg>
      <pc:sldChg chg="addSp delSp modSp add mod">
        <pc:chgData name="Nguyen Long" userId="e4e93a65-ca82-41ec-92c8-0e4fdb0a72ae" providerId="ADAL" clId="{0A6333E2-7FE3-43F8-97C9-ED9FD8F5593E}" dt="2020-12-05T10:13:26.423" v="1423" actId="313"/>
        <pc:sldMkLst>
          <pc:docMk/>
          <pc:sldMk cId="2587900263" sldId="388"/>
        </pc:sldMkLst>
      </pc:sldChg>
      <pc:sldChg chg="addSp delSp modSp add mod">
        <pc:chgData name="Nguyen Long" userId="e4e93a65-ca82-41ec-92c8-0e4fdb0a72ae" providerId="ADAL" clId="{0A6333E2-7FE3-43F8-97C9-ED9FD8F5593E}" dt="2020-12-05T10:16:41.299" v="1432" actId="255"/>
        <pc:sldMkLst>
          <pc:docMk/>
          <pc:sldMk cId="4280122948" sldId="389"/>
        </pc:sldMkLst>
      </pc:sldChg>
      <pc:sldChg chg="add">
        <pc:chgData name="Nguyen Long" userId="e4e93a65-ca82-41ec-92c8-0e4fdb0a72ae" providerId="ADAL" clId="{0A6333E2-7FE3-43F8-97C9-ED9FD8F5593E}" dt="2020-12-05T10:08:14.401" v="1369"/>
        <pc:sldMkLst>
          <pc:docMk/>
          <pc:sldMk cId="732665942" sldId="390"/>
        </pc:sldMkLst>
      </pc:sldChg>
      <pc:sldChg chg="add">
        <pc:chgData name="Nguyen Long" userId="e4e93a65-ca82-41ec-92c8-0e4fdb0a72ae" providerId="ADAL" clId="{0A6333E2-7FE3-43F8-97C9-ED9FD8F5593E}" dt="2020-12-05T10:08:14.626" v="1370"/>
        <pc:sldMkLst>
          <pc:docMk/>
          <pc:sldMk cId="1538711619" sldId="391"/>
        </pc:sldMkLst>
      </pc:sldChg>
      <pc:sldChg chg="add">
        <pc:chgData name="Nguyen Long" userId="e4e93a65-ca82-41ec-92c8-0e4fdb0a72ae" providerId="ADAL" clId="{0A6333E2-7FE3-43F8-97C9-ED9FD8F5593E}" dt="2020-12-05T10:08:14.746" v="1371"/>
        <pc:sldMkLst>
          <pc:docMk/>
          <pc:sldMk cId="1612447407" sldId="392"/>
        </pc:sldMkLst>
      </pc:sldChg>
      <pc:sldChg chg="add">
        <pc:chgData name="Nguyen Long" userId="e4e93a65-ca82-41ec-92c8-0e4fdb0a72ae" providerId="ADAL" clId="{0A6333E2-7FE3-43F8-97C9-ED9FD8F5593E}" dt="2020-12-05T10:08:14.885" v="1372"/>
        <pc:sldMkLst>
          <pc:docMk/>
          <pc:sldMk cId="3942716466" sldId="393"/>
        </pc:sldMkLst>
      </pc:sldChg>
      <pc:sldChg chg="add">
        <pc:chgData name="Nguyen Long" userId="e4e93a65-ca82-41ec-92c8-0e4fdb0a72ae" providerId="ADAL" clId="{0A6333E2-7FE3-43F8-97C9-ED9FD8F5593E}" dt="2020-12-05T10:08:15.078" v="1373"/>
        <pc:sldMkLst>
          <pc:docMk/>
          <pc:sldMk cId="1255085309" sldId="394"/>
        </pc:sldMkLst>
      </pc:sldChg>
      <pc:sldChg chg="add">
        <pc:chgData name="Nguyen Long" userId="e4e93a65-ca82-41ec-92c8-0e4fdb0a72ae" providerId="ADAL" clId="{0A6333E2-7FE3-43F8-97C9-ED9FD8F5593E}" dt="2020-12-05T10:08:15.229" v="1374"/>
        <pc:sldMkLst>
          <pc:docMk/>
          <pc:sldMk cId="2861499056" sldId="395"/>
        </pc:sldMkLst>
      </pc:sldChg>
      <pc:sldChg chg="add">
        <pc:chgData name="Nguyen Long" userId="e4e93a65-ca82-41ec-92c8-0e4fdb0a72ae" providerId="ADAL" clId="{0A6333E2-7FE3-43F8-97C9-ED9FD8F5593E}" dt="2020-12-05T10:08:15.375" v="1375"/>
        <pc:sldMkLst>
          <pc:docMk/>
          <pc:sldMk cId="1510095340" sldId="396"/>
        </pc:sldMkLst>
      </pc:sldChg>
      <pc:sldChg chg="add">
        <pc:chgData name="Nguyen Long" userId="e4e93a65-ca82-41ec-92c8-0e4fdb0a72ae" providerId="ADAL" clId="{0A6333E2-7FE3-43F8-97C9-ED9FD8F5593E}" dt="2020-12-05T10:08:15.539" v="1376"/>
        <pc:sldMkLst>
          <pc:docMk/>
          <pc:sldMk cId="592600252" sldId="397"/>
        </pc:sldMkLst>
      </pc:sldChg>
      <pc:sldChg chg="add">
        <pc:chgData name="Nguyen Long" userId="e4e93a65-ca82-41ec-92c8-0e4fdb0a72ae" providerId="ADAL" clId="{0A6333E2-7FE3-43F8-97C9-ED9FD8F5593E}" dt="2020-12-05T10:08:15.714" v="1377"/>
        <pc:sldMkLst>
          <pc:docMk/>
          <pc:sldMk cId="3248205618" sldId="398"/>
        </pc:sldMkLst>
      </pc:sldChg>
      <pc:sldChg chg="add">
        <pc:chgData name="Nguyen Long" userId="e4e93a65-ca82-41ec-92c8-0e4fdb0a72ae" providerId="ADAL" clId="{0A6333E2-7FE3-43F8-97C9-ED9FD8F5593E}" dt="2020-12-05T10:08:15.970" v="1378"/>
        <pc:sldMkLst>
          <pc:docMk/>
          <pc:sldMk cId="1714128104" sldId="399"/>
        </pc:sldMkLst>
      </pc:sldChg>
      <pc:sldChg chg="new del">
        <pc:chgData name="Nguyen Long" userId="e4e93a65-ca82-41ec-92c8-0e4fdb0a72ae" providerId="ADAL" clId="{0A6333E2-7FE3-43F8-97C9-ED9FD8F5593E}" dt="2020-12-05T10:29:01.024" v="1435" actId="2696"/>
        <pc:sldMkLst>
          <pc:docMk/>
          <pc:sldMk cId="2561605599" sldId="400"/>
        </pc:sldMkLst>
      </pc:sldChg>
      <pc:sldChg chg="new del">
        <pc:chgData name="Nguyen Long" userId="e4e93a65-ca82-41ec-92c8-0e4fdb0a72ae" providerId="ADAL" clId="{0A6333E2-7FE3-43F8-97C9-ED9FD8F5593E}" dt="2020-12-05T10:29:03.733" v="1436" actId="2696"/>
        <pc:sldMkLst>
          <pc:docMk/>
          <pc:sldMk cId="877989842" sldId="40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E37ED-FD3E-46A6-A3C0-BCBD559ED808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9B2CFD-1669-42BB-8668-7383553418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968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Hình ảnh 6">
            <a:extLst>
              <a:ext uri="{FF2B5EF4-FFF2-40B4-BE49-F238E27FC236}">
                <a16:creationId xmlns:a16="http://schemas.microsoft.com/office/drawing/2014/main" id="{CE9B6451-C7BC-4987-95D2-17EFB473C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"/>
            <a:ext cx="12191736" cy="6857852"/>
          </a:xfrm>
          <a:prstGeom prst="rect">
            <a:avLst/>
          </a:prstGeom>
        </p:spPr>
      </p:pic>
      <p:sp>
        <p:nvSpPr>
          <p:cNvPr id="2" name="Tiêu đề 1">
            <a:extLst>
              <a:ext uri="{FF2B5EF4-FFF2-40B4-BE49-F238E27FC236}">
                <a16:creationId xmlns:a16="http://schemas.microsoft.com/office/drawing/2014/main" id="{BF602ED1-46E7-461B-A452-6A972A6AD0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3868" y="4791074"/>
            <a:ext cx="9144000" cy="1066801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ctr">
              <a:defRPr sz="6000" b="1">
                <a:solidFill>
                  <a:srgbClr val="C00000"/>
                </a:solidFill>
                <a:latin typeface="+mn-lt"/>
              </a:defRPr>
            </a:lvl1pPr>
          </a:lstStyle>
          <a:p>
            <a:r>
              <a:rPr lang="en-US" dirty="0" err="1"/>
              <a:t>Chương</a:t>
            </a:r>
            <a:r>
              <a:rPr lang="en-US" dirty="0"/>
              <a:t> 1</a:t>
            </a:r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76BD6364-8A38-47F2-8CC9-7E75488FC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0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4C8DC224-4589-4F63-9A47-BDC85642E9A5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3" name="Bảng 4">
            <a:extLst>
              <a:ext uri="{FF2B5EF4-FFF2-40B4-BE49-F238E27FC236}">
                <a16:creationId xmlns:a16="http://schemas.microsoft.com/office/drawing/2014/main" id="{C3A53F34-7F05-4D86-BA99-9731333F76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4266517"/>
              </p:ext>
            </p:extLst>
          </p:nvPr>
        </p:nvGraphicFramePr>
        <p:xfrm>
          <a:off x="4520629" y="5669132"/>
          <a:ext cx="4263776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544">
                  <a:extLst>
                    <a:ext uri="{9D8B030D-6E8A-4147-A177-3AD203B41FA5}">
                      <a16:colId xmlns:a16="http://schemas.microsoft.com/office/drawing/2014/main" val="1606017521"/>
                    </a:ext>
                  </a:extLst>
                </a:gridCol>
                <a:gridCol w="2969232">
                  <a:extLst>
                    <a:ext uri="{9D8B030D-6E8A-4147-A177-3AD203B41FA5}">
                      <a16:colId xmlns:a16="http://schemas.microsoft.com/office/drawing/2014/main" val="183797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Lecturer: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Nguyen Tuan Long, </a:t>
                      </a:r>
                      <a:r>
                        <a:rPr lang="en-GB" sz="2000" dirty="0" err="1">
                          <a:solidFill>
                            <a:srgbClr val="073851"/>
                          </a:solidFill>
                        </a:rPr>
                        <a:t>Phd</a:t>
                      </a:r>
                      <a:endParaRPr lang="en-US" sz="2000" dirty="0">
                        <a:solidFill>
                          <a:srgbClr val="07385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9763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Email: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u="none" dirty="0">
                          <a:solidFill>
                            <a:srgbClr val="073851"/>
                          </a:solidFill>
                        </a:rPr>
                        <a:t>ntlong@neu.edu.vn</a:t>
                      </a:r>
                      <a:endParaRPr lang="en-US" sz="2000" u="none" dirty="0">
                        <a:solidFill>
                          <a:srgbClr val="07385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6970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Mobile: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0982 746 235</a:t>
                      </a:r>
                      <a:endParaRPr lang="en-US" sz="2000" dirty="0">
                        <a:solidFill>
                          <a:srgbClr val="07385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01235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8851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7D79CAC4-BD1D-493F-9670-DB9780FBD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14" name="Chỗ dành sẵn cho Tiêu đề 15">
            <a:extLst>
              <a:ext uri="{FF2B5EF4-FFF2-40B4-BE49-F238E27FC236}">
                <a16:creationId xmlns:a16="http://schemas.microsoft.com/office/drawing/2014/main" id="{C5D4EA16-6C89-4C02-AC2E-889ECB624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5" name="Chỗ dành sẵn cho Số hiệu Bản chiếu 5">
            <a:extLst>
              <a:ext uri="{FF2B5EF4-FFF2-40B4-BE49-F238E27FC236}">
                <a16:creationId xmlns:a16="http://schemas.microsoft.com/office/drawing/2014/main" id="{1A753AF2-7088-4335-A9DF-7D3571F556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4C8DC224-4589-4F63-9A47-BDC85642E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042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4576C3C8-CD46-4A0A-A291-66E107D3D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51" y="1724025"/>
            <a:ext cx="11115673" cy="486965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Tiêu đề 4">
            <a:extLst>
              <a:ext uri="{FF2B5EF4-FFF2-40B4-BE49-F238E27FC236}">
                <a16:creationId xmlns:a16="http://schemas.microsoft.com/office/drawing/2014/main" id="{D5B955DD-411E-409E-B649-7E677DA4E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7" name="Chỗ dành sẵn cho Văn bản 2">
            <a:extLst>
              <a:ext uri="{FF2B5EF4-FFF2-40B4-BE49-F238E27FC236}">
                <a16:creationId xmlns:a16="http://schemas.microsoft.com/office/drawing/2014/main" id="{0C3482B8-57BD-41F3-994D-13EBE07332E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90551" y="923925"/>
            <a:ext cx="11115673" cy="544511"/>
          </a:xfrm>
        </p:spPr>
        <p:txBody>
          <a:bodyPr>
            <a:normAutofit/>
          </a:bodyPr>
          <a:lstStyle>
            <a:lvl1pPr marL="0" indent="0">
              <a:buNone/>
              <a:defRPr sz="30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9" name="Chỗ dành sẵn cho Số hiệu Bản chiếu 5">
            <a:extLst>
              <a:ext uri="{FF2B5EF4-FFF2-40B4-BE49-F238E27FC236}">
                <a16:creationId xmlns:a16="http://schemas.microsoft.com/office/drawing/2014/main" id="{41E8380C-3141-458C-85E1-AF63FCD6B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4C8DC224-4589-4F63-9A47-BDC85642E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928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4576C3C8-CD46-4A0A-A291-66E107D3D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51" y="1038225"/>
            <a:ext cx="11115673" cy="5555456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11" name="Chỗ dành sẵn cho Tiêu đề 15">
            <a:extLst>
              <a:ext uri="{FF2B5EF4-FFF2-40B4-BE49-F238E27FC236}">
                <a16:creationId xmlns:a16="http://schemas.microsoft.com/office/drawing/2014/main" id="{A4DFE80C-51A2-4D53-BB00-0A093E4EB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82CB2949-DAD7-4EF0-A36A-3D810F9749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4C8DC224-4589-4F63-9A47-BDC85642E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102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61C08749-6395-4F32-9909-504B626F9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EDA9BA27-EBFC-4DA7-855F-C3A3C9C28F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9" name="Chỗ dành sẵn cho Tiêu đề 15">
            <a:extLst>
              <a:ext uri="{FF2B5EF4-FFF2-40B4-BE49-F238E27FC236}">
                <a16:creationId xmlns:a16="http://schemas.microsoft.com/office/drawing/2014/main" id="{A4240B7C-DEC9-4DDB-B763-5AB7F5A1B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7" name="Chỗ dành sẵn cho Số hiệu Bản chiếu 5">
            <a:extLst>
              <a:ext uri="{FF2B5EF4-FFF2-40B4-BE49-F238E27FC236}">
                <a16:creationId xmlns:a16="http://schemas.microsoft.com/office/drawing/2014/main" id="{7D073651-FED7-4F7C-88AF-2DD7D2DDA1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4C8DC224-4589-4F63-9A47-BDC85642E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834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FDF733FB-4A07-482D-957A-36B5991F4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CDFCA923-F333-44FD-B677-F893ED5F5D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51F21074-7ED6-4120-B663-B57A489EDB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1B3584CC-EAB2-4543-9928-8D20579333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13" name="Chỗ dành sẵn cho Tiêu đề 15">
            <a:extLst>
              <a:ext uri="{FF2B5EF4-FFF2-40B4-BE49-F238E27FC236}">
                <a16:creationId xmlns:a16="http://schemas.microsoft.com/office/drawing/2014/main" id="{E7D3FFCC-3F64-4A93-B16C-988199E7D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8" name="Chỗ dành sẵn cho Số hiệu Bản chiếu 5">
            <a:extLst>
              <a:ext uri="{FF2B5EF4-FFF2-40B4-BE49-F238E27FC236}">
                <a16:creationId xmlns:a16="http://schemas.microsoft.com/office/drawing/2014/main" id="{BBEF97C9-4C16-4414-8805-A1E1438B0E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4C8DC224-4589-4F63-9A47-BDC85642E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819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FC8EBD9F-9141-4A98-93F5-C6A5F27B9B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0551" y="6356349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F3055541-60E9-46E8-AE8C-2C677C137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3706B3D0-83CF-40FA-8319-7C75EFD0B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0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4C8DC224-4589-4F63-9A47-BDC85642E9A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ỗ dành sẵn cho Tiêu đề 15">
            <a:extLst>
              <a:ext uri="{FF2B5EF4-FFF2-40B4-BE49-F238E27FC236}">
                <a16:creationId xmlns:a16="http://schemas.microsoft.com/office/drawing/2014/main" id="{DA8687FF-FC60-4275-9DE1-BF2E039DF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8" name="Chỗ dành sẵn cho Số hiệu Bản chiếu 5">
            <a:extLst>
              <a:ext uri="{FF2B5EF4-FFF2-40B4-BE49-F238E27FC236}">
                <a16:creationId xmlns:a16="http://schemas.microsoft.com/office/drawing/2014/main" id="{84326D3A-EBD9-4FF7-B239-D7972914C046}"/>
              </a:ext>
            </a:extLst>
          </p:cNvPr>
          <p:cNvSpPr txBox="1">
            <a:spLocks/>
          </p:cNvSpPr>
          <p:nvPr/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152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Số hiệu Bản chiếu 5">
            <a:extLst>
              <a:ext uri="{FF2B5EF4-FFF2-40B4-BE49-F238E27FC236}">
                <a16:creationId xmlns:a16="http://schemas.microsoft.com/office/drawing/2014/main" id="{96B4CDE5-9799-4BC2-9724-684452F32F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4C8DC224-4589-4F63-9A47-BDC85642E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057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6619017-1111-4C1D-A0BB-8FC41C4D5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2F2B9E11-C1BC-40CF-847A-2AF258FFB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4895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77DE9469-C9A2-48BC-A700-3C80BAE31C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619374"/>
            <a:ext cx="3932237" cy="38576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</p:spTree>
    <p:extLst>
      <p:ext uri="{BB962C8B-B14F-4D97-AF65-F5344CB8AC3E}">
        <p14:creationId xmlns:p14="http://schemas.microsoft.com/office/powerpoint/2010/main" val="3579422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810F1D3-C0D9-4502-8431-20C282314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3345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C7130C2E-C7DC-4748-A465-8CC54EDB21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46367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vi-VN"/>
              <a:t>Bấm biểu tượng để thêm hình ảnh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5913A196-18A1-4347-A2E4-52F9870001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3365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8" name="Chỗ dành sẵn cho Tiêu đề 15">
            <a:extLst>
              <a:ext uri="{FF2B5EF4-FFF2-40B4-BE49-F238E27FC236}">
                <a16:creationId xmlns:a16="http://schemas.microsoft.com/office/drawing/2014/main" id="{9D445EDB-5AF8-4613-86A4-2D424B5ED174}"/>
              </a:ext>
            </a:extLst>
          </p:cNvPr>
          <p:cNvSpPr txBox="1">
            <a:spLocks/>
          </p:cNvSpPr>
          <p:nvPr/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4257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203053E-6876-4C94-B9D4-C63ADE8AE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2" y="266700"/>
            <a:ext cx="11591928" cy="590550"/>
          </a:xfrm>
          <a:prstGeom prst="rect">
            <a:avLst/>
          </a:prstGeo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D11AB80D-1369-472E-9456-2AC4E280D8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80E41F29-71EC-4FD1-A650-C3C3F4B9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0551" y="6356349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A7EE4063-C779-43AE-B180-0B589967A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A603DAAA-9F16-4D99-AE16-1A3C484BF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0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4C8DC224-4589-4F63-9A47-BDC85642E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9589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13ACFB89-F34F-4DE2-AD73-8035347E6E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E20322DA-7651-402A-A0BB-0D6C40A301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A175ABC3-1626-4FAD-B97E-0B3BCD6E9B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0551" y="6356349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5B29AA6F-48EE-4DD5-8B29-D70DAAFB0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D6FEAF35-F2CF-4425-A551-79F0C8380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0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4C8DC224-4589-4F63-9A47-BDC85642E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80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Hình ảnh 6">
            <a:extLst>
              <a:ext uri="{FF2B5EF4-FFF2-40B4-BE49-F238E27FC236}">
                <a16:creationId xmlns:a16="http://schemas.microsoft.com/office/drawing/2014/main" id="{CE9B6451-C7BC-4987-95D2-17EFB473C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"/>
            <a:ext cx="12191736" cy="6857852"/>
          </a:xfrm>
          <a:prstGeom prst="rect">
            <a:avLst/>
          </a:prstGeom>
        </p:spPr>
      </p:pic>
      <p:sp>
        <p:nvSpPr>
          <p:cNvPr id="2" name="Tiêu đề 1">
            <a:extLst>
              <a:ext uri="{FF2B5EF4-FFF2-40B4-BE49-F238E27FC236}">
                <a16:creationId xmlns:a16="http://schemas.microsoft.com/office/drawing/2014/main" id="{BF602ED1-46E7-461B-A452-6A972A6AD0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3868" y="4791074"/>
            <a:ext cx="9144000" cy="1066801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ctr">
              <a:defRPr sz="6000" b="1">
                <a:solidFill>
                  <a:srgbClr val="C00000"/>
                </a:solidFill>
                <a:latin typeface="+mn-lt"/>
              </a:defRPr>
            </a:lvl1pPr>
          </a:lstStyle>
          <a:p>
            <a:r>
              <a:rPr lang="en-US" dirty="0" err="1"/>
              <a:t>Chương</a:t>
            </a:r>
            <a:r>
              <a:rPr lang="en-US" dirty="0"/>
              <a:t> 1</a:t>
            </a:r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76BD6364-8A38-47F2-8CC9-7E75488FC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0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3" name="Bảng 4">
            <a:extLst>
              <a:ext uri="{FF2B5EF4-FFF2-40B4-BE49-F238E27FC236}">
                <a16:creationId xmlns:a16="http://schemas.microsoft.com/office/drawing/2014/main" id="{C3A53F34-7F05-4D86-BA99-9731333F76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8219167"/>
              </p:ext>
            </p:extLst>
          </p:nvPr>
        </p:nvGraphicFramePr>
        <p:xfrm>
          <a:off x="4520629" y="5669132"/>
          <a:ext cx="4263776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544">
                  <a:extLst>
                    <a:ext uri="{9D8B030D-6E8A-4147-A177-3AD203B41FA5}">
                      <a16:colId xmlns:a16="http://schemas.microsoft.com/office/drawing/2014/main" val="1606017521"/>
                    </a:ext>
                  </a:extLst>
                </a:gridCol>
                <a:gridCol w="2969232">
                  <a:extLst>
                    <a:ext uri="{9D8B030D-6E8A-4147-A177-3AD203B41FA5}">
                      <a16:colId xmlns:a16="http://schemas.microsoft.com/office/drawing/2014/main" val="183797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Lecturer: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Nguyen Tuan Long, </a:t>
                      </a:r>
                      <a:r>
                        <a:rPr lang="en-GB" sz="2000" dirty="0" err="1">
                          <a:solidFill>
                            <a:srgbClr val="073851"/>
                          </a:solidFill>
                        </a:rPr>
                        <a:t>Phd</a:t>
                      </a:r>
                      <a:endParaRPr lang="en-US" sz="2000" dirty="0">
                        <a:solidFill>
                          <a:srgbClr val="07385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9763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Email: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u="none" dirty="0">
                          <a:solidFill>
                            <a:srgbClr val="073851"/>
                          </a:solidFill>
                        </a:rPr>
                        <a:t>ntlong@neu.edu.vn</a:t>
                      </a:r>
                      <a:endParaRPr lang="en-US" sz="2000" u="none" dirty="0">
                        <a:solidFill>
                          <a:srgbClr val="07385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6970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Mobile: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0982 746 235</a:t>
                      </a:r>
                      <a:endParaRPr lang="en-US" sz="2000" dirty="0">
                        <a:solidFill>
                          <a:srgbClr val="07385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01235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2599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7D79CAC4-BD1D-493F-9670-DB9780FBD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14" name="Chỗ dành sẵn cho Tiêu đề 15">
            <a:extLst>
              <a:ext uri="{FF2B5EF4-FFF2-40B4-BE49-F238E27FC236}">
                <a16:creationId xmlns:a16="http://schemas.microsoft.com/office/drawing/2014/main" id="{C5D4EA16-6C89-4C02-AC2E-889ECB624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5" name="Chỗ dành sẵn cho Số hiệu Bản chiếu 5">
            <a:extLst>
              <a:ext uri="{FF2B5EF4-FFF2-40B4-BE49-F238E27FC236}">
                <a16:creationId xmlns:a16="http://schemas.microsoft.com/office/drawing/2014/main" id="{1A753AF2-7088-4335-A9DF-7D3571F556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4641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4576C3C8-CD46-4A0A-A291-66E107D3D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51" y="1724025"/>
            <a:ext cx="11115673" cy="486965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Tiêu đề 4">
            <a:extLst>
              <a:ext uri="{FF2B5EF4-FFF2-40B4-BE49-F238E27FC236}">
                <a16:creationId xmlns:a16="http://schemas.microsoft.com/office/drawing/2014/main" id="{D5B955DD-411E-409E-B649-7E677DA4E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7" name="Chỗ dành sẵn cho Văn bản 2">
            <a:extLst>
              <a:ext uri="{FF2B5EF4-FFF2-40B4-BE49-F238E27FC236}">
                <a16:creationId xmlns:a16="http://schemas.microsoft.com/office/drawing/2014/main" id="{0C3482B8-57BD-41F3-994D-13EBE07332E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90551" y="923925"/>
            <a:ext cx="11115673" cy="544511"/>
          </a:xfrm>
        </p:spPr>
        <p:txBody>
          <a:bodyPr>
            <a:normAutofit/>
          </a:bodyPr>
          <a:lstStyle>
            <a:lvl1pPr marL="0" indent="0">
              <a:buNone/>
              <a:defRPr sz="30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9" name="Chỗ dành sẵn cho Số hiệu Bản chiếu 5">
            <a:extLst>
              <a:ext uri="{FF2B5EF4-FFF2-40B4-BE49-F238E27FC236}">
                <a16:creationId xmlns:a16="http://schemas.microsoft.com/office/drawing/2014/main" id="{41E8380C-3141-458C-85E1-AF63FCD6B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2984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4576C3C8-CD46-4A0A-A291-66E107D3D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51" y="1038225"/>
            <a:ext cx="11115673" cy="5555456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11" name="Chỗ dành sẵn cho Tiêu đề 15">
            <a:extLst>
              <a:ext uri="{FF2B5EF4-FFF2-40B4-BE49-F238E27FC236}">
                <a16:creationId xmlns:a16="http://schemas.microsoft.com/office/drawing/2014/main" id="{A4DFE80C-51A2-4D53-BB00-0A093E4EB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82CB2949-DAD7-4EF0-A36A-3D810F9749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5984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61C08749-6395-4F32-9909-504B626F9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EDA9BA27-EBFC-4DA7-855F-C3A3C9C28F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9" name="Chỗ dành sẵn cho Tiêu đề 15">
            <a:extLst>
              <a:ext uri="{FF2B5EF4-FFF2-40B4-BE49-F238E27FC236}">
                <a16:creationId xmlns:a16="http://schemas.microsoft.com/office/drawing/2014/main" id="{A4240B7C-DEC9-4DDB-B763-5AB7F5A1B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7" name="Chỗ dành sẵn cho Số hiệu Bản chiếu 5">
            <a:extLst>
              <a:ext uri="{FF2B5EF4-FFF2-40B4-BE49-F238E27FC236}">
                <a16:creationId xmlns:a16="http://schemas.microsoft.com/office/drawing/2014/main" id="{7D073651-FED7-4F7C-88AF-2DD7D2DDA1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8610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FDF733FB-4A07-482D-957A-36B5991F4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CDFCA923-F333-44FD-B677-F893ED5F5D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51F21074-7ED6-4120-B663-B57A489EDB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1B3584CC-EAB2-4543-9928-8D20579333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13" name="Chỗ dành sẵn cho Tiêu đề 15">
            <a:extLst>
              <a:ext uri="{FF2B5EF4-FFF2-40B4-BE49-F238E27FC236}">
                <a16:creationId xmlns:a16="http://schemas.microsoft.com/office/drawing/2014/main" id="{E7D3FFCC-3F64-4A93-B16C-988199E7D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8" name="Chỗ dành sẵn cho Số hiệu Bản chiếu 5">
            <a:extLst>
              <a:ext uri="{FF2B5EF4-FFF2-40B4-BE49-F238E27FC236}">
                <a16:creationId xmlns:a16="http://schemas.microsoft.com/office/drawing/2014/main" id="{BBEF97C9-4C16-4414-8805-A1E1438B0E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2459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FC8EBD9F-9141-4A98-93F5-C6A5F27B9B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0551" y="6356349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F3055541-60E9-46E8-AE8C-2C677C137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3706B3D0-83CF-40FA-8319-7C75EFD0B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0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ỗ dành sẵn cho Tiêu đề 15">
            <a:extLst>
              <a:ext uri="{FF2B5EF4-FFF2-40B4-BE49-F238E27FC236}">
                <a16:creationId xmlns:a16="http://schemas.microsoft.com/office/drawing/2014/main" id="{DA8687FF-FC60-4275-9DE1-BF2E039DF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8" name="Chỗ dành sẵn cho Số hiệu Bản chiếu 5">
            <a:extLst>
              <a:ext uri="{FF2B5EF4-FFF2-40B4-BE49-F238E27FC236}">
                <a16:creationId xmlns:a16="http://schemas.microsoft.com/office/drawing/2014/main" id="{84326D3A-EBD9-4FF7-B239-D7972914C046}"/>
              </a:ext>
            </a:extLst>
          </p:cNvPr>
          <p:cNvSpPr txBox="1">
            <a:spLocks/>
          </p:cNvSpPr>
          <p:nvPr/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8379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Số hiệu Bản chiếu 5">
            <a:extLst>
              <a:ext uri="{FF2B5EF4-FFF2-40B4-BE49-F238E27FC236}">
                <a16:creationId xmlns:a16="http://schemas.microsoft.com/office/drawing/2014/main" id="{96B4CDE5-9799-4BC2-9724-684452F32F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5826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6619017-1111-4C1D-A0BB-8FC41C4D5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2F2B9E11-C1BC-40CF-847A-2AF258FFB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4895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77DE9469-C9A2-48BC-A700-3C80BAE31C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619374"/>
            <a:ext cx="3932237" cy="38576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</p:spTree>
    <p:extLst>
      <p:ext uri="{BB962C8B-B14F-4D97-AF65-F5344CB8AC3E}">
        <p14:creationId xmlns:p14="http://schemas.microsoft.com/office/powerpoint/2010/main" val="22769859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810F1D3-C0D9-4502-8431-20C282314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3345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C7130C2E-C7DC-4748-A465-8CC54EDB21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46367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vi-VN"/>
              <a:t>Bấm biểu tượng để thêm hình ảnh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5913A196-18A1-4347-A2E4-52F9870001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3365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8" name="Chỗ dành sẵn cho Tiêu đề 15">
            <a:extLst>
              <a:ext uri="{FF2B5EF4-FFF2-40B4-BE49-F238E27FC236}">
                <a16:creationId xmlns:a16="http://schemas.microsoft.com/office/drawing/2014/main" id="{9D445EDB-5AF8-4613-86A4-2D424B5ED174}"/>
              </a:ext>
            </a:extLst>
          </p:cNvPr>
          <p:cNvSpPr txBox="1">
            <a:spLocks/>
          </p:cNvSpPr>
          <p:nvPr/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4187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203053E-6876-4C94-B9D4-C63ADE8AE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2" y="266700"/>
            <a:ext cx="11591928" cy="590550"/>
          </a:xfrm>
          <a:prstGeom prst="rect">
            <a:avLst/>
          </a:prstGeo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D11AB80D-1369-472E-9456-2AC4E280D8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80E41F29-71EC-4FD1-A650-C3C3F4B9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0551" y="6356349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A7EE4063-C779-43AE-B180-0B589967A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A603DAAA-9F16-4D99-AE16-1A3C484BF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0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4356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13ACFB89-F34F-4DE2-AD73-8035347E6E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E20322DA-7651-402A-A0BB-0D6C40A301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A175ABC3-1626-4FAD-B97E-0B3BCD6E9B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0551" y="6356349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5B29AA6F-48EE-4DD5-8B29-D70DAAFB0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D6FEAF35-F2CF-4425-A551-79F0C8380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0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018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s://en.wikiversity.org/wiki/Python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hyperlink" Target="https://en.wikiversity.org/wiki/Python" TargetMode="Externa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Hình ảnh 8" descr="Ảnh có chứa sáng, ký hiệu&#10;&#10;Mô tả được tạo tự động">
            <a:extLst>
              <a:ext uri="{FF2B5EF4-FFF2-40B4-BE49-F238E27FC236}">
                <a16:creationId xmlns:a16="http://schemas.microsoft.com/office/drawing/2014/main" id="{81F2C0AD-F747-4695-8A50-2948916B9C7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5"/>
              </a:ext>
            </a:extLst>
          </a:blip>
          <a:stretch>
            <a:fillRect/>
          </a:stretch>
        </p:blipFill>
        <p:spPr>
          <a:xfrm>
            <a:off x="-57150" y="12701"/>
            <a:ext cx="962025" cy="962025"/>
          </a:xfrm>
          <a:prstGeom prst="rect">
            <a:avLst/>
          </a:prstGeom>
        </p:spPr>
      </p:pic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8B668D68-D984-48C7-B9B2-9B352F482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51" y="974724"/>
            <a:ext cx="11115674" cy="5618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 dirty="0" err="1"/>
              <a:t>Bấm</a:t>
            </a:r>
            <a:r>
              <a:rPr lang="vi-VN" dirty="0"/>
              <a:t> </a:t>
            </a:r>
            <a:r>
              <a:rPr lang="vi-VN" dirty="0" err="1"/>
              <a:t>để</a:t>
            </a:r>
            <a:r>
              <a:rPr lang="vi-VN" dirty="0"/>
              <a:t> </a:t>
            </a:r>
            <a:r>
              <a:rPr lang="vi-VN" dirty="0" err="1"/>
              <a:t>chỉnh</a:t>
            </a:r>
            <a:r>
              <a:rPr lang="vi-VN" dirty="0"/>
              <a:t> </a:t>
            </a:r>
            <a:r>
              <a:rPr lang="vi-VN" dirty="0" err="1"/>
              <a:t>sửa</a:t>
            </a:r>
            <a:r>
              <a:rPr lang="vi-VN" dirty="0"/>
              <a:t> </a:t>
            </a:r>
            <a:r>
              <a:rPr lang="vi-VN" dirty="0" err="1"/>
              <a:t>kiểu</a:t>
            </a:r>
            <a:r>
              <a:rPr lang="vi-VN" dirty="0"/>
              <a:t> văn </a:t>
            </a:r>
            <a:r>
              <a:rPr lang="vi-VN" dirty="0" err="1"/>
              <a:t>bản</a:t>
            </a:r>
            <a:r>
              <a:rPr lang="vi-VN" dirty="0"/>
              <a:t> </a:t>
            </a:r>
            <a:r>
              <a:rPr lang="vi-VN" dirty="0" err="1"/>
              <a:t>của</a:t>
            </a:r>
            <a:r>
              <a:rPr lang="vi-VN" dirty="0"/>
              <a:t> </a:t>
            </a:r>
            <a:r>
              <a:rPr lang="vi-VN" dirty="0" err="1"/>
              <a:t>Bản</a:t>
            </a:r>
            <a:r>
              <a:rPr lang="vi-VN" dirty="0"/>
              <a:t> </a:t>
            </a:r>
            <a:r>
              <a:rPr lang="vi-VN" dirty="0" err="1"/>
              <a:t>cái</a:t>
            </a:r>
            <a:endParaRPr lang="vi-VN" dirty="0"/>
          </a:p>
          <a:p>
            <a:pPr lvl="1"/>
            <a:r>
              <a:rPr lang="vi-VN" dirty="0" err="1"/>
              <a:t>Mức</a:t>
            </a:r>
            <a:r>
              <a:rPr lang="vi-VN" dirty="0"/>
              <a:t> hai</a:t>
            </a:r>
          </a:p>
          <a:p>
            <a:pPr lvl="2"/>
            <a:r>
              <a:rPr lang="vi-VN" dirty="0" err="1"/>
              <a:t>Mức</a:t>
            </a:r>
            <a:r>
              <a:rPr lang="vi-VN" dirty="0"/>
              <a:t> ba</a:t>
            </a:r>
          </a:p>
          <a:p>
            <a:pPr lvl="3"/>
            <a:r>
              <a:rPr lang="vi-VN" dirty="0" err="1"/>
              <a:t>Mức</a:t>
            </a:r>
            <a:r>
              <a:rPr lang="vi-VN" dirty="0"/>
              <a:t> </a:t>
            </a:r>
            <a:r>
              <a:rPr lang="vi-VN" dirty="0" err="1"/>
              <a:t>bốn</a:t>
            </a:r>
            <a:endParaRPr lang="vi-VN" dirty="0"/>
          </a:p>
          <a:p>
            <a:pPr lvl="4"/>
            <a:r>
              <a:rPr lang="vi-VN" dirty="0" err="1"/>
              <a:t>Mức</a:t>
            </a:r>
            <a:r>
              <a:rPr lang="vi-VN" dirty="0"/>
              <a:t> năm</a:t>
            </a:r>
            <a:endParaRPr lang="en-US" dirty="0"/>
          </a:p>
        </p:txBody>
      </p:sp>
      <p:sp>
        <p:nvSpPr>
          <p:cNvPr id="17" name="Hình chữ nhật: Góc Tròn 16">
            <a:extLst>
              <a:ext uri="{FF2B5EF4-FFF2-40B4-BE49-F238E27FC236}">
                <a16:creationId xmlns:a16="http://schemas.microsoft.com/office/drawing/2014/main" id="{DD3D7CD2-5D2B-4E27-9F2A-19F6A5495757}"/>
              </a:ext>
            </a:extLst>
          </p:cNvPr>
          <p:cNvSpPr/>
          <p:nvPr/>
        </p:nvSpPr>
        <p:spPr>
          <a:xfrm>
            <a:off x="904875" y="228600"/>
            <a:ext cx="10801350" cy="566737"/>
          </a:xfrm>
          <a:prstGeom prst="roundRect">
            <a:avLst/>
          </a:prstGeom>
          <a:solidFill>
            <a:srgbClr val="4A7DA7"/>
          </a:solidFill>
          <a:ln>
            <a:solidFill>
              <a:srgbClr val="FFD3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Chỗ dành sẵn cho Tiêu đề 15">
            <a:extLst>
              <a:ext uri="{FF2B5EF4-FFF2-40B4-BE49-F238E27FC236}">
                <a16:creationId xmlns:a16="http://schemas.microsoft.com/office/drawing/2014/main" id="{EB34A0E3-35F5-491B-9F45-728DF8831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 dirty="0"/>
              <a:t>Bấm để sửa kiểu tiêu đề Bản cái</a:t>
            </a:r>
            <a:endParaRPr lang="en-US" dirty="0"/>
          </a:p>
        </p:txBody>
      </p:sp>
      <p:sp>
        <p:nvSpPr>
          <p:cNvPr id="7" name="Chỗ dành sẵn cho Số hiệu Bản chiếu 5">
            <a:extLst>
              <a:ext uri="{FF2B5EF4-FFF2-40B4-BE49-F238E27FC236}">
                <a16:creationId xmlns:a16="http://schemas.microsoft.com/office/drawing/2014/main" id="{F5355C64-AD85-4ED1-BD16-FA58530BC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4C8DC224-4589-4F63-9A47-BDC85642E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191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Hình ảnh 8" descr="Ảnh có chứa sáng, ký hiệu&#10;&#10;Mô tả được tạo tự động">
            <a:extLst>
              <a:ext uri="{FF2B5EF4-FFF2-40B4-BE49-F238E27FC236}">
                <a16:creationId xmlns:a16="http://schemas.microsoft.com/office/drawing/2014/main" id="{81F2C0AD-F747-4695-8A50-2948916B9C7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5"/>
              </a:ext>
            </a:extLst>
          </a:blip>
          <a:stretch>
            <a:fillRect/>
          </a:stretch>
        </p:blipFill>
        <p:spPr>
          <a:xfrm>
            <a:off x="-57150" y="12701"/>
            <a:ext cx="962025" cy="962025"/>
          </a:xfrm>
          <a:prstGeom prst="rect">
            <a:avLst/>
          </a:prstGeom>
        </p:spPr>
      </p:pic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8B668D68-D984-48C7-B9B2-9B352F482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51" y="974724"/>
            <a:ext cx="11115674" cy="5618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 dirty="0" err="1"/>
              <a:t>Bấm</a:t>
            </a:r>
            <a:r>
              <a:rPr lang="vi-VN" dirty="0"/>
              <a:t> </a:t>
            </a:r>
            <a:r>
              <a:rPr lang="vi-VN" dirty="0" err="1"/>
              <a:t>để</a:t>
            </a:r>
            <a:r>
              <a:rPr lang="vi-VN" dirty="0"/>
              <a:t> </a:t>
            </a:r>
            <a:r>
              <a:rPr lang="vi-VN" dirty="0" err="1"/>
              <a:t>chỉnh</a:t>
            </a:r>
            <a:r>
              <a:rPr lang="vi-VN" dirty="0"/>
              <a:t> </a:t>
            </a:r>
            <a:r>
              <a:rPr lang="vi-VN" dirty="0" err="1"/>
              <a:t>sửa</a:t>
            </a:r>
            <a:r>
              <a:rPr lang="vi-VN" dirty="0"/>
              <a:t> </a:t>
            </a:r>
            <a:r>
              <a:rPr lang="vi-VN" dirty="0" err="1"/>
              <a:t>kiểu</a:t>
            </a:r>
            <a:r>
              <a:rPr lang="vi-VN" dirty="0"/>
              <a:t> văn </a:t>
            </a:r>
            <a:r>
              <a:rPr lang="vi-VN" dirty="0" err="1"/>
              <a:t>bản</a:t>
            </a:r>
            <a:r>
              <a:rPr lang="vi-VN" dirty="0"/>
              <a:t> </a:t>
            </a:r>
            <a:r>
              <a:rPr lang="vi-VN" dirty="0" err="1"/>
              <a:t>của</a:t>
            </a:r>
            <a:r>
              <a:rPr lang="vi-VN" dirty="0"/>
              <a:t> </a:t>
            </a:r>
            <a:r>
              <a:rPr lang="vi-VN" dirty="0" err="1"/>
              <a:t>Bản</a:t>
            </a:r>
            <a:r>
              <a:rPr lang="vi-VN" dirty="0"/>
              <a:t> </a:t>
            </a:r>
            <a:r>
              <a:rPr lang="vi-VN" dirty="0" err="1"/>
              <a:t>cái</a:t>
            </a:r>
            <a:endParaRPr lang="vi-VN" dirty="0"/>
          </a:p>
          <a:p>
            <a:pPr lvl="1"/>
            <a:r>
              <a:rPr lang="vi-VN" dirty="0" err="1"/>
              <a:t>Mức</a:t>
            </a:r>
            <a:r>
              <a:rPr lang="vi-VN" dirty="0"/>
              <a:t> hai</a:t>
            </a:r>
          </a:p>
          <a:p>
            <a:pPr lvl="2"/>
            <a:r>
              <a:rPr lang="vi-VN" dirty="0" err="1"/>
              <a:t>Mức</a:t>
            </a:r>
            <a:r>
              <a:rPr lang="vi-VN" dirty="0"/>
              <a:t> ba</a:t>
            </a:r>
          </a:p>
          <a:p>
            <a:pPr lvl="3"/>
            <a:r>
              <a:rPr lang="vi-VN" dirty="0" err="1"/>
              <a:t>Mức</a:t>
            </a:r>
            <a:r>
              <a:rPr lang="vi-VN" dirty="0"/>
              <a:t> </a:t>
            </a:r>
            <a:r>
              <a:rPr lang="vi-VN" dirty="0" err="1"/>
              <a:t>bốn</a:t>
            </a:r>
            <a:endParaRPr lang="vi-VN" dirty="0"/>
          </a:p>
          <a:p>
            <a:pPr lvl="4"/>
            <a:r>
              <a:rPr lang="vi-VN" dirty="0" err="1"/>
              <a:t>Mức</a:t>
            </a:r>
            <a:r>
              <a:rPr lang="vi-VN" dirty="0"/>
              <a:t> năm</a:t>
            </a:r>
            <a:endParaRPr lang="en-US" dirty="0"/>
          </a:p>
        </p:txBody>
      </p:sp>
      <p:sp>
        <p:nvSpPr>
          <p:cNvPr id="17" name="Hình chữ nhật: Góc Tròn 16">
            <a:extLst>
              <a:ext uri="{FF2B5EF4-FFF2-40B4-BE49-F238E27FC236}">
                <a16:creationId xmlns:a16="http://schemas.microsoft.com/office/drawing/2014/main" id="{DD3D7CD2-5D2B-4E27-9F2A-19F6A5495757}"/>
              </a:ext>
            </a:extLst>
          </p:cNvPr>
          <p:cNvSpPr/>
          <p:nvPr/>
        </p:nvSpPr>
        <p:spPr>
          <a:xfrm>
            <a:off x="904875" y="228600"/>
            <a:ext cx="10801350" cy="566737"/>
          </a:xfrm>
          <a:prstGeom prst="roundRect">
            <a:avLst/>
          </a:prstGeom>
          <a:solidFill>
            <a:srgbClr val="4A7DA7"/>
          </a:solidFill>
          <a:ln>
            <a:solidFill>
              <a:srgbClr val="FFD3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Chỗ dành sẵn cho Tiêu đề 15">
            <a:extLst>
              <a:ext uri="{FF2B5EF4-FFF2-40B4-BE49-F238E27FC236}">
                <a16:creationId xmlns:a16="http://schemas.microsoft.com/office/drawing/2014/main" id="{EB34A0E3-35F5-491B-9F45-728DF8831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 dirty="0"/>
              <a:t>Bấm để sửa kiểu tiêu đề Bản cái</a:t>
            </a:r>
            <a:endParaRPr lang="en-US" dirty="0"/>
          </a:p>
        </p:txBody>
      </p:sp>
      <p:sp>
        <p:nvSpPr>
          <p:cNvPr id="7" name="Chỗ dành sẵn cho Số hiệu Bản chiếu 5">
            <a:extLst>
              <a:ext uri="{FF2B5EF4-FFF2-40B4-BE49-F238E27FC236}">
                <a16:creationId xmlns:a16="http://schemas.microsoft.com/office/drawing/2014/main" id="{F5355C64-AD85-4ED1-BD16-FA58530BC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555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raw.githubusercontent.com/jakevdp/data-CDCbirths/master/births.csv" TargetMode="Externa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0FE5516-7451-46AD-A1E8-26D02D286C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919" y="4544496"/>
            <a:ext cx="12120081" cy="1066801"/>
          </a:xfrm>
        </p:spPr>
        <p:txBody>
          <a:bodyPr>
            <a:normAutofit/>
          </a:bodyPr>
          <a:lstStyle/>
          <a:p>
            <a:r>
              <a:rPr lang="en-US" dirty="0"/>
              <a:t>Data Manipulation with Pandas </a:t>
            </a:r>
          </a:p>
        </p:txBody>
      </p:sp>
      <p:sp>
        <p:nvSpPr>
          <p:cNvPr id="3" name="Hình chữ nhật: Góc Tròn 2">
            <a:extLst>
              <a:ext uri="{FF2B5EF4-FFF2-40B4-BE49-F238E27FC236}">
                <a16:creationId xmlns:a16="http://schemas.microsoft.com/office/drawing/2014/main" id="{E47A92A5-6716-B0BC-9A90-0BA17CB377CE}"/>
              </a:ext>
            </a:extLst>
          </p:cNvPr>
          <p:cNvSpPr/>
          <p:nvPr/>
        </p:nvSpPr>
        <p:spPr>
          <a:xfrm>
            <a:off x="6590371" y="1628078"/>
            <a:ext cx="5129561" cy="769434"/>
          </a:xfrm>
          <a:prstGeom prst="roundRect">
            <a:avLst/>
          </a:prstGeom>
          <a:solidFill>
            <a:srgbClr val="0E4663"/>
          </a:solidFill>
          <a:ln>
            <a:solidFill>
              <a:srgbClr val="43DF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54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PANDAS</a:t>
            </a:r>
            <a:endParaRPr lang="en-US" b="1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9236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êu đề 3">
            <a:extLst>
              <a:ext uri="{FF2B5EF4-FFF2-40B4-BE49-F238E27FC236}">
                <a16:creationId xmlns:a16="http://schemas.microsoft.com/office/drawing/2014/main" id="{F413AA2B-2D90-4655-837E-D9E3CC06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</p:spPr>
        <p:txBody>
          <a:bodyPr>
            <a:normAutofit fontScale="90000"/>
          </a:bodyPr>
          <a:lstStyle/>
          <a:p>
            <a:r>
              <a:rPr lang="en-US">
                <a:latin typeface="+mn-lt"/>
              </a:rPr>
              <a:t>Data </a:t>
            </a:r>
            <a:r>
              <a:rPr lang="en-US" dirty="0">
                <a:latin typeface="+mn-lt"/>
              </a:rPr>
              <a:t>Manipulation with Pandas (2)</a:t>
            </a:r>
          </a:p>
        </p:txBody>
      </p:sp>
      <p:sp>
        <p:nvSpPr>
          <p:cNvPr id="12" name="Chỗ dành sẵn cho Số hiệu Bản chiếu 8">
            <a:extLst>
              <a:ext uri="{FF2B5EF4-FFF2-40B4-BE49-F238E27FC236}">
                <a16:creationId xmlns:a16="http://schemas.microsoft.com/office/drawing/2014/main" id="{F458D6AC-39FE-4BE4-91C4-195C5B94E4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450C42-9A0B-4425-92C2-70FCF7C45734}" type="slidenum">
              <a: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A7DA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4A7DA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8DCBFF2C-2C51-47AD-942A-27C9869AB267}"/>
              </a:ext>
            </a:extLst>
          </p:cNvPr>
          <p:cNvSpPr txBox="1"/>
          <p:nvPr/>
        </p:nvSpPr>
        <p:spPr>
          <a:xfrm>
            <a:off x="2615415" y="1420751"/>
            <a:ext cx="696116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 startAt="6"/>
              <a:defRPr/>
            </a:pPr>
            <a:r>
              <a:rPr lang="en-GB" sz="2800" b="1" dirty="0">
                <a:solidFill>
                  <a:srgbClr val="ED7D31">
                    <a:lumMod val="50000"/>
                  </a:srgbClr>
                </a:solidFill>
              </a:rPr>
              <a:t>Combining Datasets: </a:t>
            </a:r>
            <a:r>
              <a:rPr lang="en-GB" sz="2800" b="1" dirty="0" err="1">
                <a:solidFill>
                  <a:srgbClr val="ED7D31">
                    <a:lumMod val="50000"/>
                  </a:srgbClr>
                </a:solidFill>
              </a:rPr>
              <a:t>Concat</a:t>
            </a:r>
            <a:r>
              <a:rPr lang="en-GB" sz="2800" b="1" dirty="0">
                <a:solidFill>
                  <a:srgbClr val="ED7D31">
                    <a:lumMod val="50000"/>
                  </a:srgbClr>
                </a:solidFill>
              </a:rPr>
              <a:t> and Append</a:t>
            </a:r>
          </a:p>
          <a:p>
            <a:pPr marL="514350" lvl="0" indent="-514350">
              <a:buFont typeface="+mj-lt"/>
              <a:buAutoNum type="arabicPeriod" startAt="6"/>
              <a:defRPr/>
            </a:pPr>
            <a:r>
              <a:rPr lang="en-GB" sz="2800" b="1" dirty="0">
                <a:solidFill>
                  <a:srgbClr val="ED7D31">
                    <a:lumMod val="50000"/>
                  </a:srgbClr>
                </a:solidFill>
              </a:rPr>
              <a:t>Combining Datasets: Merge and Join</a:t>
            </a:r>
          </a:p>
          <a:p>
            <a:pPr marL="514350" lvl="0" indent="-514350">
              <a:buFont typeface="+mj-lt"/>
              <a:buAutoNum type="arabicPeriod" startAt="6"/>
              <a:defRPr/>
            </a:pPr>
            <a:r>
              <a:rPr lang="en-US" sz="2800" b="1" dirty="0">
                <a:solidFill>
                  <a:srgbClr val="ED7D31">
                    <a:lumMod val="50000"/>
                  </a:srgbClr>
                </a:solidFill>
              </a:rPr>
              <a:t>Aggregation and Grouping</a:t>
            </a:r>
          </a:p>
          <a:p>
            <a:pPr marL="514350" lvl="0" indent="-514350">
              <a:buFont typeface="+mj-lt"/>
              <a:buAutoNum type="arabicPeriod" startAt="6"/>
              <a:defRPr/>
            </a:pPr>
            <a:r>
              <a:rPr lang="en-US" sz="2800" b="1" dirty="0">
                <a:solidFill>
                  <a:srgbClr val="ED7D31">
                    <a:lumMod val="50000"/>
                  </a:srgbClr>
                </a:solidFill>
              </a:rPr>
              <a:t>Pivot Tables</a:t>
            </a:r>
          </a:p>
          <a:p>
            <a:pPr marL="514350" lvl="0" indent="-514350">
              <a:buFont typeface="+mj-lt"/>
              <a:buAutoNum type="arabicPeriod" startAt="6"/>
              <a:defRPr/>
            </a:pPr>
            <a:r>
              <a:rPr lang="en-US" sz="2800" b="1" dirty="0">
                <a:solidFill>
                  <a:srgbClr val="ED7D31">
                    <a:lumMod val="50000"/>
                  </a:srgbClr>
                </a:solidFill>
              </a:rPr>
              <a:t>Visualize data with pandas</a:t>
            </a:r>
          </a:p>
          <a:p>
            <a:pPr lvl="0"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848987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62A79EAC-0BC8-4DF7-B963-899AA7EF6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Combining Datasets: </a:t>
            </a:r>
            <a:r>
              <a:rPr lang="en-GB" dirty="0" err="1">
                <a:latin typeface="+mn-lt"/>
              </a:rPr>
              <a:t>Concat</a:t>
            </a:r>
            <a:r>
              <a:rPr lang="en-GB" dirty="0">
                <a:latin typeface="+mn-lt"/>
              </a:rPr>
              <a:t> and Append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EFE970DA-31B3-48D7-84D8-E9CFD5B197FD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GB" dirty="0"/>
              <a:t>Concatenation</a:t>
            </a:r>
            <a:endParaRPr lang="en-US" dirty="0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0337E840-2193-4D70-8699-27A7C432B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C8DC224-4589-4F63-9A47-BDC85642E9A5}" type="slidenum">
              <a:rPr lang="en-US" smtClean="0"/>
              <a:t>3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44C5F7-8A43-46B3-B035-75F164DBCD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733" y="1468436"/>
            <a:ext cx="6193804" cy="40138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17400" tIns="158700" rIns="317400" bIns="15870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pd</a:t>
            </a:r>
            <a:r>
              <a:rPr lang="en-US" sz="2400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8250D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concat</a:t>
            </a:r>
            <a:r>
              <a:rPr lang="en-US" sz="2400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objs</a:t>
            </a:r>
            <a:r>
              <a:rPr lang="en-US" sz="2400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</a:p>
          <a:p>
            <a:r>
              <a:rPr lang="en-US" sz="2400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</a:t>
            </a:r>
            <a:r>
              <a:rPr lang="en-US" sz="2400" dirty="0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axis</a:t>
            </a:r>
            <a:r>
              <a:rPr lang="en-US" sz="2400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</a:p>
          <a:p>
            <a:r>
              <a:rPr lang="en-US" sz="2400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</a:t>
            </a:r>
            <a:r>
              <a:rPr lang="en-US" sz="2400" dirty="0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join</a:t>
            </a:r>
            <a:r>
              <a:rPr lang="en-US" sz="2400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'outer'</a:t>
            </a:r>
            <a:r>
              <a:rPr lang="en-US" sz="2400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</a:p>
          <a:p>
            <a:r>
              <a:rPr lang="en-US" sz="2400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</a:t>
            </a:r>
            <a:r>
              <a:rPr lang="en-US" sz="2400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join_axes</a:t>
            </a:r>
            <a:r>
              <a:rPr lang="en-US" sz="2400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None</a:t>
            </a:r>
            <a:r>
              <a:rPr lang="en-US" sz="2400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</a:p>
          <a:p>
            <a:r>
              <a:rPr lang="en-US" sz="2400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</a:t>
            </a:r>
            <a:r>
              <a:rPr lang="en-US" sz="2400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ignore_index</a:t>
            </a:r>
            <a:r>
              <a:rPr lang="en-US" sz="2400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False</a:t>
            </a:r>
            <a:r>
              <a:rPr lang="en-US" sz="2400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</a:p>
          <a:p>
            <a:r>
              <a:rPr lang="en-US" sz="2400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</a:t>
            </a:r>
            <a:r>
              <a:rPr lang="en-US" sz="2400" dirty="0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keys</a:t>
            </a:r>
            <a:r>
              <a:rPr lang="en-US" sz="2400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None</a:t>
            </a:r>
            <a:r>
              <a:rPr lang="en-US" sz="2400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</a:p>
          <a:p>
            <a:r>
              <a:rPr lang="en-US" sz="2400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</a:t>
            </a:r>
            <a:r>
              <a:rPr lang="en-US" sz="2400" dirty="0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levels</a:t>
            </a:r>
            <a:r>
              <a:rPr lang="en-US" sz="2400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None</a:t>
            </a:r>
            <a:r>
              <a:rPr lang="en-US" sz="2400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</a:p>
          <a:p>
            <a:r>
              <a:rPr lang="en-US" sz="2400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</a:t>
            </a:r>
            <a:r>
              <a:rPr lang="en-US" sz="2400" dirty="0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names</a:t>
            </a:r>
            <a:r>
              <a:rPr lang="en-US" sz="2400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None</a:t>
            </a:r>
            <a:r>
              <a:rPr lang="en-US" sz="2400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</a:p>
          <a:p>
            <a:r>
              <a:rPr lang="en-US" sz="2400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</a:t>
            </a:r>
            <a:r>
              <a:rPr lang="en-US" sz="2400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verify_integrity</a:t>
            </a:r>
            <a:r>
              <a:rPr lang="en-US" sz="2400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False</a:t>
            </a:r>
            <a:r>
              <a:rPr lang="en-US" sz="2400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</a:p>
          <a:p>
            <a:r>
              <a:rPr lang="en-US" sz="2400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</a:t>
            </a:r>
            <a:r>
              <a:rPr lang="en-US" sz="2400" dirty="0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copy</a:t>
            </a:r>
            <a:r>
              <a:rPr lang="en-US" sz="2400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True</a:t>
            </a:r>
            <a:r>
              <a:rPr lang="en-US" sz="2400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D94CFC0-A012-2D68-3C17-24AD276DB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2228" y="1397383"/>
            <a:ext cx="6193804" cy="217559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19044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222832"/>
                </a:solidFill>
                <a:effectLst/>
                <a:latin typeface="-apple-system"/>
              </a:rPr>
              <a:t>Objs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-apple-system"/>
              </a:rPr>
              <a:t>: </a:t>
            </a:r>
            <a:r>
              <a:rPr kumimoji="0" lang="en-US" altLang="en-US" sz="2400" i="1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-apple-system"/>
              </a:rPr>
              <a:t>a sequence or mapping of Series or </a:t>
            </a:r>
            <a:r>
              <a:rPr kumimoji="0" lang="en-US" altLang="en-US" sz="2400" i="1" u="none" strike="noStrike" cap="none" normalizeH="0" baseline="0" dirty="0" err="1">
                <a:ln>
                  <a:noFill/>
                </a:ln>
                <a:solidFill>
                  <a:srgbClr val="222832"/>
                </a:solidFill>
                <a:effectLst/>
                <a:latin typeface="-apple-system"/>
              </a:rPr>
              <a:t>DataFrame</a:t>
            </a:r>
            <a:r>
              <a:rPr kumimoji="0" lang="en-US" altLang="en-US" sz="2400" i="1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-apple-system"/>
              </a:rPr>
              <a:t> objects. </a:t>
            </a:r>
            <a:r>
              <a:rPr lang="en-US" altLang="en-US" sz="2400" i="1" dirty="0">
                <a:solidFill>
                  <a:srgbClr val="222832"/>
                </a:solidFill>
                <a:latin typeface="-apple-system"/>
              </a:rPr>
              <a:t>Ex: [df1,df2]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rgbClr val="222832"/>
              </a:solidFill>
              <a:effectLst/>
              <a:latin typeface="-apple-system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-apple-system"/>
              </a:rPr>
              <a:t>Axis: </a:t>
            </a:r>
            <a:r>
              <a:rPr kumimoji="0" lang="en-US" altLang="en-US" sz="2400" i="1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-apple-system"/>
              </a:rPr>
              <a:t>{0/’index’, 1/’columns’}, default 0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rgbClr val="222832"/>
              </a:solidFill>
              <a:effectLst/>
              <a:latin typeface="-apple-system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-apple-system"/>
              </a:rPr>
              <a:t>Join: </a:t>
            </a:r>
            <a:r>
              <a:rPr kumimoji="0" lang="en-US" altLang="en-US" sz="2400" i="1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-apple-system"/>
              </a:rPr>
              <a:t>{‘inner’, ‘outer’}, default ‘outer’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Hình ảnh 9">
            <a:extLst>
              <a:ext uri="{FF2B5EF4-FFF2-40B4-BE49-F238E27FC236}">
                <a16:creationId xmlns:a16="http://schemas.microsoft.com/office/drawing/2014/main" id="{AAF2249D-9756-777C-14A1-7FF098110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5553" y="3640410"/>
            <a:ext cx="5316071" cy="1465570"/>
          </a:xfrm>
          <a:prstGeom prst="rect">
            <a:avLst/>
          </a:prstGeom>
        </p:spPr>
      </p:pic>
      <p:pic>
        <p:nvPicPr>
          <p:cNvPr id="1027" name="Picture 3" descr="python - Pandas Merging 101 - Stack Overflow">
            <a:extLst>
              <a:ext uri="{FF2B5EF4-FFF2-40B4-BE49-F238E27FC236}">
                <a16:creationId xmlns:a16="http://schemas.microsoft.com/office/drawing/2014/main" id="{24666842-C7B0-3BC4-A82D-4C443811B7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303" y="2726689"/>
            <a:ext cx="4816250" cy="4131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3D4E731D-89E3-F1B1-B625-0B852A357106}"/>
              </a:ext>
            </a:extLst>
          </p:cNvPr>
          <p:cNvSpPr txBox="1"/>
          <p:nvPr/>
        </p:nvSpPr>
        <p:spPr>
          <a:xfrm>
            <a:off x="5335474" y="5216834"/>
            <a:ext cx="674055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Practice</a:t>
            </a:r>
          </a:p>
          <a:p>
            <a:r>
              <a:rPr lang="en-US" sz="1600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df1 </a:t>
            </a:r>
            <a:r>
              <a:rPr lang="en-US" sz="1600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pd</a:t>
            </a:r>
            <a:r>
              <a:rPr lang="en-US" sz="1600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DataFrame</a:t>
            </a:r>
            <a:r>
              <a:rPr lang="en-US" sz="1600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([[</a:t>
            </a:r>
            <a:r>
              <a:rPr lang="en-US" sz="1600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'a'</a:t>
            </a:r>
            <a:r>
              <a:rPr lang="en-US" sz="1600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], [</a:t>
            </a:r>
            <a:r>
              <a:rPr lang="en-US" sz="1600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'b'</a:t>
            </a:r>
            <a:r>
              <a:rPr lang="en-US" sz="1600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]],</a:t>
            </a:r>
          </a:p>
          <a:p>
            <a:r>
              <a:rPr lang="en-US" sz="1600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    </a:t>
            </a:r>
            <a:r>
              <a:rPr lang="en-US" sz="1600" dirty="0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columns</a:t>
            </a:r>
            <a:r>
              <a:rPr lang="en-US" sz="1600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600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'letter'</a:t>
            </a:r>
            <a:r>
              <a:rPr lang="en-US" sz="1600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'number'</a:t>
            </a:r>
            <a:r>
              <a:rPr lang="en-US" sz="1600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])</a:t>
            </a:r>
          </a:p>
          <a:p>
            <a:r>
              <a:rPr lang="en-US" sz="1600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df2 </a:t>
            </a:r>
            <a:r>
              <a:rPr lang="en-US" sz="1600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pd</a:t>
            </a:r>
            <a:r>
              <a:rPr lang="en-US" sz="1600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DataFrame</a:t>
            </a:r>
            <a:r>
              <a:rPr lang="en-US" sz="1600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([[</a:t>
            </a:r>
            <a:r>
              <a:rPr lang="en-US" sz="1600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'c'</a:t>
            </a:r>
            <a:r>
              <a:rPr lang="en-US" sz="1600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3</a:t>
            </a:r>
            <a:r>
              <a:rPr lang="en-US" sz="1600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'cat'</a:t>
            </a:r>
            <a:r>
              <a:rPr lang="en-US" sz="1600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], [</a:t>
            </a:r>
            <a:r>
              <a:rPr lang="en-US" sz="1600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'd'</a:t>
            </a:r>
            <a:r>
              <a:rPr lang="en-US" sz="1600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4</a:t>
            </a:r>
            <a:r>
              <a:rPr lang="en-US" sz="1600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'dog'</a:t>
            </a:r>
            <a:r>
              <a:rPr lang="en-US" sz="1600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]],</a:t>
            </a:r>
          </a:p>
          <a:p>
            <a:r>
              <a:rPr lang="en-US" sz="1600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    </a:t>
            </a:r>
            <a:r>
              <a:rPr lang="en-US" sz="1600" dirty="0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columns</a:t>
            </a:r>
            <a:r>
              <a:rPr lang="en-US" sz="1600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600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'letter'</a:t>
            </a:r>
            <a:r>
              <a:rPr lang="en-US" sz="1600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'number'</a:t>
            </a:r>
            <a:r>
              <a:rPr lang="en-US" sz="1600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'animal'</a:t>
            </a:r>
            <a:r>
              <a:rPr lang="en-US" sz="1600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2141440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62A79EAC-0BC8-4DF7-B963-899AA7EF6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Combining Datasets: </a:t>
            </a:r>
            <a:r>
              <a:rPr lang="en-GB" dirty="0" err="1">
                <a:latin typeface="+mn-lt"/>
              </a:rPr>
              <a:t>Concat</a:t>
            </a:r>
            <a:r>
              <a:rPr lang="en-GB" dirty="0">
                <a:latin typeface="+mn-lt"/>
              </a:rPr>
              <a:t> and Append</a:t>
            </a:r>
            <a:endParaRPr lang="en-US" dirty="0">
              <a:latin typeface="+mn-lt"/>
            </a:endParaRP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0337E840-2193-4D70-8699-27A7C432B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C8DC224-4589-4F63-9A47-BDC85642E9A5}" type="slidenum">
              <a:rPr lang="en-US" smtClean="0"/>
              <a:t>4</a:t>
            </a:fld>
            <a:endParaRPr lang="en-US"/>
          </a:p>
        </p:txBody>
      </p:sp>
      <p:sp>
        <p:nvSpPr>
          <p:cNvPr id="29" name="Hộp Văn bản 28">
            <a:extLst>
              <a:ext uri="{FF2B5EF4-FFF2-40B4-BE49-F238E27FC236}">
                <a16:creationId xmlns:a16="http://schemas.microsoft.com/office/drawing/2014/main" id="{3B44278A-8FC8-4EFB-A5FC-1EB70F6E7976}"/>
              </a:ext>
            </a:extLst>
          </p:cNvPr>
          <p:cNvSpPr txBox="1"/>
          <p:nvPr/>
        </p:nvSpPr>
        <p:spPr>
          <a:xfrm>
            <a:off x="596650" y="1026647"/>
            <a:ext cx="45266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</a:rPr>
              <a:t>Ignoring the index</a:t>
            </a:r>
            <a:endParaRPr lang="en-US" sz="2400" b="1" dirty="0"/>
          </a:p>
        </p:txBody>
      </p:sp>
      <p:pic>
        <p:nvPicPr>
          <p:cNvPr id="10" name="Hình ảnh 9">
            <a:extLst>
              <a:ext uri="{FF2B5EF4-FFF2-40B4-BE49-F238E27FC236}">
                <a16:creationId xmlns:a16="http://schemas.microsoft.com/office/drawing/2014/main" id="{F30C70E3-3E94-4553-BD3F-912171904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906" y="1607623"/>
            <a:ext cx="8420100" cy="2438400"/>
          </a:xfrm>
          <a:prstGeom prst="rect">
            <a:avLst/>
          </a:prstGeom>
        </p:spPr>
      </p:pic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C394FA46-1E75-455D-A18D-F13B3DBCD8C0}"/>
              </a:ext>
            </a:extLst>
          </p:cNvPr>
          <p:cNvSpPr txBox="1"/>
          <p:nvPr/>
        </p:nvSpPr>
        <p:spPr>
          <a:xfrm>
            <a:off x="788329" y="4131309"/>
            <a:ext cx="45266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</a:rPr>
              <a:t>Adding </a:t>
            </a:r>
            <a:r>
              <a:rPr lang="en-US" sz="2400" b="1" dirty="0" err="1">
                <a:solidFill>
                  <a:srgbClr val="000000"/>
                </a:solidFill>
              </a:rPr>
              <a:t>MultiIndex</a:t>
            </a:r>
            <a:r>
              <a:rPr lang="en-US" sz="2400" b="1" dirty="0">
                <a:solidFill>
                  <a:srgbClr val="000000"/>
                </a:solidFill>
              </a:rPr>
              <a:t> keys</a:t>
            </a:r>
            <a:endParaRPr lang="en-US" sz="2400" b="1" dirty="0"/>
          </a:p>
        </p:txBody>
      </p:sp>
      <p:pic>
        <p:nvPicPr>
          <p:cNvPr id="15" name="Hình ảnh 14">
            <a:extLst>
              <a:ext uri="{FF2B5EF4-FFF2-40B4-BE49-F238E27FC236}">
                <a16:creationId xmlns:a16="http://schemas.microsoft.com/office/drawing/2014/main" id="{594BFD3B-437A-48A6-B717-8715C52F4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7050" y="3908578"/>
            <a:ext cx="4895850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069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62A79EAC-0BC8-4DF7-B963-899AA7EF6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Combining Datasets: </a:t>
            </a:r>
            <a:r>
              <a:rPr lang="en-GB" dirty="0" err="1">
                <a:latin typeface="+mn-lt"/>
              </a:rPr>
              <a:t>Concat</a:t>
            </a:r>
            <a:r>
              <a:rPr lang="en-GB" dirty="0">
                <a:latin typeface="+mn-lt"/>
              </a:rPr>
              <a:t> and Append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EFE970DA-31B3-48D7-84D8-E9CFD5B197FD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GB" dirty="0"/>
              <a:t>The append() method  </a:t>
            </a:r>
            <a:r>
              <a:rPr lang="en-GB" b="0" dirty="0"/>
              <a:t>is a simple for </a:t>
            </a:r>
            <a:r>
              <a:rPr lang="en-GB" b="0" dirty="0" err="1"/>
              <a:t>pd.concat</a:t>
            </a:r>
            <a:r>
              <a:rPr lang="en-GB" b="0" dirty="0"/>
              <a:t>()</a:t>
            </a:r>
            <a:endParaRPr lang="en-US" b="0" dirty="0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0337E840-2193-4D70-8699-27A7C432B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C8DC224-4589-4F63-9A47-BDC85642E9A5}" type="slidenum">
              <a:rPr lang="en-US" smtClean="0"/>
              <a:t>5</a:t>
            </a:fld>
            <a:endParaRPr lang="en-US"/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A16A5377-55E7-49F4-A51E-063385C27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705" y="3819792"/>
            <a:ext cx="5276850" cy="2371725"/>
          </a:xfrm>
          <a:prstGeom prst="rect">
            <a:avLst/>
          </a:prstGeom>
        </p:spPr>
      </p:pic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FCC33E83-06B7-27BF-68C8-70A91D8276B1}"/>
              </a:ext>
            </a:extLst>
          </p:cNvPr>
          <p:cNvSpPr txBox="1"/>
          <p:nvPr/>
        </p:nvSpPr>
        <p:spPr>
          <a:xfrm>
            <a:off x="904875" y="1841190"/>
            <a:ext cx="107823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rgbClr val="24292F"/>
                </a:solidFill>
                <a:effectLst/>
                <a:highlight>
                  <a:srgbClr val="43DFEA"/>
                </a:highlight>
                <a:latin typeface="Consolas" panose="020B0609020204030204" pitchFamily="49" charset="0"/>
              </a:rPr>
              <a:t>df1.append(df2)</a:t>
            </a:r>
            <a:r>
              <a:rPr lang="en-GB" sz="2400" b="1" dirty="0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 	</a:t>
            </a:r>
            <a:r>
              <a:rPr lang="en-GB" sz="2400" b="1" dirty="0">
                <a:solidFill>
                  <a:srgbClr val="24292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~</a:t>
            </a:r>
            <a:r>
              <a:rPr lang="en-GB" sz="2400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  </a:t>
            </a:r>
            <a:r>
              <a:rPr lang="en-GB" sz="2400" b="1" dirty="0" err="1">
                <a:solidFill>
                  <a:srgbClr val="8A4600"/>
                </a:solidFill>
                <a:effectLst/>
                <a:highlight>
                  <a:srgbClr val="43DFEA"/>
                </a:highlight>
                <a:latin typeface="Consolas" panose="020B0609020204030204" pitchFamily="49" charset="0"/>
              </a:rPr>
              <a:t>pd</a:t>
            </a:r>
            <a:r>
              <a:rPr lang="en-GB" sz="2400" b="1" dirty="0" err="1">
                <a:solidFill>
                  <a:srgbClr val="24292F"/>
                </a:solidFill>
                <a:effectLst/>
                <a:highlight>
                  <a:srgbClr val="43DFEA"/>
                </a:highlight>
                <a:latin typeface="Consolas" panose="020B0609020204030204" pitchFamily="49" charset="0"/>
              </a:rPr>
              <a:t>.</a:t>
            </a:r>
            <a:r>
              <a:rPr lang="en-GB" sz="2400" b="1" dirty="0" err="1">
                <a:solidFill>
                  <a:srgbClr val="8250DF"/>
                </a:solidFill>
                <a:effectLst/>
                <a:highlight>
                  <a:srgbClr val="43DFEA"/>
                </a:highlight>
                <a:latin typeface="Consolas" panose="020B0609020204030204" pitchFamily="49" charset="0"/>
              </a:rPr>
              <a:t>concat</a:t>
            </a:r>
            <a:r>
              <a:rPr lang="en-GB" sz="2400" b="1" dirty="0">
                <a:solidFill>
                  <a:srgbClr val="24292F"/>
                </a:solidFill>
                <a:effectLst/>
                <a:highlight>
                  <a:srgbClr val="43DFEA"/>
                </a:highlight>
                <a:latin typeface="Consolas" panose="020B0609020204030204" pitchFamily="49" charset="0"/>
              </a:rPr>
              <a:t>([df1, df2], </a:t>
            </a:r>
            <a:r>
              <a:rPr lang="en-GB" sz="2400" b="1" dirty="0" err="1">
                <a:solidFill>
                  <a:srgbClr val="24292F"/>
                </a:solidFill>
                <a:effectLst/>
                <a:highlight>
                  <a:srgbClr val="43DFEA"/>
                </a:highlight>
                <a:latin typeface="Consolas" panose="020B0609020204030204" pitchFamily="49" charset="0"/>
              </a:rPr>
              <a:t>ignore_index</a:t>
            </a:r>
            <a:r>
              <a:rPr lang="en-GB" sz="2400" b="1" dirty="0">
                <a:solidFill>
                  <a:srgbClr val="24292F"/>
                </a:solidFill>
                <a:effectLst/>
                <a:highlight>
                  <a:srgbClr val="43DFEA"/>
                </a:highlight>
                <a:latin typeface="Consolas" panose="020B0609020204030204" pitchFamily="49" charset="0"/>
              </a:rPr>
              <a:t>=True)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009E28-E3DF-CCF0-5982-B3BBE93508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090"/>
          <a:stretch/>
        </p:blipFill>
        <p:spPr>
          <a:xfrm>
            <a:off x="904875" y="2674110"/>
            <a:ext cx="7131417" cy="461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147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62A79EAC-0BC8-4DF7-B963-899AA7EF6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Practice</a:t>
            </a:r>
            <a:endParaRPr lang="en-US" dirty="0">
              <a:latin typeface="+mn-lt"/>
            </a:endParaRP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0337E840-2193-4D70-8699-27A7C432B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C8DC224-4589-4F63-9A47-BDC85642E9A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963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62A79EAC-0BC8-4DF7-B963-899AA7EF6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Combining Datasets: Merge and Join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EFE970DA-31B3-48D7-84D8-E9CFD5B197FD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GB" dirty="0"/>
              <a:t>Categories of Joins</a:t>
            </a:r>
            <a:endParaRPr lang="en-US" dirty="0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0337E840-2193-4D70-8699-27A7C432B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C8DC224-4589-4F63-9A47-BDC85642E9A5}" type="slidenum">
              <a:rPr lang="en-US" smtClean="0"/>
              <a:t>7</a:t>
            </a:fld>
            <a:endParaRPr lang="en-US"/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AC64DDCE-34FB-4FE2-AF41-5AA4848F3176}"/>
              </a:ext>
            </a:extLst>
          </p:cNvPr>
          <p:cNvSpPr txBox="1"/>
          <p:nvPr/>
        </p:nvSpPr>
        <p:spPr>
          <a:xfrm>
            <a:off x="726896" y="1468436"/>
            <a:ext cx="109793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800" dirty="0"/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573151F4-C2D0-5B64-8DDB-3BADDCA1B0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6596" y="1196180"/>
            <a:ext cx="6367345" cy="220060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var(--pst-font-family-monospace)"/>
              </a:rPr>
              <a:t>The merge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var(--pst-font-family-monospace)"/>
              </a:rPr>
              <a:t>()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-apple-system"/>
              </a:rPr>
              <a:t> implements common SQL style joining operations.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-apple-system"/>
              </a:rPr>
              <a:t>one-to-one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-apple-system"/>
              </a:rPr>
              <a:t>: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-apple-system"/>
              </a:rPr>
              <a:t>many-to-one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-apple-system"/>
              </a:rPr>
              <a:t>: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rgbClr val="222832"/>
              </a:solidFill>
              <a:effectLst/>
              <a:latin typeface="-apple-system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-apple-system"/>
              </a:rPr>
              <a:t>many-to-many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-apple-system"/>
              </a:rPr>
              <a:t> </a:t>
            </a:r>
          </a:p>
        </p:txBody>
      </p:sp>
      <p:sp>
        <p:nvSpPr>
          <p:cNvPr id="19" name="Hộp Văn bản 18">
            <a:extLst>
              <a:ext uri="{FF2B5EF4-FFF2-40B4-BE49-F238E27FC236}">
                <a16:creationId xmlns:a16="http://schemas.microsoft.com/office/drawing/2014/main" id="{D8218FE8-BF9E-3D85-E437-2F4395EB8102}"/>
              </a:ext>
            </a:extLst>
          </p:cNvPr>
          <p:cNvSpPr txBox="1"/>
          <p:nvPr/>
        </p:nvSpPr>
        <p:spPr>
          <a:xfrm>
            <a:off x="726895" y="1468436"/>
            <a:ext cx="4803490" cy="2956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pandas.merge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(left, right, 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</a:t>
            </a:r>
            <a:r>
              <a:rPr lang="en-US" b="1" dirty="0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how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'inner'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</a:t>
            </a:r>
            <a:r>
              <a:rPr lang="en-US" b="1" dirty="0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on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None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</a:t>
            </a:r>
            <a:r>
              <a:rPr lang="en-US" b="1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left_on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None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</a:t>
            </a:r>
            <a:r>
              <a:rPr lang="en-US" b="1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right_on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None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</a:t>
            </a:r>
            <a:r>
              <a:rPr lang="en-US" b="1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left_index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False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</a:t>
            </a:r>
            <a:r>
              <a:rPr lang="en-US" b="1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right_index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False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,...)</a:t>
            </a:r>
          </a:p>
        </p:txBody>
      </p:sp>
      <p:pic>
        <p:nvPicPr>
          <p:cNvPr id="21" name="Hình ảnh 20">
            <a:extLst>
              <a:ext uri="{FF2B5EF4-FFF2-40B4-BE49-F238E27FC236}">
                <a16:creationId xmlns:a16="http://schemas.microsoft.com/office/drawing/2014/main" id="{A156CC0B-E33F-0C19-07E2-1503DCAD2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6596" y="2536167"/>
            <a:ext cx="5208940" cy="2200602"/>
          </a:xfrm>
          <a:prstGeom prst="rect">
            <a:avLst/>
          </a:prstGeom>
        </p:spPr>
      </p:pic>
      <p:pic>
        <p:nvPicPr>
          <p:cNvPr id="23" name="Hình ảnh 22">
            <a:extLst>
              <a:ext uri="{FF2B5EF4-FFF2-40B4-BE49-F238E27FC236}">
                <a16:creationId xmlns:a16="http://schemas.microsoft.com/office/drawing/2014/main" id="{7736AF0B-FEC4-D342-91C5-8F497F7D21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0411" y="4796650"/>
            <a:ext cx="3207833" cy="1921269"/>
          </a:xfrm>
          <a:prstGeom prst="rect">
            <a:avLst/>
          </a:prstGeom>
        </p:spPr>
      </p:pic>
      <p:grpSp>
        <p:nvGrpSpPr>
          <p:cNvPr id="38" name="Nhóm 37">
            <a:extLst>
              <a:ext uri="{FF2B5EF4-FFF2-40B4-BE49-F238E27FC236}">
                <a16:creationId xmlns:a16="http://schemas.microsoft.com/office/drawing/2014/main" id="{A45D76B8-8156-5139-0EF8-A1947E3F68C8}"/>
              </a:ext>
            </a:extLst>
          </p:cNvPr>
          <p:cNvGrpSpPr/>
          <p:nvPr/>
        </p:nvGrpSpPr>
        <p:grpSpPr>
          <a:xfrm>
            <a:off x="726896" y="1947111"/>
            <a:ext cx="4714900" cy="4835097"/>
            <a:chOff x="726896" y="1947111"/>
            <a:chExt cx="4714900" cy="4835097"/>
          </a:xfrm>
        </p:grpSpPr>
        <p:pic>
          <p:nvPicPr>
            <p:cNvPr id="1026" name="Picture 2" descr="Merges and joins are used to bring datasets together based on common values.">
              <a:extLst>
                <a:ext uri="{FF2B5EF4-FFF2-40B4-BE49-F238E27FC236}">
                  <a16:creationId xmlns:a16="http://schemas.microsoft.com/office/drawing/2014/main" id="{DE9D5E3A-0007-8F50-6749-223517AA14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6896" y="4424758"/>
              <a:ext cx="4714900" cy="235745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" name="Nhóm 1">
              <a:extLst>
                <a:ext uri="{FF2B5EF4-FFF2-40B4-BE49-F238E27FC236}">
                  <a16:creationId xmlns:a16="http://schemas.microsoft.com/office/drawing/2014/main" id="{6BBB59E9-86C0-3375-2B83-173E43965E5A}"/>
                </a:ext>
              </a:extLst>
            </p:cNvPr>
            <p:cNvGrpSpPr/>
            <p:nvPr/>
          </p:nvGrpSpPr>
          <p:grpSpPr>
            <a:xfrm>
              <a:off x="726897" y="1947111"/>
              <a:ext cx="3422870" cy="3656371"/>
              <a:chOff x="-624528" y="5861859"/>
              <a:chExt cx="3422870" cy="3656371"/>
            </a:xfrm>
          </p:grpSpPr>
          <p:sp>
            <p:nvSpPr>
              <p:cNvPr id="6" name="Hình chữ nhật: Góc Tròn 5">
                <a:extLst>
                  <a:ext uri="{FF2B5EF4-FFF2-40B4-BE49-F238E27FC236}">
                    <a16:creationId xmlns:a16="http://schemas.microsoft.com/office/drawing/2014/main" id="{AC097982-DB2F-35D5-F2E1-0CB0EB2BE1C9}"/>
                  </a:ext>
                </a:extLst>
              </p:cNvPr>
              <p:cNvSpPr/>
              <p:nvPr/>
            </p:nvSpPr>
            <p:spPr>
              <a:xfrm>
                <a:off x="1060378" y="5861859"/>
                <a:ext cx="1737964" cy="349370"/>
              </a:xfrm>
              <a:prstGeom prst="roundRect">
                <a:avLst/>
              </a:prstGeom>
              <a:noFill/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" name="Đường kết nối: Cong 7">
                <a:extLst>
                  <a:ext uri="{FF2B5EF4-FFF2-40B4-BE49-F238E27FC236}">
                    <a16:creationId xmlns:a16="http://schemas.microsoft.com/office/drawing/2014/main" id="{597EC3BE-9441-7AE8-C69C-FB4610B240D3}"/>
                  </a:ext>
                </a:extLst>
              </p:cNvPr>
              <p:cNvCxnSpPr>
                <a:cxnSpLocks/>
                <a:stCxn id="6" idx="1"/>
                <a:endCxn id="1026" idx="1"/>
              </p:cNvCxnSpPr>
              <p:nvPr/>
            </p:nvCxnSpPr>
            <p:spPr>
              <a:xfrm rot="10800000" flipV="1">
                <a:off x="-624528" y="6036543"/>
                <a:ext cx="1684907" cy="3481687"/>
              </a:xfrm>
              <a:prstGeom prst="curvedConnector3">
                <a:avLst>
                  <a:gd name="adj1" fmla="val 113568"/>
                </a:avLst>
              </a:prstGeom>
              <a:ln w="1905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6" name="Nhóm 25">
            <a:extLst>
              <a:ext uri="{FF2B5EF4-FFF2-40B4-BE49-F238E27FC236}">
                <a16:creationId xmlns:a16="http://schemas.microsoft.com/office/drawing/2014/main" id="{C2BDD821-3770-3385-CFC6-3775F0059669}"/>
              </a:ext>
            </a:extLst>
          </p:cNvPr>
          <p:cNvGrpSpPr/>
          <p:nvPr/>
        </p:nvGrpSpPr>
        <p:grpSpPr>
          <a:xfrm>
            <a:off x="2434279" y="1604486"/>
            <a:ext cx="5873380" cy="1161014"/>
            <a:chOff x="2434279" y="1604486"/>
            <a:chExt cx="5873380" cy="1161014"/>
          </a:xfrm>
        </p:grpSpPr>
        <p:grpSp>
          <p:nvGrpSpPr>
            <p:cNvPr id="12" name="Nhóm 11">
              <a:extLst>
                <a:ext uri="{FF2B5EF4-FFF2-40B4-BE49-F238E27FC236}">
                  <a16:creationId xmlns:a16="http://schemas.microsoft.com/office/drawing/2014/main" id="{E5F5D44B-C282-C878-42AA-2247D919D565}"/>
                </a:ext>
              </a:extLst>
            </p:cNvPr>
            <p:cNvGrpSpPr/>
            <p:nvPr/>
          </p:nvGrpSpPr>
          <p:grpSpPr>
            <a:xfrm>
              <a:off x="2434279" y="1604486"/>
              <a:ext cx="3267367" cy="1161014"/>
              <a:chOff x="904876" y="5861859"/>
              <a:chExt cx="3267367" cy="1161014"/>
            </a:xfrm>
          </p:grpSpPr>
          <p:sp>
            <p:nvSpPr>
              <p:cNvPr id="13" name="Hình chữ nhật: Góc Tròn 12">
                <a:extLst>
                  <a:ext uri="{FF2B5EF4-FFF2-40B4-BE49-F238E27FC236}">
                    <a16:creationId xmlns:a16="http://schemas.microsoft.com/office/drawing/2014/main" id="{D1B29A09-1CBF-7D02-DDDA-DB54FD0138F4}"/>
                  </a:ext>
                </a:extLst>
              </p:cNvPr>
              <p:cNvSpPr/>
              <p:nvPr/>
            </p:nvSpPr>
            <p:spPr>
              <a:xfrm>
                <a:off x="904876" y="5861859"/>
                <a:ext cx="1737964" cy="349370"/>
              </a:xfrm>
              <a:prstGeom prst="roundRect">
                <a:avLst/>
              </a:prstGeom>
              <a:noFill/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5" name="Đường kết nối: Cong 14">
                <a:extLst>
                  <a:ext uri="{FF2B5EF4-FFF2-40B4-BE49-F238E27FC236}">
                    <a16:creationId xmlns:a16="http://schemas.microsoft.com/office/drawing/2014/main" id="{47BD01CA-5C1E-F7EC-CF44-CAB00BAF76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42839" y="5998065"/>
                <a:ext cx="1529404" cy="1024808"/>
              </a:xfrm>
              <a:prstGeom prst="curvedConnector3">
                <a:avLst>
                  <a:gd name="adj1" fmla="val 50000"/>
                </a:avLst>
              </a:prstGeom>
              <a:ln w="1905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" name="Đường kết nối: Cong 17">
              <a:extLst>
                <a:ext uri="{FF2B5EF4-FFF2-40B4-BE49-F238E27FC236}">
                  <a16:creationId xmlns:a16="http://schemas.microsoft.com/office/drawing/2014/main" id="{E44660D5-8BB6-1F29-43E3-06E89F3B11F2}"/>
                </a:ext>
              </a:extLst>
            </p:cNvPr>
            <p:cNvCxnSpPr>
              <a:cxnSpLocks/>
            </p:cNvCxnSpPr>
            <p:nvPr/>
          </p:nvCxnSpPr>
          <p:spPr>
            <a:xfrm>
              <a:off x="4127292" y="1740691"/>
              <a:ext cx="4180367" cy="1024808"/>
            </a:xfrm>
            <a:prstGeom prst="curvedConnector3">
              <a:avLst>
                <a:gd name="adj1" fmla="val 50000"/>
              </a:avLst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Nhóm 26">
            <a:extLst>
              <a:ext uri="{FF2B5EF4-FFF2-40B4-BE49-F238E27FC236}">
                <a16:creationId xmlns:a16="http://schemas.microsoft.com/office/drawing/2014/main" id="{458727FE-7340-A2DB-63F4-39A865CD9D35}"/>
              </a:ext>
            </a:extLst>
          </p:cNvPr>
          <p:cNvGrpSpPr/>
          <p:nvPr/>
        </p:nvGrpSpPr>
        <p:grpSpPr>
          <a:xfrm>
            <a:off x="2374807" y="2370200"/>
            <a:ext cx="7014520" cy="803424"/>
            <a:chOff x="2434279" y="1604486"/>
            <a:chExt cx="7014520" cy="803424"/>
          </a:xfrm>
        </p:grpSpPr>
        <p:grpSp>
          <p:nvGrpSpPr>
            <p:cNvPr id="28" name="Nhóm 27">
              <a:extLst>
                <a:ext uri="{FF2B5EF4-FFF2-40B4-BE49-F238E27FC236}">
                  <a16:creationId xmlns:a16="http://schemas.microsoft.com/office/drawing/2014/main" id="{27642D34-C7BE-7FDF-8F54-68FFF2D84006}"/>
                </a:ext>
              </a:extLst>
            </p:cNvPr>
            <p:cNvGrpSpPr/>
            <p:nvPr/>
          </p:nvGrpSpPr>
          <p:grpSpPr>
            <a:xfrm>
              <a:off x="2434279" y="1604486"/>
              <a:ext cx="3631639" cy="803424"/>
              <a:chOff x="904876" y="5861859"/>
              <a:chExt cx="3631639" cy="803424"/>
            </a:xfrm>
          </p:grpSpPr>
          <p:sp>
            <p:nvSpPr>
              <p:cNvPr id="30" name="Hình chữ nhật: Góc Tròn 29">
                <a:extLst>
                  <a:ext uri="{FF2B5EF4-FFF2-40B4-BE49-F238E27FC236}">
                    <a16:creationId xmlns:a16="http://schemas.microsoft.com/office/drawing/2014/main" id="{D0B69330-33A2-DA18-7948-5506CAAD3FE9}"/>
                  </a:ext>
                </a:extLst>
              </p:cNvPr>
              <p:cNvSpPr/>
              <p:nvPr/>
            </p:nvSpPr>
            <p:spPr>
              <a:xfrm>
                <a:off x="904876" y="5861859"/>
                <a:ext cx="1737964" cy="349370"/>
              </a:xfrm>
              <a:prstGeom prst="roundRect">
                <a:avLst/>
              </a:prstGeom>
              <a:noFill/>
              <a:ln w="190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1" name="Đường kết nối: Cong 30">
                <a:extLst>
                  <a:ext uri="{FF2B5EF4-FFF2-40B4-BE49-F238E27FC236}">
                    <a16:creationId xmlns:a16="http://schemas.microsoft.com/office/drawing/2014/main" id="{4644F96C-3466-4F53-1EB9-2F441A2FEB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42839" y="5998065"/>
                <a:ext cx="1893676" cy="667218"/>
              </a:xfrm>
              <a:prstGeom prst="curvedConnector3">
                <a:avLst>
                  <a:gd name="adj1" fmla="val 50000"/>
                </a:avLst>
              </a:prstGeom>
              <a:ln w="19050">
                <a:solidFill>
                  <a:schemeClr val="accent2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9" name="Đường kết nối: Cong 28">
              <a:extLst>
                <a:ext uri="{FF2B5EF4-FFF2-40B4-BE49-F238E27FC236}">
                  <a16:creationId xmlns:a16="http://schemas.microsoft.com/office/drawing/2014/main" id="{50BF9D64-1361-0D65-91EA-470876F618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7292" y="1740691"/>
              <a:ext cx="5321507" cy="461570"/>
            </a:xfrm>
            <a:prstGeom prst="curvedConnector3">
              <a:avLst>
                <a:gd name="adj1" fmla="val 100921"/>
              </a:avLst>
            </a:prstGeom>
            <a:ln w="1905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56943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62A79EAC-0BC8-4DF7-B963-899AA7EF6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Combining Datasets: Merge and Join</a:t>
            </a:r>
            <a:endParaRPr lang="en-US" dirty="0">
              <a:latin typeface="+mn-lt"/>
            </a:endParaRP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0337E840-2193-4D70-8699-27A7C432B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C8DC224-4589-4F63-9A47-BDC85642E9A5}" type="slidenum">
              <a:rPr lang="en-US" smtClean="0"/>
              <a:t>8</a:t>
            </a:fld>
            <a:endParaRPr lang="en-US"/>
          </a:p>
        </p:txBody>
      </p:sp>
      <p:sp>
        <p:nvSpPr>
          <p:cNvPr id="29" name="Hộp Văn bản 28">
            <a:extLst>
              <a:ext uri="{FF2B5EF4-FFF2-40B4-BE49-F238E27FC236}">
                <a16:creationId xmlns:a16="http://schemas.microsoft.com/office/drawing/2014/main" id="{3B44278A-8FC8-4EFB-A5FC-1EB70F6E7976}"/>
              </a:ext>
            </a:extLst>
          </p:cNvPr>
          <p:cNvSpPr txBox="1"/>
          <p:nvPr/>
        </p:nvSpPr>
        <p:spPr>
          <a:xfrm>
            <a:off x="904875" y="903359"/>
            <a:ext cx="45266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</a:rPr>
              <a:t>Many-to-one joins</a:t>
            </a:r>
            <a:endParaRPr lang="en-US" sz="2400" b="1" dirty="0"/>
          </a:p>
        </p:txBody>
      </p:sp>
      <p:pic>
        <p:nvPicPr>
          <p:cNvPr id="10" name="Hình ảnh 9">
            <a:extLst>
              <a:ext uri="{FF2B5EF4-FFF2-40B4-BE49-F238E27FC236}">
                <a16:creationId xmlns:a16="http://schemas.microsoft.com/office/drawing/2014/main" id="{25A80F26-A8CE-478B-BA58-013527D32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50" y="1322231"/>
            <a:ext cx="5534865" cy="2087484"/>
          </a:xfrm>
          <a:prstGeom prst="rect">
            <a:avLst/>
          </a:prstGeom>
        </p:spPr>
      </p:pic>
      <p:pic>
        <p:nvPicPr>
          <p:cNvPr id="12" name="Hình ảnh 11">
            <a:extLst>
              <a:ext uri="{FF2B5EF4-FFF2-40B4-BE49-F238E27FC236}">
                <a16:creationId xmlns:a16="http://schemas.microsoft.com/office/drawing/2014/main" id="{C87C1FB1-DC63-4B2D-9245-24F898775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5972" y="808830"/>
            <a:ext cx="4010444" cy="2192260"/>
          </a:xfrm>
          <a:prstGeom prst="rect">
            <a:avLst/>
          </a:prstGeom>
        </p:spPr>
      </p:pic>
      <p:pic>
        <p:nvPicPr>
          <p:cNvPr id="2" name="Hình ảnh 1">
            <a:extLst>
              <a:ext uri="{FF2B5EF4-FFF2-40B4-BE49-F238E27FC236}">
                <a16:creationId xmlns:a16="http://schemas.microsoft.com/office/drawing/2014/main" id="{B8D72869-BD97-4AC2-55EA-D0496C21F0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9722" y="3923116"/>
            <a:ext cx="5034543" cy="2831930"/>
          </a:xfrm>
          <a:prstGeom prst="rect">
            <a:avLst/>
          </a:prstGeom>
        </p:spPr>
      </p:pic>
      <p:pic>
        <p:nvPicPr>
          <p:cNvPr id="4" name="Hình ảnh 3">
            <a:extLst>
              <a:ext uri="{FF2B5EF4-FFF2-40B4-BE49-F238E27FC236}">
                <a16:creationId xmlns:a16="http://schemas.microsoft.com/office/drawing/2014/main" id="{8FD94181-75E6-AE6E-C4DE-B7EE594ED8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5972" y="3096012"/>
            <a:ext cx="3416297" cy="3659034"/>
          </a:xfrm>
          <a:prstGeom prst="rect">
            <a:avLst/>
          </a:prstGeom>
        </p:spPr>
      </p:pic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21347C8F-24DA-EDFE-3DB2-0BF1DA27A35D}"/>
              </a:ext>
            </a:extLst>
          </p:cNvPr>
          <p:cNvSpPr txBox="1"/>
          <p:nvPr/>
        </p:nvSpPr>
        <p:spPr>
          <a:xfrm>
            <a:off x="904875" y="3334330"/>
            <a:ext cx="45266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</a:rPr>
              <a:t>Many-to-many joins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352658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62A79EAC-0BC8-4DF7-B963-899AA7EF6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Practice: US States Data</a:t>
            </a:r>
            <a:endParaRPr lang="en-US" dirty="0">
              <a:latin typeface="+mn-lt"/>
            </a:endParaRP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0337E840-2193-4D70-8699-27A7C432B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C8DC224-4589-4F63-9A47-BDC85642E9A5}" type="slidenum">
              <a:rPr lang="en-US" smtClean="0"/>
              <a:t>9</a:t>
            </a:fld>
            <a:endParaRPr lang="en-US"/>
          </a:p>
        </p:txBody>
      </p:sp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933EA539-3976-48ED-98E6-EF37C8F84B51}"/>
              </a:ext>
            </a:extLst>
          </p:cNvPr>
          <p:cNvSpPr txBox="1"/>
          <p:nvPr/>
        </p:nvSpPr>
        <p:spPr>
          <a:xfrm>
            <a:off x="626724" y="1132040"/>
            <a:ext cx="11146176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200" dirty="0"/>
              <a:t>url1 = 'https://raw.githubusercontent.com/</a:t>
            </a:r>
            <a:r>
              <a:rPr lang="en-US" sz="2200" dirty="0" err="1"/>
              <a:t>jakevdp</a:t>
            </a:r>
            <a:r>
              <a:rPr lang="en-US" sz="2200" dirty="0"/>
              <a:t>/data-</a:t>
            </a:r>
            <a:r>
              <a:rPr lang="en-US" sz="2200" dirty="0" err="1"/>
              <a:t>USstates</a:t>
            </a:r>
            <a:r>
              <a:rPr lang="en-US" sz="2200" dirty="0"/>
              <a:t>/master/state-population.csv'</a:t>
            </a:r>
          </a:p>
          <a:p>
            <a:pPr algn="just"/>
            <a:r>
              <a:rPr lang="en-US" sz="2200" dirty="0"/>
              <a:t>url2 = 'https://raw.githubusercontent.com/</a:t>
            </a:r>
            <a:r>
              <a:rPr lang="en-US" sz="2200" dirty="0" err="1"/>
              <a:t>jakevdp</a:t>
            </a:r>
            <a:r>
              <a:rPr lang="en-US" sz="2200" dirty="0"/>
              <a:t>/data-</a:t>
            </a:r>
            <a:r>
              <a:rPr lang="en-US" sz="2200" dirty="0" err="1"/>
              <a:t>USstates</a:t>
            </a:r>
            <a:r>
              <a:rPr lang="en-US" sz="2200" dirty="0"/>
              <a:t>/master/state-areas.csv'</a:t>
            </a:r>
          </a:p>
          <a:p>
            <a:pPr algn="just"/>
            <a:r>
              <a:rPr lang="en-US" sz="2200" dirty="0"/>
              <a:t>url3 = 'https://raw.githubusercontent.com/</a:t>
            </a:r>
            <a:r>
              <a:rPr lang="en-US" sz="2200" dirty="0" err="1"/>
              <a:t>jakevdp</a:t>
            </a:r>
            <a:r>
              <a:rPr lang="en-US" sz="2200" dirty="0"/>
              <a:t>/data-</a:t>
            </a:r>
            <a:r>
              <a:rPr lang="en-US" sz="2200" dirty="0" err="1"/>
              <a:t>USstates</a:t>
            </a:r>
            <a:r>
              <a:rPr lang="en-US" sz="2200" dirty="0"/>
              <a:t>/master/state-abbrevs.csv’</a:t>
            </a:r>
          </a:p>
          <a:p>
            <a:pPr algn="just"/>
            <a:endParaRPr lang="en-US" sz="2200" dirty="0"/>
          </a:p>
          <a:p>
            <a:pPr algn="just"/>
            <a:r>
              <a:rPr lang="en-US" sz="2200" dirty="0"/>
              <a:t>pop = </a:t>
            </a:r>
            <a:r>
              <a:rPr lang="en-US" sz="2200" dirty="0" err="1"/>
              <a:t>pd.read_csv</a:t>
            </a:r>
            <a:r>
              <a:rPr lang="en-US" sz="2200" dirty="0"/>
              <a:t>(url1)</a:t>
            </a:r>
          </a:p>
          <a:p>
            <a:pPr algn="just"/>
            <a:r>
              <a:rPr lang="en-US" sz="2200" dirty="0"/>
              <a:t>areas = </a:t>
            </a:r>
            <a:r>
              <a:rPr lang="en-US" sz="2200" dirty="0" err="1"/>
              <a:t>pd.read_csv</a:t>
            </a:r>
            <a:r>
              <a:rPr lang="en-US" sz="2200" dirty="0"/>
              <a:t>(url2)</a:t>
            </a:r>
          </a:p>
          <a:p>
            <a:pPr algn="just"/>
            <a:r>
              <a:rPr lang="en-US" sz="2200" dirty="0" err="1"/>
              <a:t>abbrevs</a:t>
            </a:r>
            <a:r>
              <a:rPr lang="en-US" sz="2200" dirty="0"/>
              <a:t> = </a:t>
            </a:r>
            <a:r>
              <a:rPr lang="en-US" sz="2200" dirty="0" err="1"/>
              <a:t>pd.read_csv</a:t>
            </a:r>
            <a:r>
              <a:rPr lang="en-US" sz="2200" dirty="0"/>
              <a:t>(url3)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242CB0-382D-33D0-5BD4-F7B721E6C937}"/>
              </a:ext>
            </a:extLst>
          </p:cNvPr>
          <p:cNvSpPr txBox="1"/>
          <p:nvPr/>
        </p:nvSpPr>
        <p:spPr>
          <a:xfrm>
            <a:off x="626725" y="4520976"/>
            <a:ext cx="110604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Objective:</a:t>
            </a:r>
            <a:r>
              <a:rPr lang="en-US" sz="3600" dirty="0"/>
              <a:t> Calculate and rank U.S. states and territories by 2010 population density.</a:t>
            </a:r>
          </a:p>
        </p:txBody>
      </p:sp>
    </p:spTree>
    <p:extLst>
      <p:ext uri="{BB962C8B-B14F-4D97-AF65-F5344CB8AC3E}">
        <p14:creationId xmlns:p14="http://schemas.microsoft.com/office/powerpoint/2010/main" val="19792610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62A79EAC-0BC8-4DF7-B963-899AA7EF6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Aggregation and Grouping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EFE970DA-31B3-48D7-84D8-E9CFD5B197FD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GB" dirty="0"/>
              <a:t>Simple Aggregation in Pandas</a:t>
            </a:r>
            <a:endParaRPr lang="en-US" dirty="0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0337E840-2193-4D70-8699-27A7C432B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C8DC224-4589-4F63-9A47-BDC85642E9A5}" type="slidenum">
              <a:rPr lang="en-US" smtClean="0"/>
              <a:t>10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94CF44-882F-F1C1-16C3-C2A5B2B073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952" y="1354221"/>
            <a:ext cx="10973497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Methods like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sum()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mean()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and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count()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can be directly applied to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DataFrames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6" name="Nhóm 5">
            <a:extLst>
              <a:ext uri="{FF2B5EF4-FFF2-40B4-BE49-F238E27FC236}">
                <a16:creationId xmlns:a16="http://schemas.microsoft.com/office/drawing/2014/main" id="{179D2955-6087-811E-C56A-8FD31188B6AD}"/>
              </a:ext>
            </a:extLst>
          </p:cNvPr>
          <p:cNvGrpSpPr/>
          <p:nvPr/>
        </p:nvGrpSpPr>
        <p:grpSpPr>
          <a:xfrm>
            <a:off x="3792854" y="2194113"/>
            <a:ext cx="5092065" cy="4530864"/>
            <a:chOff x="6268677" y="1761742"/>
            <a:chExt cx="5092065" cy="4530864"/>
          </a:xfrm>
        </p:grpSpPr>
        <p:pic>
          <p:nvPicPr>
            <p:cNvPr id="9" name="Hình ảnh 8">
              <a:extLst>
                <a:ext uri="{FF2B5EF4-FFF2-40B4-BE49-F238E27FC236}">
                  <a16:creationId xmlns:a16="http://schemas.microsoft.com/office/drawing/2014/main" id="{3E1503D5-05AF-81CF-2364-3A49171E46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8677" y="2531183"/>
              <a:ext cx="5092065" cy="3761423"/>
            </a:xfrm>
            <a:prstGeom prst="rect">
              <a:avLst/>
            </a:prstGeom>
          </p:spPr>
        </p:pic>
        <p:sp>
          <p:nvSpPr>
            <p:cNvPr id="11" name="Hộp Văn bản 10">
              <a:extLst>
                <a:ext uri="{FF2B5EF4-FFF2-40B4-BE49-F238E27FC236}">
                  <a16:creationId xmlns:a16="http://schemas.microsoft.com/office/drawing/2014/main" id="{C7BC9037-F3D4-48C8-5316-75540C79510F}"/>
                </a:ext>
              </a:extLst>
            </p:cNvPr>
            <p:cNvSpPr txBox="1"/>
            <p:nvPr/>
          </p:nvSpPr>
          <p:spPr>
            <a:xfrm>
              <a:off x="6268677" y="1761742"/>
              <a:ext cx="5092065" cy="769441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sz="2200" dirty="0"/>
                <a:t>Table summarizes some other built-in Pandas aggregations</a:t>
              </a:r>
              <a:endParaRPr lang="en-US" sz="22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90347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62A79EAC-0BC8-4DF7-B963-899AA7EF6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Practice</a:t>
            </a:r>
            <a:endParaRPr lang="en-US" dirty="0">
              <a:latin typeface="+mn-lt"/>
            </a:endParaRP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0337E840-2193-4D70-8699-27A7C432B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C8DC224-4589-4F63-9A47-BDC85642E9A5}" type="slidenum">
              <a:rPr lang="en-US" smtClean="0"/>
              <a:t>11</a:t>
            </a:fld>
            <a:endParaRPr lang="en-US"/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60FDED4F-BE49-7EFE-EACA-113670B3B4DD}"/>
              </a:ext>
            </a:extLst>
          </p:cNvPr>
          <p:cNvSpPr txBox="1"/>
          <p:nvPr/>
        </p:nvSpPr>
        <p:spPr>
          <a:xfrm>
            <a:off x="904875" y="1049326"/>
            <a:ext cx="72427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import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seaborn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as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sns</a:t>
            </a:r>
            <a:endParaRPr lang="en-US" b="1" dirty="0">
              <a:solidFill>
                <a:srgbClr val="24292F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planets 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sns</a:t>
            </a:r>
            <a:r>
              <a:rPr lang="en-US" b="1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rgbClr val="8250D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load_dataset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'planets'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US" b="1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planets.head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8DCADFB9-646F-0B96-5F79-3F7637F1EDFA}"/>
              </a:ext>
            </a:extLst>
          </p:cNvPr>
          <p:cNvSpPr txBox="1"/>
          <p:nvPr/>
        </p:nvSpPr>
        <p:spPr>
          <a:xfrm>
            <a:off x="7014117" y="981309"/>
            <a:ext cx="5159644" cy="5534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vi-VN" sz="2000" b="1" dirty="0"/>
              <a:t>Các cột chính trong bộ dữ liệu: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b="1" dirty="0" err="1"/>
              <a:t>method</a:t>
            </a:r>
            <a:r>
              <a:rPr lang="vi-VN" sz="2000" dirty="0"/>
              <a:t>: Phương pháp được sử dụng để phát hiện hành tinh.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b="1" dirty="0" err="1"/>
              <a:t>number</a:t>
            </a:r>
            <a:r>
              <a:rPr lang="vi-VN" sz="2000" dirty="0"/>
              <a:t>: Số lượng hành tinh được phát hiện trong mỗi hệ thống hành tinh.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b="1" dirty="0" err="1"/>
              <a:t>orbital_period</a:t>
            </a:r>
            <a:r>
              <a:rPr lang="vi-VN" sz="2000" dirty="0"/>
              <a:t>: Thời gian quỹ đạo của hành tinh (tính bằng ngày).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b="1" dirty="0" err="1"/>
              <a:t>mass</a:t>
            </a:r>
            <a:r>
              <a:rPr lang="vi-VN" sz="2000" dirty="0"/>
              <a:t>: Khối lượng của hành tinh (tính bằng khối lượng của Sao Mộc).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b="1" dirty="0" err="1"/>
              <a:t>distance</a:t>
            </a:r>
            <a:r>
              <a:rPr lang="vi-VN" sz="2000" dirty="0"/>
              <a:t>: Khoảng cách từ Trái Đất đến hành tinh (tính bằng </a:t>
            </a:r>
            <a:r>
              <a:rPr lang="vi-VN" sz="2000" dirty="0" err="1"/>
              <a:t>parsec</a:t>
            </a:r>
            <a:r>
              <a:rPr lang="vi-VN" sz="2000" dirty="0"/>
              <a:t>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b="1" dirty="0" err="1"/>
              <a:t>year</a:t>
            </a:r>
            <a:r>
              <a:rPr lang="vi-VN" sz="2000" dirty="0"/>
              <a:t>: Năm phát hiện hành tinh.</a:t>
            </a: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046CFB88-90BD-B7C9-69DA-664FBBD6EC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131" y="2361174"/>
            <a:ext cx="6155473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Question: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the total number of planets discovered?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the average orbital period of the discovered planets?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many unique methods were used to discover the planets?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the maximum mass of the discovered planets?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the minimum distance of the discovered planets from Earth? </a:t>
            </a:r>
          </a:p>
        </p:txBody>
      </p:sp>
    </p:spTree>
    <p:extLst>
      <p:ext uri="{BB962C8B-B14F-4D97-AF65-F5344CB8AC3E}">
        <p14:creationId xmlns:p14="http://schemas.microsoft.com/office/powerpoint/2010/main" val="511860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62A79EAC-0BC8-4DF7-B963-899AA7EF6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Aggregation and Grouping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EFE970DA-31B3-48D7-84D8-E9CFD5B197FD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GB" dirty="0" err="1"/>
              <a:t>GroupBy</a:t>
            </a:r>
            <a:r>
              <a:rPr lang="en-GB" dirty="0"/>
              <a:t>: Split, Apply, Combine</a:t>
            </a:r>
            <a:endParaRPr lang="en-US" dirty="0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0337E840-2193-4D70-8699-27A7C432B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C8DC224-4589-4F63-9A47-BDC85642E9A5}" type="slidenum">
              <a:rPr lang="en-US" smtClean="0"/>
              <a:t>12</a:t>
            </a:fld>
            <a:endParaRPr lang="en-US"/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F09EA33D-2402-45BF-A54B-7CCF36C59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8887" y="2315100"/>
            <a:ext cx="5503552" cy="3810151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6D894F3A-F187-4E23-935C-A96C18832C2B}"/>
              </a:ext>
            </a:extLst>
          </p:cNvPr>
          <p:cNvSpPr txBox="1"/>
          <p:nvPr/>
        </p:nvSpPr>
        <p:spPr>
          <a:xfrm>
            <a:off x="590550" y="1339094"/>
            <a:ext cx="1118234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The </a:t>
            </a:r>
            <a:r>
              <a:rPr lang="en-GB" sz="2400" b="1" dirty="0" err="1"/>
              <a:t>groupby</a:t>
            </a:r>
            <a:r>
              <a:rPr lang="en-GB" sz="2400" b="1" dirty="0"/>
              <a:t>()</a:t>
            </a:r>
            <a:r>
              <a:rPr lang="en-GB" sz="2400" dirty="0"/>
              <a:t> method </a:t>
            </a:r>
            <a:r>
              <a:rPr lang="en-GB" sz="2400" b="1" dirty="0"/>
              <a:t>splits</a:t>
            </a:r>
            <a:r>
              <a:rPr lang="en-GB" sz="2400" dirty="0"/>
              <a:t> the data into groups, </a:t>
            </a:r>
            <a:r>
              <a:rPr lang="en-GB" sz="2400" b="1" dirty="0"/>
              <a:t>applies</a:t>
            </a:r>
            <a:r>
              <a:rPr lang="en-GB" sz="2400" dirty="0"/>
              <a:t> a function to each group, and </a:t>
            </a:r>
            <a:r>
              <a:rPr lang="en-GB" sz="2400" b="1" dirty="0"/>
              <a:t>combines</a:t>
            </a:r>
            <a:r>
              <a:rPr lang="en-GB" sz="2400" dirty="0"/>
              <a:t> the results. This is known as the "split-apply-combine" strategy.</a:t>
            </a:r>
            <a:endParaRPr lang="en-US" sz="2400" dirty="0"/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8129FC0A-5698-1679-7036-E2EF923FB442}"/>
              </a:ext>
            </a:extLst>
          </p:cNvPr>
          <p:cNvSpPr txBox="1"/>
          <p:nvPr/>
        </p:nvSpPr>
        <p:spPr>
          <a:xfrm>
            <a:off x="702063" y="2426415"/>
            <a:ext cx="5748336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Practice</a:t>
            </a:r>
            <a:endParaRPr lang="en-US" b="1" dirty="0">
              <a:solidFill>
                <a:srgbClr val="24292F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1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df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pd</a:t>
            </a:r>
            <a:r>
              <a:rPr lang="en-US" b="1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DataFrame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({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'key'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b="1" dirty="0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list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"ABCABC"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</a:p>
          <a:p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    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b="1" dirty="0" err="1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data"</a:t>
            </a:r>
            <a:r>
              <a:rPr lang="en-US" b="1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US" b="1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range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6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)},</a:t>
            </a:r>
          </a:p>
          <a:p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    </a:t>
            </a:r>
            <a:r>
              <a:rPr lang="en-US" b="1" dirty="0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columns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n-US" b="1" dirty="0" err="1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key'</a:t>
            </a:r>
            <a:r>
              <a:rPr lang="en-US" b="1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b="1" dirty="0" err="1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'data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])</a:t>
            </a: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7DC8C883-7C30-05CB-C01F-A69AF3077F7D}"/>
              </a:ext>
            </a:extLst>
          </p:cNvPr>
          <p:cNvSpPr txBox="1"/>
          <p:nvPr/>
        </p:nvSpPr>
        <p:spPr>
          <a:xfrm>
            <a:off x="6450399" y="6245514"/>
            <a:ext cx="48668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df.</a:t>
            </a:r>
            <a:r>
              <a:rPr lang="en-US" sz="2400" b="1" dirty="0" err="1">
                <a:solidFill>
                  <a:srgbClr val="8250D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groupby</a:t>
            </a:r>
            <a:r>
              <a:rPr lang="en-US" sz="2400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'key’</a:t>
            </a:r>
            <a:r>
              <a:rPr lang="en-US" sz="2400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).</a:t>
            </a:r>
            <a:r>
              <a:rPr lang="en-US" sz="2400" b="1" dirty="0">
                <a:solidFill>
                  <a:srgbClr val="8250D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sum</a:t>
            </a:r>
            <a:r>
              <a:rPr lang="en-US" sz="2400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12" name="Hình chữ nhật: Góc Tròn 11">
            <a:extLst>
              <a:ext uri="{FF2B5EF4-FFF2-40B4-BE49-F238E27FC236}">
                <a16:creationId xmlns:a16="http://schemas.microsoft.com/office/drawing/2014/main" id="{7BA4F86B-6D29-3E0F-8C6D-2A1C967194C7}"/>
              </a:ext>
            </a:extLst>
          </p:cNvPr>
          <p:cNvSpPr/>
          <p:nvPr/>
        </p:nvSpPr>
        <p:spPr>
          <a:xfrm>
            <a:off x="6519049" y="2170091"/>
            <a:ext cx="2916630" cy="4561834"/>
          </a:xfrm>
          <a:prstGeom prst="roundRect">
            <a:avLst>
              <a:gd name="adj" fmla="val 4872"/>
            </a:avLst>
          </a:prstGeom>
          <a:solidFill>
            <a:schemeClr val="accent1">
              <a:alpha val="1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Hình chữ nhật: Góc Tròn 12">
            <a:extLst>
              <a:ext uri="{FF2B5EF4-FFF2-40B4-BE49-F238E27FC236}">
                <a16:creationId xmlns:a16="http://schemas.microsoft.com/office/drawing/2014/main" id="{E1537637-24DE-7CF1-78B7-69D878592576}"/>
              </a:ext>
            </a:extLst>
          </p:cNvPr>
          <p:cNvSpPr/>
          <p:nvPr/>
        </p:nvSpPr>
        <p:spPr>
          <a:xfrm>
            <a:off x="9465216" y="2199191"/>
            <a:ext cx="2341598" cy="4561834"/>
          </a:xfrm>
          <a:prstGeom prst="roundRect">
            <a:avLst>
              <a:gd name="adj" fmla="val 3965"/>
            </a:avLst>
          </a:prstGeom>
          <a:solidFill>
            <a:srgbClr val="FF0000">
              <a:alpha val="1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Hộp Văn bản 14">
            <a:extLst>
              <a:ext uri="{FF2B5EF4-FFF2-40B4-BE49-F238E27FC236}">
                <a16:creationId xmlns:a16="http://schemas.microsoft.com/office/drawing/2014/main" id="{34450C30-F02C-E0D5-89BB-F051E2138495}"/>
              </a:ext>
            </a:extLst>
          </p:cNvPr>
          <p:cNvSpPr txBox="1"/>
          <p:nvPr/>
        </p:nvSpPr>
        <p:spPr>
          <a:xfrm>
            <a:off x="702063" y="4564799"/>
            <a:ext cx="500272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The key should be the </a:t>
            </a:r>
            <a:r>
              <a:rPr lang="en-US" sz="2800" b="1" dirty="0"/>
              <a:t>category</a:t>
            </a:r>
            <a:r>
              <a:rPr lang="en-US" sz="2800" dirty="0"/>
              <a:t> or </a:t>
            </a:r>
            <a:r>
              <a:rPr lang="en-US" sz="2800" b="1" dirty="0"/>
              <a:t>discrete</a:t>
            </a:r>
          </a:p>
        </p:txBody>
      </p:sp>
    </p:spTree>
    <p:extLst>
      <p:ext uri="{BB962C8B-B14F-4D97-AF65-F5344CB8AC3E}">
        <p14:creationId xmlns:p14="http://schemas.microsoft.com/office/powerpoint/2010/main" val="77475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 animBg="1"/>
      <p:bldP spid="13" grpId="0" animBg="1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62A79EAC-0BC8-4DF7-B963-899AA7EF6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Aggregation and Grouping</a:t>
            </a:r>
            <a:endParaRPr lang="en-US" dirty="0">
              <a:latin typeface="+mn-lt"/>
            </a:endParaRP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0337E840-2193-4D70-8699-27A7C432B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C8DC224-4589-4F63-9A47-BDC85642E9A5}" type="slidenum">
              <a:rPr lang="en-US" smtClean="0"/>
              <a:t>13</a:t>
            </a:fld>
            <a:endParaRPr lang="en-US"/>
          </a:p>
        </p:txBody>
      </p:sp>
      <p:sp>
        <p:nvSpPr>
          <p:cNvPr id="29" name="Hộp Văn bản 28">
            <a:extLst>
              <a:ext uri="{FF2B5EF4-FFF2-40B4-BE49-F238E27FC236}">
                <a16:creationId xmlns:a16="http://schemas.microsoft.com/office/drawing/2014/main" id="{3B44278A-8FC8-4EFB-A5FC-1EB70F6E7976}"/>
              </a:ext>
            </a:extLst>
          </p:cNvPr>
          <p:cNvSpPr txBox="1"/>
          <p:nvPr/>
        </p:nvSpPr>
        <p:spPr>
          <a:xfrm>
            <a:off x="904875" y="965008"/>
            <a:ext cx="54034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00"/>
                </a:solidFill>
              </a:rPr>
              <a:t>Aggregate, filter, transform, apply</a:t>
            </a:r>
            <a:endParaRPr lang="en-US" sz="2800" b="1" dirty="0"/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6C9A9354-1BEA-4A25-956F-064DAFF03BE8}"/>
              </a:ext>
            </a:extLst>
          </p:cNvPr>
          <p:cNvSpPr txBox="1"/>
          <p:nvPr/>
        </p:nvSpPr>
        <p:spPr>
          <a:xfrm>
            <a:off x="904875" y="1582851"/>
            <a:ext cx="105233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/>
              <a:t>Aggregation</a:t>
            </a:r>
          </a:p>
          <a:p>
            <a:r>
              <a:rPr lang="en-GB" sz="2400" dirty="0"/>
              <a:t>We're now familiar with </a:t>
            </a:r>
            <a:r>
              <a:rPr lang="en-GB" sz="2400" dirty="0" err="1"/>
              <a:t>GroupBy</a:t>
            </a:r>
            <a:r>
              <a:rPr lang="en-GB" sz="2400" dirty="0"/>
              <a:t> aggregations with sum(), median(), and the like, but the aggregate() method allows for even more flexibility.</a:t>
            </a:r>
            <a:endParaRPr lang="en-US" sz="2400" dirty="0"/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FB0CA952-E9FF-FC1B-8450-8D4F92420745}"/>
              </a:ext>
            </a:extLst>
          </p:cNvPr>
          <p:cNvSpPr txBox="1"/>
          <p:nvPr/>
        </p:nvSpPr>
        <p:spPr>
          <a:xfrm>
            <a:off x="904875" y="2847025"/>
            <a:ext cx="724394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Practcie</a:t>
            </a:r>
            <a:endParaRPr lang="en-US" sz="2800" b="1" dirty="0">
              <a:solidFill>
                <a:srgbClr val="24292F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1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df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pd</a:t>
            </a:r>
            <a:r>
              <a:rPr lang="en-US" b="1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DataFrame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({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'key'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b="1" dirty="0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list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"ABCABC"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</a:p>
          <a:p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    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"data1"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US" b="1" dirty="0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range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6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</a:p>
          <a:p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    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'data2'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US" b="1" dirty="0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range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6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12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)},</a:t>
            </a:r>
          </a:p>
          <a:p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    </a:t>
            </a:r>
            <a:r>
              <a:rPr lang="en-US" b="1" dirty="0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columns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'key'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'data1'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'data2'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])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71B6723D-DF45-FA05-D427-0DCD7B87A376}"/>
              </a:ext>
            </a:extLst>
          </p:cNvPr>
          <p:cNvSpPr txBox="1"/>
          <p:nvPr/>
        </p:nvSpPr>
        <p:spPr>
          <a:xfrm>
            <a:off x="904874" y="4774705"/>
            <a:ext cx="10626065" cy="163121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def</a:t>
            </a:r>
            <a:r>
              <a:rPr lang="en-US" sz="2000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rgbClr val="8250D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myfunc</a:t>
            </a:r>
            <a:r>
              <a:rPr lang="en-US" sz="2000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000" b="1" dirty="0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en-US" sz="2000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):</a:t>
            </a:r>
          </a:p>
          <a:p>
            <a:r>
              <a:rPr lang="en-US" sz="2000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2000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2000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en-US" sz="2000" b="1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.sum</a:t>
            </a:r>
            <a:r>
              <a:rPr lang="en-US" sz="2000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  <a:r>
              <a:rPr lang="en-US" sz="2000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en-US" sz="2000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endParaRPr lang="en-US" sz="2000" b="1" dirty="0">
              <a:solidFill>
                <a:srgbClr val="24292F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>
              <a:solidFill>
                <a:srgbClr val="24292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df.</a:t>
            </a:r>
            <a:r>
              <a:rPr lang="en-US" sz="2000" b="1" dirty="0" err="1">
                <a:solidFill>
                  <a:srgbClr val="8250D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groupby</a:t>
            </a:r>
            <a:r>
              <a:rPr lang="en-US" sz="2000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000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'key'</a:t>
            </a:r>
            <a:r>
              <a:rPr lang="en-US" sz="2000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).</a:t>
            </a:r>
            <a:r>
              <a:rPr lang="en-US" sz="2000" b="1" dirty="0">
                <a:solidFill>
                  <a:srgbClr val="8250D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aggregate</a:t>
            </a:r>
            <a:r>
              <a:rPr lang="en-US" sz="2000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([</a:t>
            </a:r>
            <a:r>
              <a:rPr lang="en-US" sz="2000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'sum'</a:t>
            </a:r>
            <a:r>
              <a:rPr lang="en-US" sz="2000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2000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'min'</a:t>
            </a:r>
            <a:r>
              <a:rPr lang="en-US" sz="2000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2000" b="1" dirty="0" err="1">
                <a:solidFill>
                  <a:srgbClr val="8250D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myfunc</a:t>
            </a:r>
            <a:r>
              <a:rPr lang="en-US" sz="2000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df.</a:t>
            </a:r>
            <a:r>
              <a:rPr lang="en-US" sz="2000" b="1" dirty="0" err="1">
                <a:solidFill>
                  <a:srgbClr val="8250D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groupby</a:t>
            </a:r>
            <a:r>
              <a:rPr lang="en-US" sz="2000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000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'key'</a:t>
            </a:r>
            <a:r>
              <a:rPr lang="en-US" sz="2000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).</a:t>
            </a:r>
            <a:r>
              <a:rPr lang="en-US" sz="2000" b="1" dirty="0">
                <a:solidFill>
                  <a:srgbClr val="8250D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aggregate</a:t>
            </a:r>
            <a:r>
              <a:rPr lang="en-US" sz="2000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({</a:t>
            </a:r>
            <a:r>
              <a:rPr lang="en-US" sz="2000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'data1'</a:t>
            </a:r>
            <a:r>
              <a:rPr lang="en-US" sz="2000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:[</a:t>
            </a:r>
            <a:r>
              <a:rPr lang="en-US" sz="2000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n-US" sz="2000" b="1" dirty="0" err="1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sum'</a:t>
            </a:r>
            <a:r>
              <a:rPr lang="en-US" sz="2000" b="1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2000" b="1" dirty="0" err="1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'min</a:t>
            </a:r>
            <a:r>
              <a:rPr lang="en-US" sz="2000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n-US" sz="2000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],</a:t>
            </a:r>
            <a:r>
              <a:rPr lang="en-US" sz="2000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'data2'</a:t>
            </a:r>
            <a:r>
              <a:rPr lang="en-US" sz="2000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:myfunc})</a:t>
            </a:r>
          </a:p>
        </p:txBody>
      </p:sp>
    </p:spTree>
    <p:extLst>
      <p:ext uri="{BB962C8B-B14F-4D97-AF65-F5344CB8AC3E}">
        <p14:creationId xmlns:p14="http://schemas.microsoft.com/office/powerpoint/2010/main" val="4169692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4" grpId="0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62A79EAC-0BC8-4DF7-B963-899AA7EF6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Aggregation and Grouping</a:t>
            </a:r>
            <a:endParaRPr lang="en-US" dirty="0">
              <a:latin typeface="+mn-lt"/>
            </a:endParaRP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0337E840-2193-4D70-8699-27A7C432B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C8DC224-4589-4F63-9A47-BDC85642E9A5}" type="slidenum">
              <a:rPr lang="en-US" smtClean="0"/>
              <a:t>14</a:t>
            </a:fld>
            <a:endParaRPr lang="en-US"/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ADFD8BC1-5631-4B0F-AFFE-17313F9C70E7}"/>
              </a:ext>
            </a:extLst>
          </p:cNvPr>
          <p:cNvSpPr txBox="1"/>
          <p:nvPr/>
        </p:nvSpPr>
        <p:spPr>
          <a:xfrm>
            <a:off x="904875" y="1192474"/>
            <a:ext cx="107823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200" b="1" i="0" dirty="0">
                <a:solidFill>
                  <a:srgbClr val="000000"/>
                </a:solidFill>
                <a:effectLst/>
                <a:latin typeface="Helvetica Neue"/>
              </a:rPr>
              <a:t>Filtering</a:t>
            </a:r>
          </a:p>
          <a:p>
            <a:pPr algn="l"/>
            <a:r>
              <a:rPr lang="en-GB" sz="2200" b="0" i="0" dirty="0">
                <a:solidFill>
                  <a:srgbClr val="000000"/>
                </a:solidFill>
                <a:effectLst/>
                <a:latin typeface="Helvetica Neue"/>
              </a:rPr>
              <a:t>A filtering operation allows you to drop data based on the group properties.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63D059CB-5E09-10A4-21C2-CA6F296D2F17}"/>
              </a:ext>
            </a:extLst>
          </p:cNvPr>
          <p:cNvSpPr txBox="1"/>
          <p:nvPr/>
        </p:nvSpPr>
        <p:spPr>
          <a:xfrm>
            <a:off x="904875" y="2258342"/>
            <a:ext cx="107823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Let's look at the following codes and explain how filters work</a:t>
            </a:r>
            <a:endParaRPr lang="en-US" b="1" dirty="0">
              <a:solidFill>
                <a:srgbClr val="24292F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b="1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df.</a:t>
            </a:r>
            <a:r>
              <a:rPr lang="en-US" b="1" dirty="0" err="1">
                <a:solidFill>
                  <a:srgbClr val="8250D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groupby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'key'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).</a:t>
            </a:r>
            <a:r>
              <a:rPr lang="en-US" b="1" dirty="0">
                <a:solidFill>
                  <a:srgbClr val="8250D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sum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b="1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df.</a:t>
            </a:r>
            <a:r>
              <a:rPr lang="en-US" b="1" dirty="0" err="1">
                <a:solidFill>
                  <a:srgbClr val="8250D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groupby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'key'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).</a:t>
            </a:r>
            <a:r>
              <a:rPr lang="en-US" b="1" dirty="0">
                <a:solidFill>
                  <a:srgbClr val="8250D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filter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lambda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b="1" dirty="0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.data1.sum()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&gt;=</a:t>
            </a:r>
            <a:r>
              <a:rPr lang="en-US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5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EB507E43-852A-295C-BE27-C103F245E08F}"/>
              </a:ext>
            </a:extLst>
          </p:cNvPr>
          <p:cNvSpPr txBox="1"/>
          <p:nvPr/>
        </p:nvSpPr>
        <p:spPr>
          <a:xfrm>
            <a:off x="904875" y="3429000"/>
            <a:ext cx="5495925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200" b="1" i="0" dirty="0">
                <a:solidFill>
                  <a:srgbClr val="000000"/>
                </a:solidFill>
                <a:effectLst/>
                <a:latin typeface="Helvetica Neue"/>
              </a:rPr>
              <a:t>Transformation</a:t>
            </a:r>
          </a:p>
          <a:p>
            <a:r>
              <a:rPr lang="en-GB" sz="2200" dirty="0">
                <a:solidFill>
                  <a:srgbClr val="000000"/>
                </a:solidFill>
                <a:latin typeface="Helvetica Neue"/>
              </a:rPr>
              <a:t>Applies a function to each group and returns an object with the same size as the original group. Often used for normalization or data transformation.</a:t>
            </a:r>
            <a:endParaRPr lang="en-GB" sz="2200" b="0" i="0" dirty="0">
              <a:solidFill>
                <a:srgbClr val="000000"/>
              </a:solidFill>
              <a:effectLst/>
              <a:latin typeface="Helvetica Neue"/>
            </a:endParaRPr>
          </a:p>
        </p:txBody>
      </p:sp>
      <p:pic>
        <p:nvPicPr>
          <p:cNvPr id="13" name="Hình ảnh 12">
            <a:extLst>
              <a:ext uri="{FF2B5EF4-FFF2-40B4-BE49-F238E27FC236}">
                <a16:creationId xmlns:a16="http://schemas.microsoft.com/office/drawing/2014/main" id="{FC420005-D142-7C58-8FC7-A662E3EC5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464" y="3274005"/>
            <a:ext cx="5562600" cy="315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534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62A79EAC-0BC8-4DF7-B963-899AA7EF6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Aggregation and Grouping</a:t>
            </a:r>
            <a:endParaRPr lang="en-US" dirty="0">
              <a:latin typeface="+mn-lt"/>
            </a:endParaRP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0337E840-2193-4D70-8699-27A7C432B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C8DC224-4589-4F63-9A47-BDC85642E9A5}" type="slidenum">
              <a:rPr lang="en-US" smtClean="0"/>
              <a:t>15</a:t>
            </a:fld>
            <a:endParaRPr lang="en-US"/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500063F0-F09D-4B27-8A5A-87FBAC9048F7}"/>
              </a:ext>
            </a:extLst>
          </p:cNvPr>
          <p:cNvSpPr txBox="1"/>
          <p:nvPr/>
        </p:nvSpPr>
        <p:spPr>
          <a:xfrm>
            <a:off x="669909" y="1056745"/>
            <a:ext cx="1101726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200" b="1" dirty="0"/>
              <a:t>The apply() method</a:t>
            </a:r>
          </a:p>
          <a:p>
            <a:r>
              <a:rPr lang="en-GB" sz="2200" dirty="0"/>
              <a:t>Applies an arbitrary function to each group and can return an object with a different shape than the original group.</a:t>
            </a:r>
            <a:endParaRPr lang="en-US" sz="2200" dirty="0"/>
          </a:p>
        </p:txBody>
      </p:sp>
      <p:pic>
        <p:nvPicPr>
          <p:cNvPr id="10" name="Hình ảnh 9">
            <a:extLst>
              <a:ext uri="{FF2B5EF4-FFF2-40B4-BE49-F238E27FC236}">
                <a16:creationId xmlns:a16="http://schemas.microsoft.com/office/drawing/2014/main" id="{05B762CF-033C-4AC2-9DE2-5C2E7BC2A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909" y="2195204"/>
            <a:ext cx="4276725" cy="1085850"/>
          </a:xfrm>
          <a:prstGeom prst="rect">
            <a:avLst/>
          </a:prstGeom>
        </p:spPr>
      </p:pic>
      <p:pic>
        <p:nvPicPr>
          <p:cNvPr id="12" name="Hình ảnh 11">
            <a:extLst>
              <a:ext uri="{FF2B5EF4-FFF2-40B4-BE49-F238E27FC236}">
                <a16:creationId xmlns:a16="http://schemas.microsoft.com/office/drawing/2014/main" id="{E99481E5-C4D3-4647-B799-9E9CAD585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1741" y="2195204"/>
            <a:ext cx="2124075" cy="2962275"/>
          </a:xfrm>
          <a:prstGeom prst="rect">
            <a:avLst/>
          </a:prstGeom>
        </p:spPr>
      </p:pic>
      <p:pic>
        <p:nvPicPr>
          <p:cNvPr id="14" name="Hình ảnh 13">
            <a:extLst>
              <a:ext uri="{FF2B5EF4-FFF2-40B4-BE49-F238E27FC236}">
                <a16:creationId xmlns:a16="http://schemas.microsoft.com/office/drawing/2014/main" id="{9DEF0C0F-D5A2-49DE-92EB-D2864FBBD2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0923" y="2079552"/>
            <a:ext cx="4648200" cy="3105150"/>
          </a:xfrm>
          <a:prstGeom prst="rect">
            <a:avLst/>
          </a:prstGeom>
        </p:spPr>
      </p:pic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1AF4D1E5-30D7-E02D-846E-EC855B51E253}"/>
              </a:ext>
            </a:extLst>
          </p:cNvPr>
          <p:cNvSpPr txBox="1"/>
          <p:nvPr/>
        </p:nvSpPr>
        <p:spPr>
          <a:xfrm>
            <a:off x="632272" y="5062591"/>
            <a:ext cx="1140198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/>
              <a:t>Summary</a:t>
            </a: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/>
              <a:t>Aggregate (</a:t>
            </a:r>
            <a:r>
              <a:rPr lang="en-GB" sz="2000" b="1" dirty="0" err="1"/>
              <a:t>agg</a:t>
            </a:r>
            <a:r>
              <a:rPr lang="en-GB" sz="2000" b="1" dirty="0"/>
              <a:t>)</a:t>
            </a:r>
            <a:r>
              <a:rPr lang="en-GB" sz="2000" dirty="0"/>
              <a:t>: Apply multiple aggregation functions on group columns.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/>
              <a:t>Filter</a:t>
            </a:r>
            <a:r>
              <a:rPr lang="en-GB" sz="2000" dirty="0"/>
              <a:t>: Filter groups based on a condition.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/>
              <a:t>Transform</a:t>
            </a:r>
            <a:r>
              <a:rPr lang="en-GB" sz="2000" dirty="0"/>
              <a:t>: Apply a function to each group, returning an object of the same size.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/>
              <a:t>Apply</a:t>
            </a:r>
            <a:r>
              <a:rPr lang="en-GB" sz="2000" dirty="0"/>
              <a:t>: Apply an arbitrary function to each group, returning an object with a potentially different shape.</a:t>
            </a:r>
          </a:p>
        </p:txBody>
      </p:sp>
    </p:spTree>
    <p:extLst>
      <p:ext uri="{BB962C8B-B14F-4D97-AF65-F5344CB8AC3E}">
        <p14:creationId xmlns:p14="http://schemas.microsoft.com/office/powerpoint/2010/main" val="4242170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62A79EAC-0BC8-4DF7-B963-899AA7EF6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Practice</a:t>
            </a:r>
            <a:endParaRPr lang="en-US" dirty="0">
              <a:latin typeface="+mn-lt"/>
            </a:endParaRP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0337E840-2193-4D70-8699-27A7C432B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C8DC224-4589-4F63-9A47-BDC85642E9A5}" type="slidenum">
              <a:rPr lang="en-US" smtClean="0"/>
              <a:t>16</a:t>
            </a:fld>
            <a:endParaRPr lang="en-US"/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02F57B54-6F6D-6E10-7D0A-D886773E6399}"/>
              </a:ext>
            </a:extLst>
          </p:cNvPr>
          <p:cNvSpPr txBox="1"/>
          <p:nvPr/>
        </p:nvSpPr>
        <p:spPr>
          <a:xfrm>
            <a:off x="800100" y="1595021"/>
            <a:ext cx="1077486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/>
              <a:t>Practice Requirements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Handling missing data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Using describe() method</a:t>
            </a:r>
            <a:endParaRPr lang="en-GB" sz="2400" b="1" dirty="0"/>
          </a:p>
          <a:p>
            <a:pPr marL="342900" indent="-342900">
              <a:buFont typeface="+mj-lt"/>
              <a:buAutoNum type="arabicPeriod"/>
            </a:pPr>
            <a:r>
              <a:rPr lang="en-GB" sz="2400" dirty="0"/>
              <a:t>Calculate the total number of planets discovered by each method.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400" dirty="0"/>
              <a:t>Calculate the average orbital period of planets for each discovery method.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400" dirty="0"/>
              <a:t>Determine the maximum mass of planets discovered by each method.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400" dirty="0"/>
              <a:t>Calculate the average distance from Earth to the planets discovered each year.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400" dirty="0"/>
              <a:t>Count the number of planet discoveries by each method and year.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400" dirty="0"/>
              <a:t>Aggregate the total number of planets and average mass by each method.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400" dirty="0"/>
              <a:t>Filter methods of discovery that have discovered more than 20 planets in total.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400" dirty="0"/>
              <a:t>Apply a custom function to calculate the average mass of planets if the number of planets is greater than 1 within the group.</a:t>
            </a: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E8FDAD9E-B4DA-6672-5911-264092983ED7}"/>
              </a:ext>
            </a:extLst>
          </p:cNvPr>
          <p:cNvSpPr txBox="1"/>
          <p:nvPr/>
        </p:nvSpPr>
        <p:spPr>
          <a:xfrm>
            <a:off x="800100" y="795338"/>
            <a:ext cx="72427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import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seaborn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as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sns</a:t>
            </a:r>
            <a:endParaRPr lang="en-US" b="1" dirty="0">
              <a:solidFill>
                <a:srgbClr val="24292F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planets 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sns</a:t>
            </a:r>
            <a:r>
              <a:rPr lang="en-US" b="1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rgbClr val="8250D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load_dataset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'planets'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879002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62A79EAC-0BC8-4DF7-B963-899AA7EF6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Pivot Tables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EFE970DA-31B3-48D7-84D8-E9CFD5B197FD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GB" dirty="0"/>
              <a:t>Motivating Pivot Tables</a:t>
            </a:r>
            <a:endParaRPr lang="en-US" dirty="0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0337E840-2193-4D70-8699-27A7C432B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C8DC224-4589-4F63-9A47-BDC85642E9A5}" type="slidenum">
              <a:rPr lang="en-US" smtClean="0"/>
              <a:t>17</a:t>
            </a:fld>
            <a:endParaRPr lang="en-US"/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34D6FD35-C499-E613-38B1-4F2821948DCE}"/>
              </a:ext>
            </a:extLst>
          </p:cNvPr>
          <p:cNvSpPr txBox="1"/>
          <p:nvPr/>
        </p:nvSpPr>
        <p:spPr>
          <a:xfrm>
            <a:off x="904875" y="1426019"/>
            <a:ext cx="724271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import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numpy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as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np</a:t>
            </a:r>
            <a:endParaRPr lang="en-US" b="1" dirty="0">
              <a:solidFill>
                <a:srgbClr val="24292F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import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pandas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as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pd</a:t>
            </a:r>
            <a:endParaRPr lang="en-US" b="1" dirty="0">
              <a:solidFill>
                <a:srgbClr val="24292F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import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seaborn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as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sns</a:t>
            </a:r>
            <a:endParaRPr lang="en-US" b="1" dirty="0">
              <a:solidFill>
                <a:srgbClr val="24292F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titanic 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sns</a:t>
            </a:r>
            <a:r>
              <a:rPr lang="en-US" b="1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rgbClr val="8250D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load_dataset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'titanic'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US" b="1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titanic.</a:t>
            </a:r>
            <a:r>
              <a:rPr lang="en-US" b="1" dirty="0" err="1">
                <a:solidFill>
                  <a:srgbClr val="8250D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97D3A6A3-5B90-9E18-5BD4-7B113E7B93AF}"/>
              </a:ext>
            </a:extLst>
          </p:cNvPr>
          <p:cNvSpPr txBox="1"/>
          <p:nvPr/>
        </p:nvSpPr>
        <p:spPr>
          <a:xfrm>
            <a:off x="1023124" y="3422559"/>
            <a:ext cx="10518388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rgbClr val="24292F"/>
                </a:solidFill>
                <a:cs typeface="Arabic Typesetting" panose="03020402040406030203" pitchFamily="66" charset="-78"/>
              </a:rPr>
              <a:t>To get a deeper look at survival rates by both gender and ticket class, we can use a long and complex code string:</a:t>
            </a:r>
          </a:p>
          <a:p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b="1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titanic.</a:t>
            </a:r>
            <a:r>
              <a:rPr lang="en-US" b="1" dirty="0" err="1">
                <a:solidFill>
                  <a:srgbClr val="8250D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groupby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([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n-US" b="1" dirty="0" err="1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class'</a:t>
            </a:r>
            <a:r>
              <a:rPr lang="en-US" b="1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b="1" dirty="0" err="1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'sex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])[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'survived'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].</a:t>
            </a:r>
            <a:r>
              <a:rPr lang="en-US" b="1" dirty="0">
                <a:solidFill>
                  <a:srgbClr val="8250D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mean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().</a:t>
            </a:r>
            <a:r>
              <a:rPr lang="en-US" b="1" dirty="0">
                <a:solidFill>
                  <a:srgbClr val="8250D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unstack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rgbClr val="24292F"/>
                </a:solidFill>
              </a:rPr>
              <a:t>Pandas provides the </a:t>
            </a:r>
            <a:r>
              <a:rPr lang="en-GB" sz="2800" dirty="0" err="1">
                <a:solidFill>
                  <a:srgbClr val="24292F"/>
                </a:solidFill>
              </a:rPr>
              <a:t>pivot_table</a:t>
            </a:r>
            <a:r>
              <a:rPr lang="en-GB" sz="2800" dirty="0">
                <a:solidFill>
                  <a:srgbClr val="24292F"/>
                </a:solidFill>
              </a:rPr>
              <a:t> method to </a:t>
            </a:r>
            <a:r>
              <a:rPr lang="en-GB" sz="2800" b="1" dirty="0">
                <a:solidFill>
                  <a:srgbClr val="24292F"/>
                </a:solidFill>
              </a:rPr>
              <a:t>simplify</a:t>
            </a:r>
            <a:r>
              <a:rPr lang="en-GB" sz="2800" dirty="0">
                <a:solidFill>
                  <a:srgbClr val="24292F"/>
                </a:solidFill>
              </a:rPr>
              <a:t> </a:t>
            </a:r>
            <a:r>
              <a:rPr lang="en-GB" sz="2800" dirty="0" err="1">
                <a:solidFill>
                  <a:srgbClr val="24292F"/>
                </a:solidFill>
              </a:rPr>
              <a:t>ultidimensional</a:t>
            </a:r>
            <a:r>
              <a:rPr lang="en-GB" sz="2800" dirty="0">
                <a:solidFill>
                  <a:srgbClr val="24292F"/>
                </a:solidFill>
              </a:rPr>
              <a:t> aggregation</a:t>
            </a:r>
          </a:p>
          <a:p>
            <a:r>
              <a:rPr lang="en-US" b="1" dirty="0">
                <a:solidFill>
                  <a:srgbClr val="8A46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b="1" dirty="0" err="1">
                <a:solidFill>
                  <a:srgbClr val="8A46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pd</a:t>
            </a:r>
            <a:r>
              <a:rPr lang="en-US" b="1" dirty="0" err="1">
                <a:solidFill>
                  <a:srgbClr val="24292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rgbClr val="8250D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pivot_table</a:t>
            </a:r>
            <a:r>
              <a:rPr lang="en-US" b="1" dirty="0">
                <a:solidFill>
                  <a:srgbClr val="24292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8A46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data</a:t>
            </a:r>
            <a:r>
              <a:rPr lang="en-US" b="1" dirty="0">
                <a:solidFill>
                  <a:srgbClr val="B359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 err="1">
                <a:solidFill>
                  <a:srgbClr val="24292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titanic,</a:t>
            </a:r>
            <a:r>
              <a:rPr lang="en-US" b="1" dirty="0" err="1">
                <a:solidFill>
                  <a:srgbClr val="8A46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index</a:t>
            </a:r>
            <a:r>
              <a:rPr lang="en-US" b="1" dirty="0">
                <a:solidFill>
                  <a:srgbClr val="B359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A3069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'class’</a:t>
            </a:r>
            <a:r>
              <a:rPr lang="en-US" b="1" dirty="0">
                <a:solidFill>
                  <a:srgbClr val="24292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</a:p>
          <a:p>
            <a:r>
              <a:rPr lang="en-US" b="1" dirty="0">
                <a:solidFill>
                  <a:srgbClr val="24292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</a:t>
            </a:r>
            <a:r>
              <a:rPr lang="en-US" b="1" dirty="0">
                <a:solidFill>
                  <a:srgbClr val="8A46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columns</a:t>
            </a:r>
            <a:r>
              <a:rPr lang="en-US" b="1" dirty="0">
                <a:solidFill>
                  <a:srgbClr val="B359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A3069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'sex'</a:t>
            </a:r>
            <a:r>
              <a:rPr lang="en-US" b="1" dirty="0">
                <a:solidFill>
                  <a:srgbClr val="24292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8A46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values</a:t>
            </a:r>
            <a:r>
              <a:rPr lang="en-US" b="1" dirty="0">
                <a:solidFill>
                  <a:srgbClr val="B359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A3069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'survived'</a:t>
            </a:r>
            <a:r>
              <a:rPr lang="en-US" b="1" dirty="0">
                <a:solidFill>
                  <a:srgbClr val="24292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dirty="0">
              <a:solidFill>
                <a:srgbClr val="24292F"/>
              </a:solidFill>
              <a:effectLst/>
              <a:highlight>
                <a:srgbClr val="FFFFFF"/>
              </a:highlight>
            </a:endParaRPr>
          </a:p>
        </p:txBody>
      </p:sp>
      <p:pic>
        <p:nvPicPr>
          <p:cNvPr id="16" name="Hình ảnh 15">
            <a:extLst>
              <a:ext uri="{FF2B5EF4-FFF2-40B4-BE49-F238E27FC236}">
                <a16:creationId xmlns:a16="http://schemas.microsoft.com/office/drawing/2014/main" id="{612F67FF-518A-C36F-29C4-2ECFBEDB3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0" y="945483"/>
            <a:ext cx="3971925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122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62A79EAC-0BC8-4DF7-B963-899AA7EF6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Pivot Tables</a:t>
            </a:r>
            <a:endParaRPr lang="en-US" dirty="0">
              <a:latin typeface="+mn-lt"/>
            </a:endParaRP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0337E840-2193-4D70-8699-27A7C432B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C8DC224-4589-4F63-9A47-BDC85642E9A5}" type="slidenum">
              <a:rPr lang="en-US" smtClean="0"/>
              <a:t>18</a:t>
            </a:fld>
            <a:endParaRPr lang="en-US"/>
          </a:p>
        </p:txBody>
      </p:sp>
      <p:sp>
        <p:nvSpPr>
          <p:cNvPr id="29" name="Hộp Văn bản 28">
            <a:extLst>
              <a:ext uri="{FF2B5EF4-FFF2-40B4-BE49-F238E27FC236}">
                <a16:creationId xmlns:a16="http://schemas.microsoft.com/office/drawing/2014/main" id="{3B44278A-8FC8-4EFB-A5FC-1EB70F6E7976}"/>
              </a:ext>
            </a:extLst>
          </p:cNvPr>
          <p:cNvSpPr txBox="1"/>
          <p:nvPr/>
        </p:nvSpPr>
        <p:spPr>
          <a:xfrm>
            <a:off x="904875" y="944460"/>
            <a:ext cx="45266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</a:rPr>
              <a:t>Additional pivot table options</a:t>
            </a:r>
            <a:endParaRPr lang="en-US" sz="2400" b="1" dirty="0"/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A3A5EACB-FCAF-0987-0393-C898B862E97A}"/>
              </a:ext>
            </a:extLst>
          </p:cNvPr>
          <p:cNvSpPr txBox="1"/>
          <p:nvPr/>
        </p:nvSpPr>
        <p:spPr>
          <a:xfrm>
            <a:off x="662569" y="1558664"/>
            <a:ext cx="543343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DataFrame.pivot_table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(data, </a:t>
            </a:r>
          </a:p>
          <a:p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       </a:t>
            </a:r>
            <a:r>
              <a:rPr lang="en-US" b="1" dirty="0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values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None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</a:p>
          <a:p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       </a:t>
            </a:r>
            <a:r>
              <a:rPr lang="en-US" b="1" dirty="0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index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None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</a:p>
          <a:p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       </a:t>
            </a:r>
            <a:r>
              <a:rPr lang="en-US" b="1" dirty="0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columns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None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</a:p>
          <a:p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       </a:t>
            </a:r>
            <a:r>
              <a:rPr lang="en-US" b="1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aggfunc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'mean'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</a:p>
          <a:p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       </a:t>
            </a:r>
            <a:r>
              <a:rPr lang="en-US" b="1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fill_value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None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</a:p>
          <a:p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       </a:t>
            </a:r>
            <a:r>
              <a:rPr lang="en-US" b="1" dirty="0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margins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False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</a:p>
          <a:p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       </a:t>
            </a:r>
            <a:r>
              <a:rPr lang="en-US" b="1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dropna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True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</a:p>
          <a:p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       </a:t>
            </a:r>
            <a:r>
              <a:rPr lang="en-US" b="1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margins_name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'All'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</a:p>
          <a:p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       </a:t>
            </a:r>
            <a:r>
              <a:rPr lang="en-US" b="1" dirty="0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observed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False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</a:p>
          <a:p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       </a:t>
            </a:r>
            <a:r>
              <a:rPr lang="en-US" b="1" dirty="0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sort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True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3792AD4-06CF-7181-CECB-3E2DC57B3B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7844" y="961369"/>
            <a:ext cx="6310428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input data for the pivot table.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values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Column(s) to aggregate. If omitted, all remaining numeric columns will be used.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index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Column(s) to group by on the pivot table index. These become the rows.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columns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Column(s) to group by on the pivot table columns.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aggfunc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Function to use for aggregation (e.g., 'mean', 'sum'). Default is 'mean'.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fill_value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Value to replace missing values with in the pivot table.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margins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Add row/column totals (subtotals). Default is False.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dropna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Do not include columns whose entries are all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Default is True.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margins_name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Name of the row/column that will contain the totals when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margins=True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Default is 'All'.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observed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If True, only show observed values for categorical groupers. Default is False.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Sort the result. Default is True. </a:t>
            </a:r>
          </a:p>
        </p:txBody>
      </p:sp>
    </p:spTree>
    <p:extLst>
      <p:ext uri="{BB962C8B-B14F-4D97-AF65-F5344CB8AC3E}">
        <p14:creationId xmlns:p14="http://schemas.microsoft.com/office/powerpoint/2010/main" val="39427164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62A79EAC-0BC8-4DF7-B963-899AA7EF6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Pivot Tables</a:t>
            </a:r>
            <a:endParaRPr lang="en-US" dirty="0">
              <a:latin typeface="+mn-lt"/>
            </a:endParaRP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0337E840-2193-4D70-8699-27A7C432B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C8DC224-4589-4F63-9A47-BDC85642E9A5}" type="slidenum">
              <a:rPr lang="en-US" smtClean="0"/>
              <a:t>19</a:t>
            </a:fld>
            <a:endParaRPr lang="en-US"/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D6AD69DF-EC59-4271-B205-4B4836C50B94}"/>
              </a:ext>
            </a:extLst>
          </p:cNvPr>
          <p:cNvSpPr txBox="1"/>
          <p:nvPr/>
        </p:nvSpPr>
        <p:spPr>
          <a:xfrm>
            <a:off x="704850" y="917912"/>
            <a:ext cx="10782300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2000" b="1" dirty="0"/>
              <a:t>Task 1: Survival Rate by Class and Sex:</a:t>
            </a:r>
            <a:r>
              <a:rPr lang="en-GB" sz="2000" dirty="0"/>
              <a:t> Create a pivot table to find the survival rate by passenger class (</a:t>
            </a:r>
            <a:r>
              <a:rPr lang="en-GB" sz="2000" dirty="0" err="1"/>
              <a:t>pclass</a:t>
            </a:r>
            <a:r>
              <a:rPr lang="en-GB" sz="2000" dirty="0"/>
              <a:t>) and sex (sex).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2000" b="1" dirty="0"/>
              <a:t>Task 2: Average Fare by Class, Sex, and Embarkation Port:</a:t>
            </a:r>
            <a:r>
              <a:rPr lang="en-GB" sz="2000" dirty="0"/>
              <a:t> Create a pivot table to find the average fare by passenger class (</a:t>
            </a:r>
            <a:r>
              <a:rPr lang="en-GB" sz="2000" dirty="0" err="1"/>
              <a:t>pclass</a:t>
            </a:r>
            <a:r>
              <a:rPr lang="en-GB" sz="2000" dirty="0"/>
              <a:t>), sex (sex), and embarkation port (</a:t>
            </a:r>
            <a:r>
              <a:rPr lang="en-GB" sz="2000" dirty="0" err="1"/>
              <a:t>embark_town</a:t>
            </a:r>
            <a:r>
              <a:rPr lang="en-GB" sz="2000" dirty="0"/>
              <a:t>).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2000" b="1" dirty="0"/>
              <a:t>Task 3: Total Count of Survivors by Class and Deck:</a:t>
            </a:r>
            <a:r>
              <a:rPr lang="en-GB" sz="2000" dirty="0"/>
              <a:t> Create a pivot table to find the total number of survivors by passenger class (</a:t>
            </a:r>
            <a:r>
              <a:rPr lang="en-GB" sz="2000" dirty="0" err="1"/>
              <a:t>pclass</a:t>
            </a:r>
            <a:r>
              <a:rPr lang="en-GB" sz="2000" dirty="0"/>
              <a:t>) and deck (deck):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2000" b="1" dirty="0"/>
              <a:t>Task 4: Age Distribution by Class and Gender:</a:t>
            </a:r>
            <a:r>
              <a:rPr lang="en-GB" sz="2000" dirty="0"/>
              <a:t> Create a pivot table to find the average and median age of passengers by class (</a:t>
            </a:r>
            <a:r>
              <a:rPr lang="en-GB" sz="2000" dirty="0" err="1"/>
              <a:t>pclass</a:t>
            </a:r>
            <a:r>
              <a:rPr lang="en-GB" sz="2000" dirty="0"/>
              <a:t>) and gender (sex).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2000" b="1" dirty="0"/>
              <a:t>Task 5: Embarkation Port Distribution by Class and Gender:</a:t>
            </a:r>
            <a:r>
              <a:rPr lang="en-GB" sz="2000" dirty="0"/>
              <a:t> Create a pivot table to find the count of passengers by class (</a:t>
            </a:r>
            <a:r>
              <a:rPr lang="en-GB" sz="2000" dirty="0" err="1"/>
              <a:t>pclass</a:t>
            </a:r>
            <a:r>
              <a:rPr lang="en-GB" sz="2000" dirty="0"/>
              <a:t>), gender (sex), and embarkation port (</a:t>
            </a:r>
            <a:r>
              <a:rPr lang="en-GB" sz="2000" dirty="0" err="1"/>
              <a:t>embark_town</a:t>
            </a:r>
            <a:r>
              <a:rPr lang="en-GB" sz="2000" dirty="0"/>
              <a:t>).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2000" b="1" dirty="0"/>
              <a:t>Task 6: Survival Rate by Age Group and Class</a:t>
            </a:r>
            <a:r>
              <a:rPr lang="en-GB" sz="2000" dirty="0"/>
              <a:t>: Create a pivot table to find the survival rate by age group and class (</a:t>
            </a:r>
            <a:r>
              <a:rPr lang="en-GB" sz="2000" dirty="0" err="1"/>
              <a:t>pclass</a:t>
            </a:r>
            <a:r>
              <a:rPr lang="en-GB" sz="2000" dirty="0"/>
              <a:t>). First, create age groups using </a:t>
            </a:r>
            <a:r>
              <a:rPr lang="en-GB" sz="2000" dirty="0" err="1"/>
              <a:t>pd.cut</a:t>
            </a:r>
            <a:r>
              <a:rPr lang="en-GB" sz="2000" dirty="0"/>
              <a:t>.</a:t>
            </a:r>
            <a:endParaRPr lang="en-GB" sz="2400" dirty="0"/>
          </a:p>
          <a:p>
            <a:r>
              <a:rPr lang="en-GB" b="1" dirty="0">
                <a:solidFill>
                  <a:srgbClr val="6E778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 Create age groups</a:t>
            </a:r>
            <a:endParaRPr lang="en-GB" b="1" dirty="0">
              <a:solidFill>
                <a:srgbClr val="24292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b="1" dirty="0" err="1">
                <a:solidFill>
                  <a:srgbClr val="24292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age_groups</a:t>
            </a:r>
            <a:r>
              <a:rPr lang="en-GB" b="1" dirty="0">
                <a:solidFill>
                  <a:srgbClr val="24292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B359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GB" b="1" dirty="0">
                <a:solidFill>
                  <a:srgbClr val="24292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b="1" dirty="0" err="1">
                <a:solidFill>
                  <a:srgbClr val="8A46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pd</a:t>
            </a:r>
            <a:r>
              <a:rPr lang="en-GB" b="1" dirty="0" err="1">
                <a:solidFill>
                  <a:srgbClr val="24292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GB" b="1" dirty="0" err="1">
                <a:solidFill>
                  <a:srgbClr val="8250D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cut</a:t>
            </a:r>
            <a:r>
              <a:rPr lang="en-GB" b="1" dirty="0">
                <a:solidFill>
                  <a:srgbClr val="24292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(titanic[</a:t>
            </a:r>
            <a:r>
              <a:rPr lang="en-GB" b="1" dirty="0">
                <a:solidFill>
                  <a:srgbClr val="0A3069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'age'</a:t>
            </a:r>
            <a:r>
              <a:rPr lang="en-GB" b="1" dirty="0">
                <a:solidFill>
                  <a:srgbClr val="24292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], </a:t>
            </a:r>
          </a:p>
          <a:p>
            <a:r>
              <a:rPr lang="en-GB" b="1" dirty="0">
                <a:solidFill>
                  <a:srgbClr val="24292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                    </a:t>
            </a:r>
            <a:r>
              <a:rPr lang="en-GB" b="1" dirty="0">
                <a:solidFill>
                  <a:srgbClr val="8A46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bins</a:t>
            </a:r>
            <a:r>
              <a:rPr lang="en-GB" b="1" dirty="0">
                <a:solidFill>
                  <a:srgbClr val="B359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GB" b="1" dirty="0">
                <a:solidFill>
                  <a:srgbClr val="24292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GB" b="1" dirty="0">
                <a:solidFill>
                  <a:srgbClr val="0550AE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GB" b="1" dirty="0">
                <a:solidFill>
                  <a:srgbClr val="24292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GB" b="1" dirty="0">
                <a:solidFill>
                  <a:srgbClr val="0550AE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12</a:t>
            </a:r>
            <a:r>
              <a:rPr lang="en-GB" b="1" dirty="0">
                <a:solidFill>
                  <a:srgbClr val="24292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GB" b="1" dirty="0">
                <a:solidFill>
                  <a:srgbClr val="0550AE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18</a:t>
            </a:r>
            <a:r>
              <a:rPr lang="en-GB" b="1" dirty="0">
                <a:solidFill>
                  <a:srgbClr val="24292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GB" b="1" dirty="0">
                <a:solidFill>
                  <a:srgbClr val="0550AE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35</a:t>
            </a:r>
            <a:r>
              <a:rPr lang="en-GB" b="1" dirty="0">
                <a:solidFill>
                  <a:srgbClr val="24292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GB" b="1" dirty="0">
                <a:solidFill>
                  <a:srgbClr val="0550AE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60</a:t>
            </a:r>
            <a:r>
              <a:rPr lang="en-GB" b="1" dirty="0">
                <a:solidFill>
                  <a:srgbClr val="24292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GB" b="1" dirty="0">
                <a:solidFill>
                  <a:srgbClr val="0550AE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80</a:t>
            </a:r>
            <a:r>
              <a:rPr lang="en-GB" b="1" dirty="0">
                <a:solidFill>
                  <a:srgbClr val="24292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], </a:t>
            </a:r>
          </a:p>
          <a:p>
            <a:r>
              <a:rPr lang="en-GB" b="1" dirty="0">
                <a:solidFill>
                  <a:srgbClr val="24292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                    </a:t>
            </a:r>
            <a:r>
              <a:rPr lang="en-GB" b="1" dirty="0">
                <a:solidFill>
                  <a:srgbClr val="8A46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labels</a:t>
            </a:r>
            <a:r>
              <a:rPr lang="en-GB" b="1" dirty="0">
                <a:solidFill>
                  <a:srgbClr val="B359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GB" b="1" dirty="0">
                <a:solidFill>
                  <a:srgbClr val="24292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GB" b="1" dirty="0">
                <a:solidFill>
                  <a:srgbClr val="0A3069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'Child'</a:t>
            </a:r>
            <a:r>
              <a:rPr lang="en-GB" b="1" dirty="0">
                <a:solidFill>
                  <a:srgbClr val="24292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GB" b="1" dirty="0">
                <a:solidFill>
                  <a:srgbClr val="0A3069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'Teen'</a:t>
            </a:r>
            <a:r>
              <a:rPr lang="en-GB" b="1" dirty="0">
                <a:solidFill>
                  <a:srgbClr val="24292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GB" b="1" dirty="0">
                <a:solidFill>
                  <a:srgbClr val="0A3069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'Adult'</a:t>
            </a:r>
            <a:r>
              <a:rPr lang="en-GB" b="1" dirty="0">
                <a:solidFill>
                  <a:srgbClr val="24292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GB" b="1" dirty="0">
                <a:solidFill>
                  <a:srgbClr val="0A3069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'Middle-aged'</a:t>
            </a:r>
            <a:r>
              <a:rPr lang="en-GB" b="1" dirty="0">
                <a:solidFill>
                  <a:srgbClr val="24292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GB" b="1" dirty="0">
                <a:solidFill>
                  <a:srgbClr val="0A3069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'Senior'</a:t>
            </a:r>
            <a:r>
              <a:rPr lang="en-GB" b="1" dirty="0">
                <a:solidFill>
                  <a:srgbClr val="24292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])</a:t>
            </a:r>
          </a:p>
          <a:p>
            <a:r>
              <a:rPr lang="en-GB" b="1" dirty="0">
                <a:solidFill>
                  <a:srgbClr val="6E778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 Add age group column to the </a:t>
            </a:r>
            <a:r>
              <a:rPr lang="en-GB" b="1" dirty="0" err="1">
                <a:solidFill>
                  <a:srgbClr val="6E778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DataFrame</a:t>
            </a:r>
            <a:endParaRPr lang="en-GB" b="1" dirty="0">
              <a:solidFill>
                <a:srgbClr val="24292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24292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titanic[</a:t>
            </a:r>
            <a:r>
              <a:rPr lang="en-GB" b="1" dirty="0">
                <a:solidFill>
                  <a:srgbClr val="0A3069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n-GB" b="1" dirty="0" err="1">
                <a:solidFill>
                  <a:srgbClr val="0A3069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age_group</a:t>
            </a:r>
            <a:r>
              <a:rPr lang="en-GB" b="1" dirty="0">
                <a:solidFill>
                  <a:srgbClr val="0A3069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n-GB" b="1" dirty="0">
                <a:solidFill>
                  <a:srgbClr val="24292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 </a:t>
            </a:r>
            <a:r>
              <a:rPr lang="en-GB" b="1" dirty="0">
                <a:solidFill>
                  <a:srgbClr val="B359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GB" b="1" dirty="0">
                <a:solidFill>
                  <a:srgbClr val="24292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b="1" dirty="0" err="1">
                <a:solidFill>
                  <a:srgbClr val="24292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age_groups</a:t>
            </a:r>
            <a:endParaRPr lang="en-GB" sz="2400" b="1" dirty="0">
              <a:solidFill>
                <a:srgbClr val="24292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5085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62A79EAC-0BC8-4DF7-B963-899AA7EF6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Practice: </a:t>
            </a:r>
            <a:r>
              <a:rPr lang="en-GB" dirty="0" err="1">
                <a:latin typeface="+mn-lt"/>
              </a:rPr>
              <a:t>Birthrate</a:t>
            </a:r>
            <a:r>
              <a:rPr lang="en-GB" dirty="0">
                <a:latin typeface="+mn-lt"/>
              </a:rPr>
              <a:t> Data</a:t>
            </a:r>
            <a:endParaRPr lang="en-US" dirty="0">
              <a:latin typeface="+mn-lt"/>
            </a:endParaRP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0337E840-2193-4D70-8699-27A7C432B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C8DC224-4589-4F63-9A47-BDC85642E9A5}" type="slidenum">
              <a:rPr lang="en-US" smtClean="0"/>
              <a:t>20</a:t>
            </a:fld>
            <a:endParaRPr lang="en-US"/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E5050DED-7982-436B-A039-1937F7EE6E9F}"/>
              </a:ext>
            </a:extLst>
          </p:cNvPr>
          <p:cNvSpPr txBox="1"/>
          <p:nvPr/>
        </p:nvSpPr>
        <p:spPr>
          <a:xfrm>
            <a:off x="904875" y="1831785"/>
            <a:ext cx="1032477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 err="1"/>
              <a:t>url</a:t>
            </a:r>
            <a:r>
              <a:rPr lang="en-US" sz="2200" dirty="0"/>
              <a:t> = </a:t>
            </a:r>
            <a:r>
              <a:rPr lang="en-US" sz="2200" dirty="0">
                <a:hlinkClick r:id="rId2"/>
              </a:rPr>
              <a:t>‘https://raw.githubusercontent.com/jakevdp/data-CDCbirths/master/births.csv</a:t>
            </a:r>
            <a:r>
              <a:rPr lang="en-US" sz="2200" dirty="0"/>
              <a:t>’</a:t>
            </a:r>
          </a:p>
          <a:p>
            <a:r>
              <a:rPr lang="en-GB" sz="2200" dirty="0"/>
              <a:t>births = </a:t>
            </a:r>
            <a:r>
              <a:rPr lang="en-GB" sz="2200" dirty="0" err="1"/>
              <a:t>pd.read_csv</a:t>
            </a:r>
            <a:r>
              <a:rPr lang="en-GB" sz="2200" dirty="0"/>
              <a:t>(</a:t>
            </a:r>
            <a:r>
              <a:rPr lang="en-GB" sz="2200" dirty="0" err="1"/>
              <a:t>url</a:t>
            </a:r>
            <a:r>
              <a:rPr lang="en-GB" sz="2200" dirty="0"/>
              <a:t>)</a:t>
            </a:r>
            <a:endParaRPr lang="en-US" sz="2200" dirty="0"/>
          </a:p>
        </p:txBody>
      </p:sp>
      <p:pic>
        <p:nvPicPr>
          <p:cNvPr id="12" name="Hình ảnh 11">
            <a:extLst>
              <a:ext uri="{FF2B5EF4-FFF2-40B4-BE49-F238E27FC236}">
                <a16:creationId xmlns:a16="http://schemas.microsoft.com/office/drawing/2014/main" id="{90793320-BC20-4A78-86A1-3EDF2B992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75" y="2784322"/>
            <a:ext cx="3562350" cy="2771775"/>
          </a:xfrm>
          <a:prstGeom prst="rect">
            <a:avLst/>
          </a:prstGeom>
        </p:spPr>
      </p:pic>
      <p:sp>
        <p:nvSpPr>
          <p:cNvPr id="15" name="Hộp Văn bản 14">
            <a:extLst>
              <a:ext uri="{FF2B5EF4-FFF2-40B4-BE49-F238E27FC236}">
                <a16:creationId xmlns:a16="http://schemas.microsoft.com/office/drawing/2014/main" id="{FC66DCBB-3ABD-4F82-A5AC-272E45D5353F}"/>
              </a:ext>
            </a:extLst>
          </p:cNvPr>
          <p:cNvSpPr txBox="1"/>
          <p:nvPr/>
        </p:nvSpPr>
        <p:spPr>
          <a:xfrm>
            <a:off x="772652" y="991926"/>
            <a:ext cx="1100024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200" dirty="0"/>
              <a:t>Let's take a look at the freely available data on births in the United States, provided by the </a:t>
            </a:r>
            <a:r>
              <a:rPr lang="en-GB" sz="2200" dirty="0" err="1"/>
              <a:t>Centers</a:t>
            </a:r>
            <a:r>
              <a:rPr lang="en-GB" sz="2200" dirty="0"/>
              <a:t> for Disease Control (CDC)</a:t>
            </a:r>
            <a:endParaRPr lang="en-US" sz="2200" dirty="0"/>
          </a:p>
        </p:txBody>
      </p:sp>
      <p:sp>
        <p:nvSpPr>
          <p:cNvPr id="17" name="Hộp Văn bản 16">
            <a:extLst>
              <a:ext uri="{FF2B5EF4-FFF2-40B4-BE49-F238E27FC236}">
                <a16:creationId xmlns:a16="http://schemas.microsoft.com/office/drawing/2014/main" id="{40318B8B-4EEE-4C4D-9D1A-DEB897F6EBE3}"/>
              </a:ext>
            </a:extLst>
          </p:cNvPr>
          <p:cNvSpPr txBox="1"/>
          <p:nvPr/>
        </p:nvSpPr>
        <p:spPr>
          <a:xfrm>
            <a:off x="4943582" y="2782669"/>
            <a:ext cx="6743593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/>
              <a:t>Let's add a decade column, and take a look at male and female births as a function of decade.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/>
              <a:t>Total birth in the quarters at male and female births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/>
              <a:t>…..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8614990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Văn bản 1">
            <a:extLst>
              <a:ext uri="{FF2B5EF4-FFF2-40B4-BE49-F238E27FC236}">
                <a16:creationId xmlns:a16="http://schemas.microsoft.com/office/drawing/2014/main" id="{A7DC3875-D982-AC87-AD86-869EAFD724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51" y="1038225"/>
            <a:ext cx="11115673" cy="1771882"/>
          </a:xfrm>
        </p:spPr>
        <p:txBody>
          <a:bodyPr>
            <a:normAutofit fontScale="92500" lnSpcReduction="10000"/>
          </a:bodyPr>
          <a:lstStyle/>
          <a:p>
            <a:r>
              <a:rPr lang="en-GB" b="1" i="0" dirty="0" err="1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Dataframes</a:t>
            </a:r>
            <a:r>
              <a:rPr lang="en-GB" b="1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Data Cleaning Tasks</a:t>
            </a:r>
            <a:br>
              <a:rPr lang="en-GB" b="1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specific tasks that you need to perform depend on the structure and contents of a dataset. In general, you will perform a workflow with the following steps (not necessarily always in this order), all of which can be performed with a Pandas </a:t>
            </a:r>
            <a:r>
              <a:rPr lang="en-GB" b="0" i="0" dirty="0" err="1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GB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3" name="Tiêu đề 2">
            <a:extLst>
              <a:ext uri="{FF2B5EF4-FFF2-40B4-BE49-F238E27FC236}">
                <a16:creationId xmlns:a16="http://schemas.microsoft.com/office/drawing/2014/main" id="{9576B160-909E-123A-AE62-B03130141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err="1">
                <a:latin typeface="+mn-lt"/>
              </a:rPr>
              <a:t>Dataframes</a:t>
            </a:r>
            <a:r>
              <a:rPr lang="en-GB" dirty="0">
                <a:latin typeface="+mn-lt"/>
              </a:rPr>
              <a:t> and Data Cleaning Tasks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3D13B0BA-0409-55C6-48E0-85D1CFDEAE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C8DC224-4589-4F63-9A47-BDC85642E9A5}" type="slidenum">
              <a:rPr lang="en-US" smtClean="0"/>
              <a:t>21</a:t>
            </a:fld>
            <a:endParaRPr lang="en-US"/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B82FBB43-0F9E-B5FF-6E1E-C1C3A6AD48AD}"/>
              </a:ext>
            </a:extLst>
          </p:cNvPr>
          <p:cNvSpPr txBox="1"/>
          <p:nvPr/>
        </p:nvSpPr>
        <p:spPr>
          <a:xfrm>
            <a:off x="1427356" y="2720898"/>
            <a:ext cx="10174093" cy="4031873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28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read data into a </a:t>
            </a:r>
            <a:r>
              <a:rPr lang="en-GB" sz="2800" b="0" i="0" dirty="0" err="1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endParaRPr lang="en-GB" sz="2800" b="0" i="0" dirty="0">
              <a:solidFill>
                <a:srgbClr val="24202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GB" sz="28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 top of </a:t>
            </a:r>
            <a:r>
              <a:rPr lang="en-GB" sz="2800" b="0" i="0" dirty="0" err="1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endParaRPr lang="en-GB" sz="2800" b="0" i="0" dirty="0">
              <a:solidFill>
                <a:srgbClr val="24202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GB" sz="28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 column data types</a:t>
            </a:r>
            <a:endParaRPr lang="en-GB" sz="2800" dirty="0">
              <a:solidFill>
                <a:srgbClr val="242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GB" sz="28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 non-missing values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replace NA with a value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iterate through the columns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statistics for each column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find missing values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missing values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percentage of missing values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sort table values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 summary information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columns with &gt; 50% missing values</a:t>
            </a:r>
            <a:endParaRPr lang="en-GB" sz="2800" dirty="0">
              <a:solidFill>
                <a:srgbClr val="242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GB" sz="28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rename columns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16433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62A79EAC-0BC8-4DF7-B963-899AA7EF6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Visualize data with pandas</a:t>
            </a:r>
            <a:endParaRPr lang="en-US" dirty="0">
              <a:latin typeface="+mn-lt"/>
            </a:endParaRP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0337E840-2193-4D70-8699-27A7C432B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C8DC224-4589-4F63-9A47-BDC85642E9A5}" type="slidenum">
              <a:rPr lang="en-US" smtClean="0"/>
              <a:t>22</a:t>
            </a:fld>
            <a:endParaRPr lang="en-US"/>
          </a:p>
        </p:txBody>
      </p:sp>
      <p:sp>
        <p:nvSpPr>
          <p:cNvPr id="7" name="Chỗ dành sẵn cho Văn bản 6">
            <a:extLst>
              <a:ext uri="{FF2B5EF4-FFF2-40B4-BE49-F238E27FC236}">
                <a16:creationId xmlns:a16="http://schemas.microsoft.com/office/drawing/2014/main" id="{ED8108D2-8406-7880-45E7-21844ABF683C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GB" dirty="0"/>
              <a:t>Method: ‘plot()’</a:t>
            </a:r>
            <a:endParaRPr lang="en-US" dirty="0"/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2EF14026-7458-B413-73D1-083320BD44D0}"/>
              </a:ext>
            </a:extLst>
          </p:cNvPr>
          <p:cNvSpPr txBox="1"/>
          <p:nvPr/>
        </p:nvSpPr>
        <p:spPr>
          <a:xfrm>
            <a:off x="446050" y="1583531"/>
            <a:ext cx="551985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df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pd</a:t>
            </a:r>
            <a:r>
              <a:rPr lang="en-US" b="1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rgbClr val="8250D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pivot_table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data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birth, </a:t>
            </a:r>
          </a:p>
          <a:p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</a:t>
            </a:r>
            <a:r>
              <a:rPr lang="en-US" b="1" dirty="0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index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'year'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</a:p>
          <a:p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</a:t>
            </a:r>
            <a:r>
              <a:rPr lang="en-US" b="1" dirty="0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columns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'gender'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</a:p>
          <a:p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</a:t>
            </a:r>
            <a:r>
              <a:rPr lang="en-US" b="1" dirty="0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values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'births'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</a:p>
          <a:p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</a:t>
            </a:r>
            <a:r>
              <a:rPr lang="en-US" b="1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aggfunc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'sum'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df.plot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kind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n-US" b="1" dirty="0" err="1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line'</a:t>
            </a:r>
            <a:r>
              <a:rPr lang="en-US" b="1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b="1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title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'Title-1'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1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xlabel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'X-axis'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1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ylabel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'Y-axis'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df.plot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kind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n-US" b="1" dirty="0" err="1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bar'</a:t>
            </a:r>
            <a:r>
              <a:rPr lang="en-US" b="1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b="1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title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'Title-2'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1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xlabel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'X-axis'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1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ylabel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'Y-axis'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df.plot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kind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n-US" b="1" dirty="0" err="1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hist'</a:t>
            </a:r>
            <a:r>
              <a:rPr lang="en-US" b="1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b="1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title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'Title-3'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1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xlabel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'X-axis'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1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ylabel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'Y-axis'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df.plot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kind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n-US" b="1" dirty="0" err="1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box'</a:t>
            </a:r>
            <a:r>
              <a:rPr lang="en-US" b="1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b="1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title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'Title-4'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1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xlabel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'X-axis'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1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ylabel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'Y-axis'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df.plot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kind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'scatter'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'F'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y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n-US" b="1" dirty="0" err="1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M'</a:t>
            </a:r>
            <a:r>
              <a:rPr lang="en-US" b="1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b="1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title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'Title-5'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1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xlabel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'X-axis'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1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ylabel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'Y-axis'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F8F2FC89-6A45-CECB-D723-556630DEAE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5902" y="1090572"/>
            <a:ext cx="5806998" cy="517064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-apple-system"/>
              </a:rPr>
              <a:t>Kind</a:t>
            </a:r>
            <a:r>
              <a:rPr lang="en-US" altLang="en-US" sz="2400" b="1" i="1" dirty="0">
                <a:solidFill>
                  <a:srgbClr val="222832"/>
                </a:solidFill>
                <a:latin typeface="-apple-system"/>
              </a:rPr>
              <a:t>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-apple-system"/>
              </a:rPr>
              <a:t>The kind of plot to produce:</a:t>
            </a:r>
          </a:p>
          <a:p>
            <a:pPr marL="628650" lvl="3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-apple-system"/>
              </a:rPr>
              <a:t>‘line’ : line plot (default)</a:t>
            </a:r>
          </a:p>
          <a:p>
            <a:pPr marL="628650" lvl="3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-apple-system"/>
              </a:rPr>
              <a:t>‘bar’ : vertical bar plot</a:t>
            </a:r>
          </a:p>
          <a:p>
            <a:pPr marL="628650" lvl="3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-apple-system"/>
              </a:rPr>
              <a:t>‘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222832"/>
                </a:solidFill>
                <a:effectLst/>
                <a:latin typeface="-apple-system"/>
              </a:rPr>
              <a:t>barh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-apple-system"/>
              </a:rPr>
              <a:t>’ : horizontal bar plot</a:t>
            </a:r>
          </a:p>
          <a:p>
            <a:pPr marL="628650" lvl="3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-apple-system"/>
              </a:rPr>
              <a:t>‘hist’ : histogram</a:t>
            </a:r>
          </a:p>
          <a:p>
            <a:pPr marL="628650" lvl="3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-apple-system"/>
              </a:rPr>
              <a:t>‘box’ : boxplot</a:t>
            </a:r>
          </a:p>
          <a:p>
            <a:pPr marL="628650" lvl="3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-apple-system"/>
              </a:rPr>
              <a:t>‘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222832"/>
                </a:solidFill>
                <a:effectLst/>
                <a:latin typeface="-apple-system"/>
              </a:rPr>
              <a:t>kde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-apple-system"/>
              </a:rPr>
              <a:t>’ : Kernel Density Estimation plot</a:t>
            </a:r>
          </a:p>
          <a:p>
            <a:pPr marL="628650" lvl="3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-apple-system"/>
              </a:rPr>
              <a:t>‘density’ : same as ‘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222832"/>
                </a:solidFill>
                <a:effectLst/>
                <a:latin typeface="-apple-system"/>
              </a:rPr>
              <a:t>kde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-apple-system"/>
              </a:rPr>
              <a:t>’</a:t>
            </a:r>
          </a:p>
          <a:p>
            <a:pPr marL="628650" lvl="3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-apple-system"/>
              </a:rPr>
              <a:t>‘area’ : area plot</a:t>
            </a:r>
          </a:p>
          <a:p>
            <a:pPr marL="628650" lvl="3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-apple-system"/>
              </a:rPr>
              <a:t>‘pie’ : pie plot</a:t>
            </a:r>
          </a:p>
          <a:p>
            <a:pPr marL="628650" lvl="3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-apple-system"/>
              </a:rPr>
              <a:t>‘scatter’ : scatter plot 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222832"/>
                </a:solidFill>
                <a:effectLst/>
                <a:latin typeface="-apple-system"/>
              </a:rPr>
              <a:t>DataFrame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-apple-system"/>
              </a:rPr>
              <a:t> only)</a:t>
            </a:r>
          </a:p>
          <a:p>
            <a:pPr marL="628650" lvl="3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-apple-system"/>
              </a:rPr>
              <a:t>‘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222832"/>
                </a:solidFill>
                <a:effectLst/>
                <a:latin typeface="-apple-system"/>
              </a:rPr>
              <a:t>hexbin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-apple-system"/>
              </a:rPr>
              <a:t>’ 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222832"/>
                </a:solidFill>
                <a:effectLst/>
                <a:latin typeface="-apple-system"/>
              </a:rPr>
              <a:t>hexbin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-apple-system"/>
              </a:rPr>
              <a:t> plot 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222832"/>
                </a:solidFill>
                <a:effectLst/>
                <a:latin typeface="-apple-system"/>
              </a:rPr>
              <a:t>DataFrame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-apple-system"/>
              </a:rPr>
              <a:t> only)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510478B5-A092-A025-93E1-B9DD74425129}"/>
              </a:ext>
            </a:extLst>
          </p:cNvPr>
          <p:cNvSpPr txBox="1"/>
          <p:nvPr/>
        </p:nvSpPr>
        <p:spPr>
          <a:xfrm>
            <a:off x="904875" y="6358294"/>
            <a:ext cx="10782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Ref: https://pandas.pydata.org/docs/reference/api/pandas.DataFrame.plot.html#pandas.DataFrame.plot</a:t>
            </a:r>
          </a:p>
        </p:txBody>
      </p:sp>
    </p:spTree>
    <p:extLst>
      <p:ext uri="{BB962C8B-B14F-4D97-AF65-F5344CB8AC3E}">
        <p14:creationId xmlns:p14="http://schemas.microsoft.com/office/powerpoint/2010/main" val="1510095340"/>
      </p:ext>
    </p:extLst>
  </p:cSld>
  <p:clrMapOvr>
    <a:masterClrMapping/>
  </p:clrMapOvr>
</p:sld>
</file>

<file path=ppt/theme/theme1.xml><?xml version="1.0" encoding="utf-8"?>
<a:theme xmlns:a="http://schemas.openxmlformats.org/drawingml/2006/main" name="1_Getting Started with Jupyter Noteboo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Getting Started with Jupyter Noteboo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2_Classes</Template>
  <TotalTime>10337</TotalTime>
  <Words>2273</Words>
  <Application>Microsoft Office PowerPoint</Application>
  <PresentationFormat>Widescreen</PresentationFormat>
  <Paragraphs>253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5" baseType="lpstr">
      <vt:lpstr>-apple-system</vt:lpstr>
      <vt:lpstr>Arabic Typesetting</vt:lpstr>
      <vt:lpstr>Arial</vt:lpstr>
      <vt:lpstr>Arial Unicode MS</vt:lpstr>
      <vt:lpstr>Calibri</vt:lpstr>
      <vt:lpstr>Calibri Light</vt:lpstr>
      <vt:lpstr>Consolas</vt:lpstr>
      <vt:lpstr>Helvetica Neue</vt:lpstr>
      <vt:lpstr>Times New Roman</vt:lpstr>
      <vt:lpstr>var(--pst-font-family-monospace)</vt:lpstr>
      <vt:lpstr>Wingdings</vt:lpstr>
      <vt:lpstr>1_Getting Started with Jupyter Notebook</vt:lpstr>
      <vt:lpstr>2_Getting Started with Jupyter Notebook</vt:lpstr>
      <vt:lpstr>Data Manipulation with Pandas </vt:lpstr>
      <vt:lpstr>Data Manipulation with Pandas (2)</vt:lpstr>
      <vt:lpstr>Combining Datasets: Concat and Append</vt:lpstr>
      <vt:lpstr>Combining Datasets: Concat and Append</vt:lpstr>
      <vt:lpstr>Combining Datasets: Concat and Append</vt:lpstr>
      <vt:lpstr>Practice</vt:lpstr>
      <vt:lpstr>Combining Datasets: Merge and Join</vt:lpstr>
      <vt:lpstr>Combining Datasets: Merge and Join</vt:lpstr>
      <vt:lpstr>Practice: US States Data</vt:lpstr>
      <vt:lpstr>Aggregation and Grouping</vt:lpstr>
      <vt:lpstr>Practice</vt:lpstr>
      <vt:lpstr>Aggregation and Grouping</vt:lpstr>
      <vt:lpstr>Aggregation and Grouping</vt:lpstr>
      <vt:lpstr>Aggregation and Grouping</vt:lpstr>
      <vt:lpstr>Aggregation and Grouping</vt:lpstr>
      <vt:lpstr>Practice</vt:lpstr>
      <vt:lpstr>Pivot Tables</vt:lpstr>
      <vt:lpstr>Pivot Tables</vt:lpstr>
      <vt:lpstr>Pivot Tables</vt:lpstr>
      <vt:lpstr>Practice: Birthrate Data</vt:lpstr>
      <vt:lpstr>Dataframes and Data Cleaning Tasks</vt:lpstr>
      <vt:lpstr>Visualize data with pandas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Functions and classes </dc:title>
  <dc:creator>Nguyen Tuan. Long</dc:creator>
  <cp:lastModifiedBy>Nguyen Tuan. Long</cp:lastModifiedBy>
  <cp:revision>2</cp:revision>
  <dcterms:created xsi:type="dcterms:W3CDTF">2020-10-14T13:58:47Z</dcterms:created>
  <dcterms:modified xsi:type="dcterms:W3CDTF">2025-07-20T13:40:10Z</dcterms:modified>
</cp:coreProperties>
</file>